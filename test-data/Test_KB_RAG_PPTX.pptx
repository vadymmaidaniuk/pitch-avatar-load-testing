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29.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82.xml"/>
  <Override ContentType="application/vnd.openxmlformats-officedocument.presentationml.slideLayout+xml" PartName="/ppt/slideLayouts/slideLayout100.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54" r:id="rId4"/>
    <p:sldMasterId id="214748375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5143500" cx="9144000"/>
  <p:notesSz cx="6858000" cy="9144000"/>
  <p:embeddedFontLst>
    <p:embeddedFont>
      <p:font typeface="DM Sans Medium"/>
      <p:regular r:id="rId40"/>
      <p:bold r:id="rId41"/>
      <p:italic r:id="rId42"/>
      <p:boldItalic r:id="rId43"/>
    </p:embeddedFont>
    <p:embeddedFont>
      <p:font typeface="Newsreader"/>
      <p:regular r:id="rId44"/>
      <p:bold r:id="rId45"/>
      <p:italic r:id="rId46"/>
      <p:boldItalic r:id="rId47"/>
    </p:embeddedFont>
    <p:embeddedFont>
      <p:font typeface="DM Sans Light"/>
      <p:regular r:id="rId48"/>
      <p:bold r:id="rId49"/>
      <p:italic r:id="rId50"/>
      <p:boldItalic r:id="rId51"/>
    </p:embeddedFont>
    <p:embeddedFont>
      <p:font typeface="DM Sans SemiBold"/>
      <p:regular r:id="rId52"/>
      <p:bold r:id="rId53"/>
      <p:italic r:id="rId54"/>
      <p:boldItalic r:id="rId55"/>
    </p:embeddedFont>
    <p:embeddedFont>
      <p:font typeface="DM Sans"/>
      <p:regular r:id="rId56"/>
      <p:bold r:id="rId57"/>
      <p:italic r:id="rId58"/>
      <p:boldItalic r:id="rId59"/>
    </p:embeddedFont>
    <p:embeddedFont>
      <p:font typeface="Newsreader SemiBold"/>
      <p:regular r:id="rId60"/>
      <p:bold r:id="rId61"/>
      <p:italic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DMSansMedium-regular.fntdata"/><Relationship Id="rId42" Type="http://schemas.openxmlformats.org/officeDocument/2006/relationships/font" Target="fonts/DMSansMedium-italic.fntdata"/><Relationship Id="rId41" Type="http://schemas.openxmlformats.org/officeDocument/2006/relationships/font" Target="fonts/DMSansMedium-bold.fntdata"/><Relationship Id="rId44" Type="http://schemas.openxmlformats.org/officeDocument/2006/relationships/font" Target="fonts/Newsreader-regular.fntdata"/><Relationship Id="rId43" Type="http://schemas.openxmlformats.org/officeDocument/2006/relationships/font" Target="fonts/DMSansMedium-boldItalic.fntdata"/><Relationship Id="rId46" Type="http://schemas.openxmlformats.org/officeDocument/2006/relationships/font" Target="fonts/Newsreader-italic.fntdata"/><Relationship Id="rId45" Type="http://schemas.openxmlformats.org/officeDocument/2006/relationships/font" Target="fonts/Newsreader-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DMSansLight-regular.fntdata"/><Relationship Id="rId47" Type="http://schemas.openxmlformats.org/officeDocument/2006/relationships/font" Target="fonts/Newsreader-boldItalic.fntdata"/><Relationship Id="rId49" Type="http://schemas.openxmlformats.org/officeDocument/2006/relationships/font" Target="fonts/DMSansLight-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NewsreaderSemiBold-italic.fntdata"/><Relationship Id="rId61" Type="http://schemas.openxmlformats.org/officeDocument/2006/relationships/font" Target="fonts/NewsreaderSemiBold-bold.fntdata"/><Relationship Id="rId20" Type="http://schemas.openxmlformats.org/officeDocument/2006/relationships/slide" Target="slides/slide14.xml"/><Relationship Id="rId63" Type="http://schemas.openxmlformats.org/officeDocument/2006/relationships/font" Target="fonts/NewsreaderSemiBold-bold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NewsreaderSemiBold-regular.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DMSansLight-boldItalic.fntdata"/><Relationship Id="rId50" Type="http://schemas.openxmlformats.org/officeDocument/2006/relationships/font" Target="fonts/DMSansLight-italic.fntdata"/><Relationship Id="rId53" Type="http://schemas.openxmlformats.org/officeDocument/2006/relationships/font" Target="fonts/DMSansSemiBold-bold.fntdata"/><Relationship Id="rId52" Type="http://schemas.openxmlformats.org/officeDocument/2006/relationships/font" Target="fonts/DMSansSemiBold-regular.fntdata"/><Relationship Id="rId11" Type="http://schemas.openxmlformats.org/officeDocument/2006/relationships/slide" Target="slides/slide5.xml"/><Relationship Id="rId55" Type="http://schemas.openxmlformats.org/officeDocument/2006/relationships/font" Target="fonts/DMSansSemiBold-boldItalic.fntdata"/><Relationship Id="rId10" Type="http://schemas.openxmlformats.org/officeDocument/2006/relationships/slide" Target="slides/slide4.xml"/><Relationship Id="rId54" Type="http://schemas.openxmlformats.org/officeDocument/2006/relationships/font" Target="fonts/DMSansSemiBold-italic.fntdata"/><Relationship Id="rId13" Type="http://schemas.openxmlformats.org/officeDocument/2006/relationships/slide" Target="slides/slide7.xml"/><Relationship Id="rId57" Type="http://schemas.openxmlformats.org/officeDocument/2006/relationships/font" Target="fonts/DMSans-bold.fntdata"/><Relationship Id="rId12" Type="http://schemas.openxmlformats.org/officeDocument/2006/relationships/slide" Target="slides/slide6.xml"/><Relationship Id="rId56" Type="http://schemas.openxmlformats.org/officeDocument/2006/relationships/font" Target="fonts/DMSans-regular.fntdata"/><Relationship Id="rId15" Type="http://schemas.openxmlformats.org/officeDocument/2006/relationships/slide" Target="slides/slide9.xml"/><Relationship Id="rId59" Type="http://schemas.openxmlformats.org/officeDocument/2006/relationships/font" Target="fonts/DMSans-boldItalic.fntdata"/><Relationship Id="rId14" Type="http://schemas.openxmlformats.org/officeDocument/2006/relationships/slide" Target="slides/slide8.xml"/><Relationship Id="rId58" Type="http://schemas.openxmlformats.org/officeDocument/2006/relationships/font" Target="fonts/DMSans-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5" name="Google Shape;92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3" name="Google Shape;93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8" name="Google Shape;95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3" name="Google Shape;98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7" name="Google Shape;101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4" name="Google Shape;106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6" name="Google Shape;107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6" name="Google Shape;108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6" name="Google Shape;109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6" name="Google Shape;110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6" name="Google Shape;111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6" name="Google Shape;112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3" name="Google Shape;115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1" name="Google Shape;116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6" name="Shape 1196"/>
        <p:cNvGrpSpPr/>
        <p:nvPr/>
      </p:nvGrpSpPr>
      <p:grpSpPr>
        <a:xfrm>
          <a:off x="0" y="0"/>
          <a:ext cx="0" cy="0"/>
          <a:chOff x="0" y="0"/>
          <a:chExt cx="0" cy="0"/>
        </a:xfrm>
      </p:grpSpPr>
      <p:sp>
        <p:nvSpPr>
          <p:cNvPr id="1197" name="Google Shape;1197;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8" name="Google Shape;1198;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8" name="Shape 1218"/>
        <p:cNvGrpSpPr/>
        <p:nvPr/>
      </p:nvGrpSpPr>
      <p:grpSpPr>
        <a:xfrm>
          <a:off x="0" y="0"/>
          <a:ext cx="0" cy="0"/>
          <a:chOff x="0" y="0"/>
          <a:chExt cx="0" cy="0"/>
        </a:xfrm>
      </p:grpSpPr>
      <p:sp>
        <p:nvSpPr>
          <p:cNvPr id="1219" name="Google Shape;1219;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0" name="Google Shape;122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3" name="Shape 1273"/>
        <p:cNvGrpSpPr/>
        <p:nvPr/>
      </p:nvGrpSpPr>
      <p:grpSpPr>
        <a:xfrm>
          <a:off x="0" y="0"/>
          <a:ext cx="0" cy="0"/>
          <a:chOff x="0" y="0"/>
          <a:chExt cx="0" cy="0"/>
        </a:xfrm>
      </p:grpSpPr>
      <p:sp>
        <p:nvSpPr>
          <p:cNvPr id="1274" name="Google Shape;1274;g3d153e0d977_0_1489: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1" name="Shape 1321"/>
        <p:cNvGrpSpPr/>
        <p:nvPr/>
      </p:nvGrpSpPr>
      <p:grpSpPr>
        <a:xfrm>
          <a:off x="0" y="0"/>
          <a:ext cx="0" cy="0"/>
          <a:chOff x="0" y="0"/>
          <a:chExt cx="0" cy="0"/>
        </a:xfrm>
      </p:grpSpPr>
      <p:sp>
        <p:nvSpPr>
          <p:cNvPr id="1322" name="Google Shape;1322;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3" name="Google Shape;1323;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2" name="Shape 1352"/>
        <p:cNvGrpSpPr/>
        <p:nvPr/>
      </p:nvGrpSpPr>
      <p:grpSpPr>
        <a:xfrm>
          <a:off x="0" y="0"/>
          <a:ext cx="0" cy="0"/>
          <a:chOff x="0" y="0"/>
          <a:chExt cx="0" cy="0"/>
        </a:xfrm>
      </p:grpSpPr>
      <p:sp>
        <p:nvSpPr>
          <p:cNvPr id="1353" name="Google Shape;1353;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4" name="Google Shape;135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9" name="Shape 1369"/>
        <p:cNvGrpSpPr/>
        <p:nvPr/>
      </p:nvGrpSpPr>
      <p:grpSpPr>
        <a:xfrm>
          <a:off x="0" y="0"/>
          <a:ext cx="0" cy="0"/>
          <a:chOff x="0" y="0"/>
          <a:chExt cx="0" cy="0"/>
        </a:xfrm>
      </p:grpSpPr>
      <p:sp>
        <p:nvSpPr>
          <p:cNvPr id="1370" name="Google Shape;1370;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1" name="Google Shape;137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6" name="Shape 1386"/>
        <p:cNvGrpSpPr/>
        <p:nvPr/>
      </p:nvGrpSpPr>
      <p:grpSpPr>
        <a:xfrm>
          <a:off x="0" y="0"/>
          <a:ext cx="0" cy="0"/>
          <a:chOff x="0" y="0"/>
          <a:chExt cx="0" cy="0"/>
        </a:xfrm>
      </p:grpSpPr>
      <p:sp>
        <p:nvSpPr>
          <p:cNvPr id="1387" name="Google Shape;1387;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8" name="Google Shape;138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6" name="Shape 1406"/>
        <p:cNvGrpSpPr/>
        <p:nvPr/>
      </p:nvGrpSpPr>
      <p:grpSpPr>
        <a:xfrm>
          <a:off x="0" y="0"/>
          <a:ext cx="0" cy="0"/>
          <a:chOff x="0" y="0"/>
          <a:chExt cx="0" cy="0"/>
        </a:xfrm>
      </p:grpSpPr>
      <p:sp>
        <p:nvSpPr>
          <p:cNvPr id="1407" name="Google Shape;1407;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8" name="Google Shape;1408;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4" name="Shape 1454"/>
        <p:cNvGrpSpPr/>
        <p:nvPr/>
      </p:nvGrpSpPr>
      <p:grpSpPr>
        <a:xfrm>
          <a:off x="0" y="0"/>
          <a:ext cx="0" cy="0"/>
          <a:chOff x="0" y="0"/>
          <a:chExt cx="0" cy="0"/>
        </a:xfrm>
      </p:grpSpPr>
      <p:sp>
        <p:nvSpPr>
          <p:cNvPr id="1455" name="Google Shape;1455;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6" name="Google Shape;1456;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3" name="Shape 1503"/>
        <p:cNvGrpSpPr/>
        <p:nvPr/>
      </p:nvGrpSpPr>
      <p:grpSpPr>
        <a:xfrm>
          <a:off x="0" y="0"/>
          <a:ext cx="0" cy="0"/>
          <a:chOff x="0" y="0"/>
          <a:chExt cx="0" cy="0"/>
        </a:xfrm>
      </p:grpSpPr>
      <p:sp>
        <p:nvSpPr>
          <p:cNvPr id="1504" name="Google Shape;1504;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5" name="Google Shape;1505;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2" name="Shape 1532"/>
        <p:cNvGrpSpPr/>
        <p:nvPr/>
      </p:nvGrpSpPr>
      <p:grpSpPr>
        <a:xfrm>
          <a:off x="0" y="0"/>
          <a:ext cx="0" cy="0"/>
          <a:chOff x="0" y="0"/>
          <a:chExt cx="0" cy="0"/>
        </a:xfrm>
      </p:grpSpPr>
      <p:sp>
        <p:nvSpPr>
          <p:cNvPr id="1533" name="Google Shape;1533;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4" name="Google Shape;1534;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6" name="Shape 1576"/>
        <p:cNvGrpSpPr/>
        <p:nvPr/>
      </p:nvGrpSpPr>
      <p:grpSpPr>
        <a:xfrm>
          <a:off x="0" y="0"/>
          <a:ext cx="0" cy="0"/>
          <a:chOff x="0" y="0"/>
          <a:chExt cx="0" cy="0"/>
        </a:xfrm>
      </p:grpSpPr>
      <p:sp>
        <p:nvSpPr>
          <p:cNvPr id="1577" name="Google Shape;1577;g3d153e0d977_0_492: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1" name="Shape 1611"/>
        <p:cNvGrpSpPr/>
        <p:nvPr/>
      </p:nvGrpSpPr>
      <p:grpSpPr>
        <a:xfrm>
          <a:off x="0" y="0"/>
          <a:ext cx="0" cy="0"/>
          <a:chOff x="0" y="0"/>
          <a:chExt cx="0" cy="0"/>
        </a:xfrm>
      </p:grpSpPr>
      <p:sp>
        <p:nvSpPr>
          <p:cNvPr id="1612" name="Google Shape;1612;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3" name="Google Shape;1613;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2" name="Shape 1642"/>
        <p:cNvGrpSpPr/>
        <p:nvPr/>
      </p:nvGrpSpPr>
      <p:grpSpPr>
        <a:xfrm>
          <a:off x="0" y="0"/>
          <a:ext cx="0" cy="0"/>
          <a:chOff x="0" y="0"/>
          <a:chExt cx="0" cy="0"/>
        </a:xfrm>
      </p:grpSpPr>
      <p:sp>
        <p:nvSpPr>
          <p:cNvPr id="1643" name="Google Shape;1643;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4" name="Google Shape;1644;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9" name="Shape 1659"/>
        <p:cNvGrpSpPr/>
        <p:nvPr/>
      </p:nvGrpSpPr>
      <p:grpSpPr>
        <a:xfrm>
          <a:off x="0" y="0"/>
          <a:ext cx="0" cy="0"/>
          <a:chOff x="0" y="0"/>
          <a:chExt cx="0" cy="0"/>
        </a:xfrm>
      </p:grpSpPr>
      <p:sp>
        <p:nvSpPr>
          <p:cNvPr id="1660" name="Google Shape;1660;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1" name="Google Shape;1661;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8" name="Shape 1678"/>
        <p:cNvGrpSpPr/>
        <p:nvPr/>
      </p:nvGrpSpPr>
      <p:grpSpPr>
        <a:xfrm>
          <a:off x="0" y="0"/>
          <a:ext cx="0" cy="0"/>
          <a:chOff x="0" y="0"/>
          <a:chExt cx="0" cy="0"/>
        </a:xfrm>
      </p:grpSpPr>
      <p:sp>
        <p:nvSpPr>
          <p:cNvPr id="1679" name="Google Shape;1679;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0" name="Google Shape;1680;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2" name="Shape 1702"/>
        <p:cNvGrpSpPr/>
        <p:nvPr/>
      </p:nvGrpSpPr>
      <p:grpSpPr>
        <a:xfrm>
          <a:off x="0" y="0"/>
          <a:ext cx="0" cy="0"/>
          <a:chOff x="0" y="0"/>
          <a:chExt cx="0" cy="0"/>
        </a:xfrm>
      </p:grpSpPr>
      <p:sp>
        <p:nvSpPr>
          <p:cNvPr id="1703" name="Google Shape;1703;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4" name="Google Shape;1704;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7" name="Shape 1757"/>
        <p:cNvGrpSpPr/>
        <p:nvPr/>
      </p:nvGrpSpPr>
      <p:grpSpPr>
        <a:xfrm>
          <a:off x="0" y="0"/>
          <a:ext cx="0" cy="0"/>
          <a:chOff x="0" y="0"/>
          <a:chExt cx="0" cy="0"/>
        </a:xfrm>
      </p:grpSpPr>
      <p:sp>
        <p:nvSpPr>
          <p:cNvPr id="1758" name="Google Shape;1758;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9" name="Google Shape;1759;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7" name="Shape 1767"/>
        <p:cNvGrpSpPr/>
        <p:nvPr/>
      </p:nvGrpSpPr>
      <p:grpSpPr>
        <a:xfrm>
          <a:off x="0" y="0"/>
          <a:ext cx="0" cy="0"/>
          <a:chOff x="0" y="0"/>
          <a:chExt cx="0" cy="0"/>
        </a:xfrm>
      </p:grpSpPr>
      <p:sp>
        <p:nvSpPr>
          <p:cNvPr id="1768" name="Google Shape;1768;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9" name="Google Shape;1769;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USTOM_7_1_1_1_1_1_1_1_1_1_1_1_1_1_1_1_1">
    <p:bg>
      <p:bgPr>
        <a:solidFill>
          <a:schemeClr val="lt1"/>
        </a:solidFill>
      </p:bgPr>
    </p:bg>
    <p:spTree>
      <p:nvGrpSpPr>
        <p:cNvPr id="9" name="Shape 9"/>
        <p:cNvGrpSpPr/>
        <p:nvPr/>
      </p:nvGrpSpPr>
      <p:grpSpPr>
        <a:xfrm>
          <a:off x="0" y="0"/>
          <a:ext cx="0" cy="0"/>
          <a:chOff x="0" y="0"/>
          <a:chExt cx="0" cy="0"/>
        </a:xfrm>
      </p:grpSpPr>
      <p:sp>
        <p:nvSpPr>
          <p:cNvPr id="10" name="Google Shape;10;p2"/>
          <p:cNvSpPr/>
          <p:nvPr>
            <p:ph idx="2" type="pic"/>
          </p:nvPr>
        </p:nvSpPr>
        <p:spPr>
          <a:xfrm>
            <a:off x="4587725" y="-8750"/>
            <a:ext cx="4572000" cy="5152200"/>
          </a:xfrm>
          <a:prstGeom prst="rect">
            <a:avLst/>
          </a:prstGeom>
          <a:noFill/>
          <a:ln>
            <a:noFill/>
          </a:ln>
        </p:spPr>
      </p:sp>
      <p:sp>
        <p:nvSpPr>
          <p:cNvPr id="11" name="Google Shape;11;p2"/>
          <p:cNvSpPr txBox="1"/>
          <p:nvPr>
            <p:ph type="title"/>
          </p:nvPr>
        </p:nvSpPr>
        <p:spPr>
          <a:xfrm>
            <a:off x="361975" y="923525"/>
            <a:ext cx="3860100" cy="587700"/>
          </a:xfrm>
          <a:prstGeom prst="rect">
            <a:avLst/>
          </a:prstGeom>
          <a:noFill/>
          <a:ln>
            <a:noFill/>
          </a:ln>
        </p:spPr>
        <p:txBody>
          <a:bodyPr anchorCtr="0" anchor="t" bIns="91425" lIns="91425" spcFirstLastPara="1" rIns="91425" wrap="square" tIns="91425">
            <a:noAutofit/>
          </a:bodyPr>
          <a:lstStyle>
            <a:lvl1pPr lvl="0" algn="ctr">
              <a:lnSpc>
                <a:spcPct val="80000"/>
              </a:lnSpc>
              <a:spcBef>
                <a:spcPts val="0"/>
              </a:spcBef>
              <a:spcAft>
                <a:spcPts val="0"/>
              </a:spcAft>
              <a:buSzPts val="3000"/>
              <a:buNone/>
              <a:defRPr sz="4200">
                <a:solidFill>
                  <a:schemeClr val="dk1"/>
                </a:solidFill>
              </a:defRPr>
            </a:lvl1pPr>
            <a:lvl2pPr lvl="1" algn="ctr">
              <a:lnSpc>
                <a:spcPct val="115000"/>
              </a:lnSpc>
              <a:spcBef>
                <a:spcPts val="0"/>
              </a:spcBef>
              <a:spcAft>
                <a:spcPts val="0"/>
              </a:spcAft>
              <a:buSzPts val="1400"/>
              <a:buNone/>
              <a:defRPr>
                <a:solidFill>
                  <a:schemeClr val="dk1"/>
                </a:solidFill>
              </a:defRPr>
            </a:lvl2pPr>
            <a:lvl3pPr lvl="2" algn="ctr">
              <a:lnSpc>
                <a:spcPct val="115000"/>
              </a:lnSpc>
              <a:spcBef>
                <a:spcPts val="0"/>
              </a:spcBef>
              <a:spcAft>
                <a:spcPts val="0"/>
              </a:spcAft>
              <a:buSzPts val="1400"/>
              <a:buNone/>
              <a:defRPr>
                <a:solidFill>
                  <a:schemeClr val="dk1"/>
                </a:solidFill>
              </a:defRPr>
            </a:lvl3pPr>
            <a:lvl4pPr lvl="3" algn="ctr">
              <a:lnSpc>
                <a:spcPct val="115000"/>
              </a:lnSpc>
              <a:spcBef>
                <a:spcPts val="0"/>
              </a:spcBef>
              <a:spcAft>
                <a:spcPts val="0"/>
              </a:spcAft>
              <a:buSzPts val="1400"/>
              <a:buNone/>
              <a:defRPr>
                <a:solidFill>
                  <a:schemeClr val="dk1"/>
                </a:solidFill>
              </a:defRPr>
            </a:lvl4pPr>
            <a:lvl5pPr lvl="4" algn="ctr">
              <a:lnSpc>
                <a:spcPct val="115000"/>
              </a:lnSpc>
              <a:spcBef>
                <a:spcPts val="0"/>
              </a:spcBef>
              <a:spcAft>
                <a:spcPts val="0"/>
              </a:spcAft>
              <a:buSzPts val="1400"/>
              <a:buNone/>
              <a:defRPr>
                <a:solidFill>
                  <a:schemeClr val="dk1"/>
                </a:solidFill>
              </a:defRPr>
            </a:lvl5pPr>
            <a:lvl6pPr lvl="5" algn="ctr">
              <a:lnSpc>
                <a:spcPct val="115000"/>
              </a:lnSpc>
              <a:spcBef>
                <a:spcPts val="0"/>
              </a:spcBef>
              <a:spcAft>
                <a:spcPts val="0"/>
              </a:spcAft>
              <a:buSzPts val="1400"/>
              <a:buNone/>
              <a:defRPr>
                <a:solidFill>
                  <a:schemeClr val="dk1"/>
                </a:solidFill>
              </a:defRPr>
            </a:lvl6pPr>
            <a:lvl7pPr lvl="6" algn="ctr">
              <a:lnSpc>
                <a:spcPct val="115000"/>
              </a:lnSpc>
              <a:spcBef>
                <a:spcPts val="0"/>
              </a:spcBef>
              <a:spcAft>
                <a:spcPts val="0"/>
              </a:spcAft>
              <a:buSzPts val="1400"/>
              <a:buNone/>
              <a:defRPr>
                <a:solidFill>
                  <a:schemeClr val="dk1"/>
                </a:solidFill>
              </a:defRPr>
            </a:lvl7pPr>
            <a:lvl8pPr lvl="7" algn="ctr">
              <a:lnSpc>
                <a:spcPct val="115000"/>
              </a:lnSpc>
              <a:spcBef>
                <a:spcPts val="0"/>
              </a:spcBef>
              <a:spcAft>
                <a:spcPts val="0"/>
              </a:spcAft>
              <a:buSzPts val="1400"/>
              <a:buNone/>
              <a:defRPr>
                <a:solidFill>
                  <a:schemeClr val="dk1"/>
                </a:solidFill>
              </a:defRPr>
            </a:lvl8pPr>
            <a:lvl9pPr lvl="8" algn="ctr">
              <a:lnSpc>
                <a:spcPct val="115000"/>
              </a:lnSpc>
              <a:spcBef>
                <a:spcPts val="0"/>
              </a:spcBef>
              <a:spcAft>
                <a:spcPts val="0"/>
              </a:spcAft>
              <a:buSzPts val="1400"/>
              <a:buNone/>
              <a:defRPr>
                <a:solidFill>
                  <a:schemeClr val="dk1"/>
                </a:solidFill>
              </a:defRPr>
            </a:lvl9pPr>
          </a:lstStyle>
          <a:p/>
        </p:txBody>
      </p:sp>
      <p:sp>
        <p:nvSpPr>
          <p:cNvPr id="12" name="Google Shape;12;p2"/>
          <p:cNvSpPr txBox="1"/>
          <p:nvPr>
            <p:ph idx="1" type="subTitle"/>
          </p:nvPr>
        </p:nvSpPr>
        <p:spPr>
          <a:xfrm>
            <a:off x="361975" y="255533"/>
            <a:ext cx="3860100" cy="377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400"/>
              <a:buFont typeface="Newsreader"/>
              <a:buNone/>
              <a:defRPr>
                <a:solidFill>
                  <a:schemeClr val="dk1"/>
                </a:solidFill>
              </a:defRPr>
            </a:lvl2pPr>
            <a:lvl3pPr lvl="2" algn="l">
              <a:lnSpc>
                <a:spcPct val="115000"/>
              </a:lnSpc>
              <a:spcBef>
                <a:spcPts val="0"/>
              </a:spcBef>
              <a:spcAft>
                <a:spcPts val="0"/>
              </a:spcAft>
              <a:buClr>
                <a:schemeClr val="dk1"/>
              </a:buClr>
              <a:buSzPts val="1400"/>
              <a:buFont typeface="Newsreader"/>
              <a:buNone/>
              <a:defRPr>
                <a:solidFill>
                  <a:schemeClr val="dk1"/>
                </a:solidFill>
              </a:defRPr>
            </a:lvl3pPr>
            <a:lvl4pPr lvl="3" algn="l">
              <a:lnSpc>
                <a:spcPct val="115000"/>
              </a:lnSpc>
              <a:spcBef>
                <a:spcPts val="0"/>
              </a:spcBef>
              <a:spcAft>
                <a:spcPts val="0"/>
              </a:spcAft>
              <a:buClr>
                <a:schemeClr val="dk1"/>
              </a:buClr>
              <a:buSzPts val="1400"/>
              <a:buFont typeface="Newsreader"/>
              <a:buNone/>
              <a:defRPr>
                <a:solidFill>
                  <a:schemeClr val="dk1"/>
                </a:solidFill>
              </a:defRPr>
            </a:lvl4pPr>
            <a:lvl5pPr lvl="4" algn="l">
              <a:lnSpc>
                <a:spcPct val="115000"/>
              </a:lnSpc>
              <a:spcBef>
                <a:spcPts val="0"/>
              </a:spcBef>
              <a:spcAft>
                <a:spcPts val="0"/>
              </a:spcAft>
              <a:buClr>
                <a:schemeClr val="dk1"/>
              </a:buClr>
              <a:buSzPts val="1400"/>
              <a:buFont typeface="Newsreader"/>
              <a:buNone/>
              <a:defRPr>
                <a:solidFill>
                  <a:schemeClr val="dk1"/>
                </a:solidFill>
              </a:defRPr>
            </a:lvl5pPr>
            <a:lvl6pPr lvl="5" algn="l">
              <a:lnSpc>
                <a:spcPct val="115000"/>
              </a:lnSpc>
              <a:spcBef>
                <a:spcPts val="0"/>
              </a:spcBef>
              <a:spcAft>
                <a:spcPts val="0"/>
              </a:spcAft>
              <a:buClr>
                <a:schemeClr val="dk1"/>
              </a:buClr>
              <a:buSzPts val="1400"/>
              <a:buFont typeface="Newsreader"/>
              <a:buNone/>
              <a:defRPr>
                <a:solidFill>
                  <a:schemeClr val="dk1"/>
                </a:solidFill>
              </a:defRPr>
            </a:lvl6pPr>
            <a:lvl7pPr lvl="6" algn="l">
              <a:lnSpc>
                <a:spcPct val="115000"/>
              </a:lnSpc>
              <a:spcBef>
                <a:spcPts val="0"/>
              </a:spcBef>
              <a:spcAft>
                <a:spcPts val="0"/>
              </a:spcAft>
              <a:buClr>
                <a:schemeClr val="dk1"/>
              </a:buClr>
              <a:buSzPts val="1400"/>
              <a:buFont typeface="Newsreader"/>
              <a:buNone/>
              <a:defRPr>
                <a:solidFill>
                  <a:schemeClr val="dk1"/>
                </a:solidFill>
              </a:defRPr>
            </a:lvl7pPr>
            <a:lvl8pPr lvl="7" algn="l">
              <a:lnSpc>
                <a:spcPct val="115000"/>
              </a:lnSpc>
              <a:spcBef>
                <a:spcPts val="0"/>
              </a:spcBef>
              <a:spcAft>
                <a:spcPts val="0"/>
              </a:spcAft>
              <a:buClr>
                <a:schemeClr val="dk1"/>
              </a:buClr>
              <a:buSzPts val="1400"/>
              <a:buFont typeface="Newsreader"/>
              <a:buNone/>
              <a:defRPr>
                <a:solidFill>
                  <a:schemeClr val="dk1"/>
                </a:solidFill>
              </a:defRPr>
            </a:lvl8pPr>
            <a:lvl9pPr lvl="8" algn="l">
              <a:lnSpc>
                <a:spcPct val="115000"/>
              </a:lnSpc>
              <a:spcBef>
                <a:spcPts val="0"/>
              </a:spcBef>
              <a:spcAft>
                <a:spcPts val="0"/>
              </a:spcAft>
              <a:buClr>
                <a:schemeClr val="dk1"/>
              </a:buClr>
              <a:buSzPts val="1400"/>
              <a:buFont typeface="Newsreader"/>
              <a:buNone/>
              <a:defRPr>
                <a:solidFill>
                  <a:schemeClr val="dk1"/>
                </a:solidFill>
              </a:defRPr>
            </a:lvl9pPr>
          </a:lstStyle>
          <a:p/>
        </p:txBody>
      </p:sp>
      <p:sp>
        <p:nvSpPr>
          <p:cNvPr id="13" name="Google Shape;13;p2"/>
          <p:cNvSpPr txBox="1"/>
          <p:nvPr>
            <p:ph idx="3" type="body"/>
          </p:nvPr>
        </p:nvSpPr>
        <p:spPr>
          <a:xfrm>
            <a:off x="547575" y="3337797"/>
            <a:ext cx="3492600" cy="1327500"/>
          </a:xfrm>
          <a:prstGeom prst="rect">
            <a:avLst/>
          </a:prstGeom>
          <a:noFill/>
          <a:ln>
            <a:noFill/>
          </a:ln>
        </p:spPr>
        <p:txBody>
          <a:bodyPr anchorCtr="0" anchor="b" bIns="91425" lIns="91425" spcFirstLastPara="1" rIns="91425" wrap="square" tIns="91425">
            <a:noAutofit/>
          </a:bodyPr>
          <a:lstStyle>
            <a:lvl1pPr indent="-292100" lvl="0" marL="457200" algn="ctr">
              <a:lnSpc>
                <a:spcPct val="115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ctr">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ctr">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ctr">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ctr">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ctr">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ctr">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ctr">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ctr">
              <a:lnSpc>
                <a:spcPct val="115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overview - Six modules">
  <p:cSld name="CUSTOM_3">
    <p:bg>
      <p:bgPr>
        <a:solidFill>
          <a:schemeClr val="lt1"/>
        </a:solidFill>
      </p:bgPr>
    </p:bg>
    <p:spTree>
      <p:nvGrpSpPr>
        <p:cNvPr id="14" name="Shape 14"/>
        <p:cNvGrpSpPr/>
        <p:nvPr/>
      </p:nvGrpSpPr>
      <p:grpSpPr>
        <a:xfrm>
          <a:off x="0" y="0"/>
          <a:ext cx="0" cy="0"/>
          <a:chOff x="0" y="0"/>
          <a:chExt cx="0" cy="0"/>
        </a:xfrm>
      </p:grpSpPr>
      <p:cxnSp>
        <p:nvCxnSpPr>
          <p:cNvPr id="15" name="Google Shape;15;p3"/>
          <p:cNvCxnSpPr/>
          <p:nvPr/>
        </p:nvCxnSpPr>
        <p:spPr>
          <a:xfrm>
            <a:off x="6096087" y="1794800"/>
            <a:ext cx="0" cy="2755200"/>
          </a:xfrm>
          <a:prstGeom prst="straightConnector1">
            <a:avLst/>
          </a:prstGeom>
          <a:noFill/>
          <a:ln cap="flat" cmpd="sng" w="19050">
            <a:solidFill>
              <a:schemeClr val="lt1"/>
            </a:solidFill>
            <a:prstDash val="solid"/>
            <a:round/>
            <a:headEnd len="sm" w="sm" type="none"/>
            <a:tailEnd len="sm" w="sm" type="none"/>
          </a:ln>
        </p:spPr>
      </p:cxnSp>
      <p:cxnSp>
        <p:nvCxnSpPr>
          <p:cNvPr id="16" name="Google Shape;16;p3"/>
          <p:cNvCxnSpPr/>
          <p:nvPr/>
        </p:nvCxnSpPr>
        <p:spPr>
          <a:xfrm>
            <a:off x="3048087" y="1794800"/>
            <a:ext cx="0" cy="2755200"/>
          </a:xfrm>
          <a:prstGeom prst="straightConnector1">
            <a:avLst/>
          </a:prstGeom>
          <a:noFill/>
          <a:ln cap="flat" cmpd="sng" w="19050">
            <a:solidFill>
              <a:schemeClr val="lt1"/>
            </a:solidFill>
            <a:prstDash val="solid"/>
            <a:round/>
            <a:headEnd len="sm" w="sm" type="none"/>
            <a:tailEnd len="sm" w="sm" type="none"/>
          </a:ln>
        </p:spPr>
      </p:cxnSp>
      <p:cxnSp>
        <p:nvCxnSpPr>
          <p:cNvPr id="17" name="Google Shape;17;p3"/>
          <p:cNvCxnSpPr/>
          <p:nvPr/>
        </p:nvCxnSpPr>
        <p:spPr>
          <a:xfrm>
            <a:off x="50" y="3174279"/>
            <a:ext cx="9144000" cy="0"/>
          </a:xfrm>
          <a:prstGeom prst="straightConnector1">
            <a:avLst/>
          </a:prstGeom>
          <a:noFill/>
          <a:ln cap="flat" cmpd="sng" w="19050">
            <a:solidFill>
              <a:schemeClr val="lt1"/>
            </a:solidFill>
            <a:prstDash val="solid"/>
            <a:round/>
            <a:headEnd len="sm" w="sm" type="none"/>
            <a:tailEnd len="sm" w="sm" type="none"/>
          </a:ln>
        </p:spPr>
      </p:cxnSp>
      <p:sp>
        <p:nvSpPr>
          <p:cNvPr id="18" name="Google Shape;18;p3"/>
          <p:cNvSpPr txBox="1"/>
          <p:nvPr>
            <p:ph idx="1" type="subTitle"/>
          </p:nvPr>
        </p:nvSpPr>
        <p:spPr>
          <a:xfrm>
            <a:off x="363200" y="2516650"/>
            <a:ext cx="2321700" cy="1878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600"/>
              <a:buNone/>
              <a:defRPr sz="1600">
                <a:solidFill>
                  <a:schemeClr val="dk1"/>
                </a:solidFill>
              </a:defRPr>
            </a:lvl1pPr>
            <a:lvl2pPr lvl="1" algn="l">
              <a:lnSpc>
                <a:spcPct val="115000"/>
              </a:lnSpc>
              <a:spcBef>
                <a:spcPts val="0"/>
              </a:spcBef>
              <a:spcAft>
                <a:spcPts val="0"/>
              </a:spcAft>
              <a:buClr>
                <a:schemeClr val="dk1"/>
              </a:buClr>
              <a:buSzPts val="1000"/>
              <a:buNone/>
              <a:defRPr sz="1000">
                <a:solidFill>
                  <a:schemeClr val="dk1"/>
                </a:solidFill>
              </a:defRPr>
            </a:lvl2pPr>
            <a:lvl3pPr lvl="2" algn="l">
              <a:lnSpc>
                <a:spcPct val="115000"/>
              </a:lnSpc>
              <a:spcBef>
                <a:spcPts val="0"/>
              </a:spcBef>
              <a:spcAft>
                <a:spcPts val="0"/>
              </a:spcAft>
              <a:buClr>
                <a:schemeClr val="dk1"/>
              </a:buClr>
              <a:buSzPts val="1000"/>
              <a:buNone/>
              <a:defRPr sz="1000">
                <a:solidFill>
                  <a:schemeClr val="dk1"/>
                </a:solidFill>
              </a:defRPr>
            </a:lvl3pPr>
            <a:lvl4pPr lvl="3" algn="l">
              <a:lnSpc>
                <a:spcPct val="115000"/>
              </a:lnSpc>
              <a:spcBef>
                <a:spcPts val="0"/>
              </a:spcBef>
              <a:spcAft>
                <a:spcPts val="0"/>
              </a:spcAft>
              <a:buClr>
                <a:schemeClr val="dk1"/>
              </a:buClr>
              <a:buSzPts val="1000"/>
              <a:buNone/>
              <a:defRPr sz="1000">
                <a:solidFill>
                  <a:schemeClr val="dk1"/>
                </a:solidFill>
              </a:defRPr>
            </a:lvl4pPr>
            <a:lvl5pPr lvl="4" algn="l">
              <a:lnSpc>
                <a:spcPct val="115000"/>
              </a:lnSpc>
              <a:spcBef>
                <a:spcPts val="0"/>
              </a:spcBef>
              <a:spcAft>
                <a:spcPts val="0"/>
              </a:spcAft>
              <a:buClr>
                <a:schemeClr val="dk1"/>
              </a:buClr>
              <a:buSzPts val="1000"/>
              <a:buNone/>
              <a:defRPr sz="1000">
                <a:solidFill>
                  <a:schemeClr val="dk1"/>
                </a:solidFill>
              </a:defRPr>
            </a:lvl5pPr>
            <a:lvl6pPr lvl="5" algn="l">
              <a:lnSpc>
                <a:spcPct val="115000"/>
              </a:lnSpc>
              <a:spcBef>
                <a:spcPts val="0"/>
              </a:spcBef>
              <a:spcAft>
                <a:spcPts val="0"/>
              </a:spcAft>
              <a:buClr>
                <a:schemeClr val="dk1"/>
              </a:buClr>
              <a:buSzPts val="1000"/>
              <a:buNone/>
              <a:defRPr sz="1000">
                <a:solidFill>
                  <a:schemeClr val="dk1"/>
                </a:solidFill>
              </a:defRPr>
            </a:lvl6pPr>
            <a:lvl7pPr lvl="6" algn="l">
              <a:lnSpc>
                <a:spcPct val="115000"/>
              </a:lnSpc>
              <a:spcBef>
                <a:spcPts val="0"/>
              </a:spcBef>
              <a:spcAft>
                <a:spcPts val="0"/>
              </a:spcAft>
              <a:buClr>
                <a:schemeClr val="dk1"/>
              </a:buClr>
              <a:buSzPts val="1000"/>
              <a:buNone/>
              <a:defRPr sz="1000">
                <a:solidFill>
                  <a:schemeClr val="dk1"/>
                </a:solidFill>
              </a:defRPr>
            </a:lvl7pPr>
            <a:lvl8pPr lvl="7" algn="l">
              <a:lnSpc>
                <a:spcPct val="115000"/>
              </a:lnSpc>
              <a:spcBef>
                <a:spcPts val="0"/>
              </a:spcBef>
              <a:spcAft>
                <a:spcPts val="0"/>
              </a:spcAft>
              <a:buClr>
                <a:schemeClr val="dk1"/>
              </a:buClr>
              <a:buSzPts val="1000"/>
              <a:buNone/>
              <a:defRPr sz="1000">
                <a:solidFill>
                  <a:schemeClr val="dk1"/>
                </a:solidFill>
              </a:defRPr>
            </a:lvl8pPr>
            <a:lvl9pPr lvl="8" algn="l">
              <a:lnSpc>
                <a:spcPct val="115000"/>
              </a:lnSpc>
              <a:spcBef>
                <a:spcPts val="0"/>
              </a:spcBef>
              <a:spcAft>
                <a:spcPts val="0"/>
              </a:spcAft>
              <a:buClr>
                <a:schemeClr val="dk1"/>
              </a:buClr>
              <a:buSzPts val="1000"/>
              <a:buNone/>
              <a:defRPr sz="1000">
                <a:solidFill>
                  <a:schemeClr val="dk1"/>
                </a:solidFill>
              </a:defRPr>
            </a:lvl9pPr>
          </a:lstStyle>
          <a:p/>
        </p:txBody>
      </p:sp>
      <p:sp>
        <p:nvSpPr>
          <p:cNvPr id="19" name="Google Shape;19;p3"/>
          <p:cNvSpPr txBox="1"/>
          <p:nvPr>
            <p:ph idx="2" type="subTitle"/>
          </p:nvPr>
        </p:nvSpPr>
        <p:spPr>
          <a:xfrm>
            <a:off x="361975" y="2227250"/>
            <a:ext cx="23217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0" name="Google Shape;20;p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1" name="Google Shape;21;p3"/>
          <p:cNvSpPr txBox="1"/>
          <p:nvPr>
            <p:ph idx="3"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22" name="Google Shape;22;p3"/>
          <p:cNvSpPr txBox="1"/>
          <p:nvPr>
            <p:ph type="title"/>
          </p:nvPr>
        </p:nvSpPr>
        <p:spPr>
          <a:xfrm>
            <a:off x="361975" y="962092"/>
            <a:ext cx="57186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3600">
                <a:solidFill>
                  <a:schemeClr val="dk1"/>
                </a:solidFill>
              </a:defRPr>
            </a:lvl1pPr>
            <a:lvl2pPr lvl="1" algn="l">
              <a:lnSpc>
                <a:spcPct val="90000"/>
              </a:lnSpc>
              <a:spcBef>
                <a:spcPts val="0"/>
              </a:spcBef>
              <a:spcAft>
                <a:spcPts val="0"/>
              </a:spcAft>
              <a:buSzPts val="1400"/>
              <a:buNone/>
              <a:defRPr sz="3600">
                <a:solidFill>
                  <a:schemeClr val="dk1"/>
                </a:solidFill>
              </a:defRPr>
            </a:lvl2pPr>
            <a:lvl3pPr lvl="2" algn="l">
              <a:lnSpc>
                <a:spcPct val="90000"/>
              </a:lnSpc>
              <a:spcBef>
                <a:spcPts val="0"/>
              </a:spcBef>
              <a:spcAft>
                <a:spcPts val="0"/>
              </a:spcAft>
              <a:buSzPts val="1400"/>
              <a:buNone/>
              <a:defRPr sz="3600">
                <a:solidFill>
                  <a:schemeClr val="dk1"/>
                </a:solidFill>
              </a:defRPr>
            </a:lvl3pPr>
            <a:lvl4pPr lvl="3" algn="l">
              <a:lnSpc>
                <a:spcPct val="90000"/>
              </a:lnSpc>
              <a:spcBef>
                <a:spcPts val="0"/>
              </a:spcBef>
              <a:spcAft>
                <a:spcPts val="0"/>
              </a:spcAft>
              <a:buSzPts val="1400"/>
              <a:buNone/>
              <a:defRPr sz="3600">
                <a:solidFill>
                  <a:schemeClr val="dk1"/>
                </a:solidFill>
              </a:defRPr>
            </a:lvl4pPr>
            <a:lvl5pPr lvl="4" algn="l">
              <a:lnSpc>
                <a:spcPct val="90000"/>
              </a:lnSpc>
              <a:spcBef>
                <a:spcPts val="0"/>
              </a:spcBef>
              <a:spcAft>
                <a:spcPts val="0"/>
              </a:spcAft>
              <a:buSzPts val="1400"/>
              <a:buNone/>
              <a:defRPr sz="3600">
                <a:solidFill>
                  <a:schemeClr val="dk1"/>
                </a:solidFill>
              </a:defRPr>
            </a:lvl5pPr>
            <a:lvl6pPr lvl="5" algn="l">
              <a:lnSpc>
                <a:spcPct val="90000"/>
              </a:lnSpc>
              <a:spcBef>
                <a:spcPts val="0"/>
              </a:spcBef>
              <a:spcAft>
                <a:spcPts val="0"/>
              </a:spcAft>
              <a:buSzPts val="1400"/>
              <a:buNone/>
              <a:defRPr sz="3600">
                <a:solidFill>
                  <a:schemeClr val="dk1"/>
                </a:solidFill>
              </a:defRPr>
            </a:lvl6pPr>
            <a:lvl7pPr lvl="6" algn="l">
              <a:lnSpc>
                <a:spcPct val="90000"/>
              </a:lnSpc>
              <a:spcBef>
                <a:spcPts val="0"/>
              </a:spcBef>
              <a:spcAft>
                <a:spcPts val="0"/>
              </a:spcAft>
              <a:buSzPts val="1400"/>
              <a:buNone/>
              <a:defRPr sz="3600">
                <a:solidFill>
                  <a:schemeClr val="dk1"/>
                </a:solidFill>
              </a:defRPr>
            </a:lvl7pPr>
            <a:lvl8pPr lvl="7" algn="l">
              <a:lnSpc>
                <a:spcPct val="90000"/>
              </a:lnSpc>
              <a:spcBef>
                <a:spcPts val="0"/>
              </a:spcBef>
              <a:spcAft>
                <a:spcPts val="0"/>
              </a:spcAft>
              <a:buSzPts val="1400"/>
              <a:buNone/>
              <a:defRPr sz="3600">
                <a:solidFill>
                  <a:schemeClr val="dk1"/>
                </a:solidFill>
              </a:defRPr>
            </a:lvl8pPr>
            <a:lvl9pPr lvl="8" algn="l">
              <a:lnSpc>
                <a:spcPct val="90000"/>
              </a:lnSpc>
              <a:spcBef>
                <a:spcPts val="0"/>
              </a:spcBef>
              <a:spcAft>
                <a:spcPts val="0"/>
              </a:spcAft>
              <a:buSzPts val="1400"/>
              <a:buNone/>
              <a:defRPr sz="3600">
                <a:solidFill>
                  <a:schemeClr val="dk1"/>
                </a:solidFill>
              </a:defRPr>
            </a:lvl9pPr>
          </a:lstStyle>
          <a:p/>
        </p:txBody>
      </p:sp>
      <p:sp>
        <p:nvSpPr>
          <p:cNvPr id="23" name="Google Shape;23;p3"/>
          <p:cNvSpPr txBox="1"/>
          <p:nvPr>
            <p:ph idx="4" type="subTitle"/>
          </p:nvPr>
        </p:nvSpPr>
        <p:spPr>
          <a:xfrm>
            <a:off x="3411825" y="2516650"/>
            <a:ext cx="2321700" cy="1878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600"/>
              <a:buNone/>
              <a:defRPr sz="1600">
                <a:solidFill>
                  <a:schemeClr val="dk1"/>
                </a:solidFill>
              </a:defRPr>
            </a:lvl1pPr>
            <a:lvl2pPr lvl="1" algn="l">
              <a:lnSpc>
                <a:spcPct val="115000"/>
              </a:lnSpc>
              <a:spcBef>
                <a:spcPts val="0"/>
              </a:spcBef>
              <a:spcAft>
                <a:spcPts val="0"/>
              </a:spcAft>
              <a:buClr>
                <a:schemeClr val="dk1"/>
              </a:buClr>
              <a:buSzPts val="1000"/>
              <a:buNone/>
              <a:defRPr sz="1000">
                <a:solidFill>
                  <a:schemeClr val="dk1"/>
                </a:solidFill>
              </a:defRPr>
            </a:lvl2pPr>
            <a:lvl3pPr lvl="2" algn="l">
              <a:lnSpc>
                <a:spcPct val="115000"/>
              </a:lnSpc>
              <a:spcBef>
                <a:spcPts val="0"/>
              </a:spcBef>
              <a:spcAft>
                <a:spcPts val="0"/>
              </a:spcAft>
              <a:buClr>
                <a:schemeClr val="dk1"/>
              </a:buClr>
              <a:buSzPts val="1000"/>
              <a:buNone/>
              <a:defRPr sz="1000">
                <a:solidFill>
                  <a:schemeClr val="dk1"/>
                </a:solidFill>
              </a:defRPr>
            </a:lvl3pPr>
            <a:lvl4pPr lvl="3" algn="l">
              <a:lnSpc>
                <a:spcPct val="115000"/>
              </a:lnSpc>
              <a:spcBef>
                <a:spcPts val="0"/>
              </a:spcBef>
              <a:spcAft>
                <a:spcPts val="0"/>
              </a:spcAft>
              <a:buClr>
                <a:schemeClr val="dk1"/>
              </a:buClr>
              <a:buSzPts val="1000"/>
              <a:buNone/>
              <a:defRPr sz="1000">
                <a:solidFill>
                  <a:schemeClr val="dk1"/>
                </a:solidFill>
              </a:defRPr>
            </a:lvl4pPr>
            <a:lvl5pPr lvl="4" algn="l">
              <a:lnSpc>
                <a:spcPct val="115000"/>
              </a:lnSpc>
              <a:spcBef>
                <a:spcPts val="0"/>
              </a:spcBef>
              <a:spcAft>
                <a:spcPts val="0"/>
              </a:spcAft>
              <a:buClr>
                <a:schemeClr val="dk1"/>
              </a:buClr>
              <a:buSzPts val="1000"/>
              <a:buNone/>
              <a:defRPr sz="1000">
                <a:solidFill>
                  <a:schemeClr val="dk1"/>
                </a:solidFill>
              </a:defRPr>
            </a:lvl5pPr>
            <a:lvl6pPr lvl="5" algn="l">
              <a:lnSpc>
                <a:spcPct val="115000"/>
              </a:lnSpc>
              <a:spcBef>
                <a:spcPts val="0"/>
              </a:spcBef>
              <a:spcAft>
                <a:spcPts val="0"/>
              </a:spcAft>
              <a:buClr>
                <a:schemeClr val="dk1"/>
              </a:buClr>
              <a:buSzPts val="1000"/>
              <a:buNone/>
              <a:defRPr sz="1000">
                <a:solidFill>
                  <a:schemeClr val="dk1"/>
                </a:solidFill>
              </a:defRPr>
            </a:lvl6pPr>
            <a:lvl7pPr lvl="6" algn="l">
              <a:lnSpc>
                <a:spcPct val="115000"/>
              </a:lnSpc>
              <a:spcBef>
                <a:spcPts val="0"/>
              </a:spcBef>
              <a:spcAft>
                <a:spcPts val="0"/>
              </a:spcAft>
              <a:buClr>
                <a:schemeClr val="dk1"/>
              </a:buClr>
              <a:buSzPts val="1000"/>
              <a:buNone/>
              <a:defRPr sz="1000">
                <a:solidFill>
                  <a:schemeClr val="dk1"/>
                </a:solidFill>
              </a:defRPr>
            </a:lvl7pPr>
            <a:lvl8pPr lvl="7" algn="l">
              <a:lnSpc>
                <a:spcPct val="115000"/>
              </a:lnSpc>
              <a:spcBef>
                <a:spcPts val="0"/>
              </a:spcBef>
              <a:spcAft>
                <a:spcPts val="0"/>
              </a:spcAft>
              <a:buClr>
                <a:schemeClr val="dk1"/>
              </a:buClr>
              <a:buSzPts val="1000"/>
              <a:buNone/>
              <a:defRPr sz="1000">
                <a:solidFill>
                  <a:schemeClr val="dk1"/>
                </a:solidFill>
              </a:defRPr>
            </a:lvl8pPr>
            <a:lvl9pPr lvl="8" algn="l">
              <a:lnSpc>
                <a:spcPct val="115000"/>
              </a:lnSpc>
              <a:spcBef>
                <a:spcPts val="0"/>
              </a:spcBef>
              <a:spcAft>
                <a:spcPts val="0"/>
              </a:spcAft>
              <a:buClr>
                <a:schemeClr val="dk1"/>
              </a:buClr>
              <a:buSzPts val="1000"/>
              <a:buNone/>
              <a:defRPr sz="1000">
                <a:solidFill>
                  <a:schemeClr val="dk1"/>
                </a:solidFill>
              </a:defRPr>
            </a:lvl9pPr>
          </a:lstStyle>
          <a:p/>
        </p:txBody>
      </p:sp>
      <p:sp>
        <p:nvSpPr>
          <p:cNvPr id="24" name="Google Shape;24;p3"/>
          <p:cNvSpPr txBox="1"/>
          <p:nvPr>
            <p:ph idx="5" type="subTitle"/>
          </p:nvPr>
        </p:nvSpPr>
        <p:spPr>
          <a:xfrm>
            <a:off x="3410600" y="2227250"/>
            <a:ext cx="23217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5" name="Google Shape;25;p3"/>
          <p:cNvSpPr txBox="1"/>
          <p:nvPr>
            <p:ph idx="6" type="subTitle"/>
          </p:nvPr>
        </p:nvSpPr>
        <p:spPr>
          <a:xfrm>
            <a:off x="6460475" y="2516650"/>
            <a:ext cx="2321700" cy="1878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600"/>
              <a:buNone/>
              <a:defRPr sz="1600">
                <a:solidFill>
                  <a:schemeClr val="dk1"/>
                </a:solidFill>
              </a:defRPr>
            </a:lvl1pPr>
            <a:lvl2pPr lvl="1" algn="l">
              <a:lnSpc>
                <a:spcPct val="115000"/>
              </a:lnSpc>
              <a:spcBef>
                <a:spcPts val="0"/>
              </a:spcBef>
              <a:spcAft>
                <a:spcPts val="0"/>
              </a:spcAft>
              <a:buClr>
                <a:schemeClr val="dk1"/>
              </a:buClr>
              <a:buSzPts val="1000"/>
              <a:buNone/>
              <a:defRPr sz="1000">
                <a:solidFill>
                  <a:schemeClr val="dk1"/>
                </a:solidFill>
              </a:defRPr>
            </a:lvl2pPr>
            <a:lvl3pPr lvl="2" algn="l">
              <a:lnSpc>
                <a:spcPct val="115000"/>
              </a:lnSpc>
              <a:spcBef>
                <a:spcPts val="0"/>
              </a:spcBef>
              <a:spcAft>
                <a:spcPts val="0"/>
              </a:spcAft>
              <a:buClr>
                <a:schemeClr val="dk1"/>
              </a:buClr>
              <a:buSzPts val="1000"/>
              <a:buNone/>
              <a:defRPr sz="1000">
                <a:solidFill>
                  <a:schemeClr val="dk1"/>
                </a:solidFill>
              </a:defRPr>
            </a:lvl3pPr>
            <a:lvl4pPr lvl="3" algn="l">
              <a:lnSpc>
                <a:spcPct val="115000"/>
              </a:lnSpc>
              <a:spcBef>
                <a:spcPts val="0"/>
              </a:spcBef>
              <a:spcAft>
                <a:spcPts val="0"/>
              </a:spcAft>
              <a:buClr>
                <a:schemeClr val="dk1"/>
              </a:buClr>
              <a:buSzPts val="1000"/>
              <a:buNone/>
              <a:defRPr sz="1000">
                <a:solidFill>
                  <a:schemeClr val="dk1"/>
                </a:solidFill>
              </a:defRPr>
            </a:lvl4pPr>
            <a:lvl5pPr lvl="4" algn="l">
              <a:lnSpc>
                <a:spcPct val="115000"/>
              </a:lnSpc>
              <a:spcBef>
                <a:spcPts val="0"/>
              </a:spcBef>
              <a:spcAft>
                <a:spcPts val="0"/>
              </a:spcAft>
              <a:buClr>
                <a:schemeClr val="dk1"/>
              </a:buClr>
              <a:buSzPts val="1000"/>
              <a:buNone/>
              <a:defRPr sz="1000">
                <a:solidFill>
                  <a:schemeClr val="dk1"/>
                </a:solidFill>
              </a:defRPr>
            </a:lvl5pPr>
            <a:lvl6pPr lvl="5" algn="l">
              <a:lnSpc>
                <a:spcPct val="115000"/>
              </a:lnSpc>
              <a:spcBef>
                <a:spcPts val="0"/>
              </a:spcBef>
              <a:spcAft>
                <a:spcPts val="0"/>
              </a:spcAft>
              <a:buClr>
                <a:schemeClr val="dk1"/>
              </a:buClr>
              <a:buSzPts val="1000"/>
              <a:buNone/>
              <a:defRPr sz="1000">
                <a:solidFill>
                  <a:schemeClr val="dk1"/>
                </a:solidFill>
              </a:defRPr>
            </a:lvl6pPr>
            <a:lvl7pPr lvl="6" algn="l">
              <a:lnSpc>
                <a:spcPct val="115000"/>
              </a:lnSpc>
              <a:spcBef>
                <a:spcPts val="0"/>
              </a:spcBef>
              <a:spcAft>
                <a:spcPts val="0"/>
              </a:spcAft>
              <a:buClr>
                <a:schemeClr val="dk1"/>
              </a:buClr>
              <a:buSzPts val="1000"/>
              <a:buNone/>
              <a:defRPr sz="1000">
                <a:solidFill>
                  <a:schemeClr val="dk1"/>
                </a:solidFill>
              </a:defRPr>
            </a:lvl7pPr>
            <a:lvl8pPr lvl="7" algn="l">
              <a:lnSpc>
                <a:spcPct val="115000"/>
              </a:lnSpc>
              <a:spcBef>
                <a:spcPts val="0"/>
              </a:spcBef>
              <a:spcAft>
                <a:spcPts val="0"/>
              </a:spcAft>
              <a:buClr>
                <a:schemeClr val="dk1"/>
              </a:buClr>
              <a:buSzPts val="1000"/>
              <a:buNone/>
              <a:defRPr sz="1000">
                <a:solidFill>
                  <a:schemeClr val="dk1"/>
                </a:solidFill>
              </a:defRPr>
            </a:lvl8pPr>
            <a:lvl9pPr lvl="8" algn="l">
              <a:lnSpc>
                <a:spcPct val="115000"/>
              </a:lnSpc>
              <a:spcBef>
                <a:spcPts val="0"/>
              </a:spcBef>
              <a:spcAft>
                <a:spcPts val="0"/>
              </a:spcAft>
              <a:buClr>
                <a:schemeClr val="dk1"/>
              </a:buClr>
              <a:buSzPts val="1000"/>
              <a:buNone/>
              <a:defRPr sz="1000">
                <a:solidFill>
                  <a:schemeClr val="dk1"/>
                </a:solidFill>
              </a:defRPr>
            </a:lvl9pPr>
          </a:lstStyle>
          <a:p/>
        </p:txBody>
      </p:sp>
      <p:sp>
        <p:nvSpPr>
          <p:cNvPr id="26" name="Google Shape;26;p3"/>
          <p:cNvSpPr txBox="1"/>
          <p:nvPr>
            <p:ph idx="7" type="subTitle"/>
          </p:nvPr>
        </p:nvSpPr>
        <p:spPr>
          <a:xfrm>
            <a:off x="6459250" y="2227250"/>
            <a:ext cx="23217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7" name="Google Shape;27;p3"/>
          <p:cNvSpPr txBox="1"/>
          <p:nvPr>
            <p:ph idx="8" type="subTitle"/>
          </p:nvPr>
        </p:nvSpPr>
        <p:spPr>
          <a:xfrm>
            <a:off x="363200" y="3864775"/>
            <a:ext cx="2321700" cy="1878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600"/>
              <a:buNone/>
              <a:defRPr sz="1600">
                <a:solidFill>
                  <a:schemeClr val="dk1"/>
                </a:solidFill>
              </a:defRPr>
            </a:lvl1pPr>
            <a:lvl2pPr lvl="1" algn="l">
              <a:lnSpc>
                <a:spcPct val="115000"/>
              </a:lnSpc>
              <a:spcBef>
                <a:spcPts val="0"/>
              </a:spcBef>
              <a:spcAft>
                <a:spcPts val="0"/>
              </a:spcAft>
              <a:buClr>
                <a:schemeClr val="dk1"/>
              </a:buClr>
              <a:buSzPts val="1000"/>
              <a:buNone/>
              <a:defRPr sz="1000">
                <a:solidFill>
                  <a:schemeClr val="dk1"/>
                </a:solidFill>
              </a:defRPr>
            </a:lvl2pPr>
            <a:lvl3pPr lvl="2" algn="l">
              <a:lnSpc>
                <a:spcPct val="115000"/>
              </a:lnSpc>
              <a:spcBef>
                <a:spcPts val="0"/>
              </a:spcBef>
              <a:spcAft>
                <a:spcPts val="0"/>
              </a:spcAft>
              <a:buClr>
                <a:schemeClr val="dk1"/>
              </a:buClr>
              <a:buSzPts val="1000"/>
              <a:buNone/>
              <a:defRPr sz="1000">
                <a:solidFill>
                  <a:schemeClr val="dk1"/>
                </a:solidFill>
              </a:defRPr>
            </a:lvl3pPr>
            <a:lvl4pPr lvl="3" algn="l">
              <a:lnSpc>
                <a:spcPct val="115000"/>
              </a:lnSpc>
              <a:spcBef>
                <a:spcPts val="0"/>
              </a:spcBef>
              <a:spcAft>
                <a:spcPts val="0"/>
              </a:spcAft>
              <a:buClr>
                <a:schemeClr val="dk1"/>
              </a:buClr>
              <a:buSzPts val="1000"/>
              <a:buNone/>
              <a:defRPr sz="1000">
                <a:solidFill>
                  <a:schemeClr val="dk1"/>
                </a:solidFill>
              </a:defRPr>
            </a:lvl4pPr>
            <a:lvl5pPr lvl="4" algn="l">
              <a:lnSpc>
                <a:spcPct val="115000"/>
              </a:lnSpc>
              <a:spcBef>
                <a:spcPts val="0"/>
              </a:spcBef>
              <a:spcAft>
                <a:spcPts val="0"/>
              </a:spcAft>
              <a:buClr>
                <a:schemeClr val="dk1"/>
              </a:buClr>
              <a:buSzPts val="1000"/>
              <a:buNone/>
              <a:defRPr sz="1000">
                <a:solidFill>
                  <a:schemeClr val="dk1"/>
                </a:solidFill>
              </a:defRPr>
            </a:lvl5pPr>
            <a:lvl6pPr lvl="5" algn="l">
              <a:lnSpc>
                <a:spcPct val="115000"/>
              </a:lnSpc>
              <a:spcBef>
                <a:spcPts val="0"/>
              </a:spcBef>
              <a:spcAft>
                <a:spcPts val="0"/>
              </a:spcAft>
              <a:buClr>
                <a:schemeClr val="dk1"/>
              </a:buClr>
              <a:buSzPts val="1000"/>
              <a:buNone/>
              <a:defRPr sz="1000">
                <a:solidFill>
                  <a:schemeClr val="dk1"/>
                </a:solidFill>
              </a:defRPr>
            </a:lvl6pPr>
            <a:lvl7pPr lvl="6" algn="l">
              <a:lnSpc>
                <a:spcPct val="115000"/>
              </a:lnSpc>
              <a:spcBef>
                <a:spcPts val="0"/>
              </a:spcBef>
              <a:spcAft>
                <a:spcPts val="0"/>
              </a:spcAft>
              <a:buClr>
                <a:schemeClr val="dk1"/>
              </a:buClr>
              <a:buSzPts val="1000"/>
              <a:buNone/>
              <a:defRPr sz="1000">
                <a:solidFill>
                  <a:schemeClr val="dk1"/>
                </a:solidFill>
              </a:defRPr>
            </a:lvl7pPr>
            <a:lvl8pPr lvl="7" algn="l">
              <a:lnSpc>
                <a:spcPct val="115000"/>
              </a:lnSpc>
              <a:spcBef>
                <a:spcPts val="0"/>
              </a:spcBef>
              <a:spcAft>
                <a:spcPts val="0"/>
              </a:spcAft>
              <a:buClr>
                <a:schemeClr val="dk1"/>
              </a:buClr>
              <a:buSzPts val="1000"/>
              <a:buNone/>
              <a:defRPr sz="1000">
                <a:solidFill>
                  <a:schemeClr val="dk1"/>
                </a:solidFill>
              </a:defRPr>
            </a:lvl8pPr>
            <a:lvl9pPr lvl="8" algn="l">
              <a:lnSpc>
                <a:spcPct val="115000"/>
              </a:lnSpc>
              <a:spcBef>
                <a:spcPts val="0"/>
              </a:spcBef>
              <a:spcAft>
                <a:spcPts val="0"/>
              </a:spcAft>
              <a:buClr>
                <a:schemeClr val="dk1"/>
              </a:buClr>
              <a:buSzPts val="1000"/>
              <a:buNone/>
              <a:defRPr sz="1000">
                <a:solidFill>
                  <a:schemeClr val="dk1"/>
                </a:solidFill>
              </a:defRPr>
            </a:lvl9pPr>
          </a:lstStyle>
          <a:p/>
        </p:txBody>
      </p:sp>
      <p:sp>
        <p:nvSpPr>
          <p:cNvPr id="28" name="Google Shape;28;p3"/>
          <p:cNvSpPr txBox="1"/>
          <p:nvPr>
            <p:ph idx="9" type="subTitle"/>
          </p:nvPr>
        </p:nvSpPr>
        <p:spPr>
          <a:xfrm>
            <a:off x="361975" y="3575375"/>
            <a:ext cx="23217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 name="Google Shape;29;p3"/>
          <p:cNvSpPr txBox="1"/>
          <p:nvPr>
            <p:ph idx="13" type="subTitle"/>
          </p:nvPr>
        </p:nvSpPr>
        <p:spPr>
          <a:xfrm>
            <a:off x="3411825" y="3864775"/>
            <a:ext cx="2321700" cy="1878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600"/>
              <a:buNone/>
              <a:defRPr sz="1600">
                <a:solidFill>
                  <a:schemeClr val="dk1"/>
                </a:solidFill>
              </a:defRPr>
            </a:lvl1pPr>
            <a:lvl2pPr lvl="1" algn="l">
              <a:lnSpc>
                <a:spcPct val="115000"/>
              </a:lnSpc>
              <a:spcBef>
                <a:spcPts val="0"/>
              </a:spcBef>
              <a:spcAft>
                <a:spcPts val="0"/>
              </a:spcAft>
              <a:buClr>
                <a:schemeClr val="dk1"/>
              </a:buClr>
              <a:buSzPts val="1000"/>
              <a:buNone/>
              <a:defRPr sz="1000">
                <a:solidFill>
                  <a:schemeClr val="dk1"/>
                </a:solidFill>
              </a:defRPr>
            </a:lvl2pPr>
            <a:lvl3pPr lvl="2" algn="l">
              <a:lnSpc>
                <a:spcPct val="115000"/>
              </a:lnSpc>
              <a:spcBef>
                <a:spcPts val="0"/>
              </a:spcBef>
              <a:spcAft>
                <a:spcPts val="0"/>
              </a:spcAft>
              <a:buClr>
                <a:schemeClr val="dk1"/>
              </a:buClr>
              <a:buSzPts val="1000"/>
              <a:buNone/>
              <a:defRPr sz="1000">
                <a:solidFill>
                  <a:schemeClr val="dk1"/>
                </a:solidFill>
              </a:defRPr>
            </a:lvl3pPr>
            <a:lvl4pPr lvl="3" algn="l">
              <a:lnSpc>
                <a:spcPct val="115000"/>
              </a:lnSpc>
              <a:spcBef>
                <a:spcPts val="0"/>
              </a:spcBef>
              <a:spcAft>
                <a:spcPts val="0"/>
              </a:spcAft>
              <a:buClr>
                <a:schemeClr val="dk1"/>
              </a:buClr>
              <a:buSzPts val="1000"/>
              <a:buNone/>
              <a:defRPr sz="1000">
                <a:solidFill>
                  <a:schemeClr val="dk1"/>
                </a:solidFill>
              </a:defRPr>
            </a:lvl4pPr>
            <a:lvl5pPr lvl="4" algn="l">
              <a:lnSpc>
                <a:spcPct val="115000"/>
              </a:lnSpc>
              <a:spcBef>
                <a:spcPts val="0"/>
              </a:spcBef>
              <a:spcAft>
                <a:spcPts val="0"/>
              </a:spcAft>
              <a:buClr>
                <a:schemeClr val="dk1"/>
              </a:buClr>
              <a:buSzPts val="1000"/>
              <a:buNone/>
              <a:defRPr sz="1000">
                <a:solidFill>
                  <a:schemeClr val="dk1"/>
                </a:solidFill>
              </a:defRPr>
            </a:lvl5pPr>
            <a:lvl6pPr lvl="5" algn="l">
              <a:lnSpc>
                <a:spcPct val="115000"/>
              </a:lnSpc>
              <a:spcBef>
                <a:spcPts val="0"/>
              </a:spcBef>
              <a:spcAft>
                <a:spcPts val="0"/>
              </a:spcAft>
              <a:buClr>
                <a:schemeClr val="dk1"/>
              </a:buClr>
              <a:buSzPts val="1000"/>
              <a:buNone/>
              <a:defRPr sz="1000">
                <a:solidFill>
                  <a:schemeClr val="dk1"/>
                </a:solidFill>
              </a:defRPr>
            </a:lvl6pPr>
            <a:lvl7pPr lvl="6" algn="l">
              <a:lnSpc>
                <a:spcPct val="115000"/>
              </a:lnSpc>
              <a:spcBef>
                <a:spcPts val="0"/>
              </a:spcBef>
              <a:spcAft>
                <a:spcPts val="0"/>
              </a:spcAft>
              <a:buClr>
                <a:schemeClr val="dk1"/>
              </a:buClr>
              <a:buSzPts val="1000"/>
              <a:buNone/>
              <a:defRPr sz="1000">
                <a:solidFill>
                  <a:schemeClr val="dk1"/>
                </a:solidFill>
              </a:defRPr>
            </a:lvl7pPr>
            <a:lvl8pPr lvl="7" algn="l">
              <a:lnSpc>
                <a:spcPct val="115000"/>
              </a:lnSpc>
              <a:spcBef>
                <a:spcPts val="0"/>
              </a:spcBef>
              <a:spcAft>
                <a:spcPts val="0"/>
              </a:spcAft>
              <a:buClr>
                <a:schemeClr val="dk1"/>
              </a:buClr>
              <a:buSzPts val="1000"/>
              <a:buNone/>
              <a:defRPr sz="1000">
                <a:solidFill>
                  <a:schemeClr val="dk1"/>
                </a:solidFill>
              </a:defRPr>
            </a:lvl8pPr>
            <a:lvl9pPr lvl="8" algn="l">
              <a:lnSpc>
                <a:spcPct val="115000"/>
              </a:lnSpc>
              <a:spcBef>
                <a:spcPts val="0"/>
              </a:spcBef>
              <a:spcAft>
                <a:spcPts val="0"/>
              </a:spcAft>
              <a:buClr>
                <a:schemeClr val="dk1"/>
              </a:buClr>
              <a:buSzPts val="1000"/>
              <a:buNone/>
              <a:defRPr sz="1000">
                <a:solidFill>
                  <a:schemeClr val="dk1"/>
                </a:solidFill>
              </a:defRPr>
            </a:lvl9pPr>
          </a:lstStyle>
          <a:p/>
        </p:txBody>
      </p:sp>
      <p:sp>
        <p:nvSpPr>
          <p:cNvPr id="30" name="Google Shape;30;p3"/>
          <p:cNvSpPr txBox="1"/>
          <p:nvPr>
            <p:ph idx="14" type="subTitle"/>
          </p:nvPr>
        </p:nvSpPr>
        <p:spPr>
          <a:xfrm>
            <a:off x="3410600" y="3575375"/>
            <a:ext cx="23217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31" name="Google Shape;31;p3"/>
          <p:cNvSpPr txBox="1"/>
          <p:nvPr>
            <p:ph idx="15" type="subTitle"/>
          </p:nvPr>
        </p:nvSpPr>
        <p:spPr>
          <a:xfrm>
            <a:off x="6460475" y="3864775"/>
            <a:ext cx="2321700" cy="1878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600"/>
              <a:buNone/>
              <a:defRPr sz="1600">
                <a:solidFill>
                  <a:schemeClr val="dk1"/>
                </a:solidFill>
              </a:defRPr>
            </a:lvl1pPr>
            <a:lvl2pPr lvl="1" algn="l">
              <a:lnSpc>
                <a:spcPct val="115000"/>
              </a:lnSpc>
              <a:spcBef>
                <a:spcPts val="0"/>
              </a:spcBef>
              <a:spcAft>
                <a:spcPts val="0"/>
              </a:spcAft>
              <a:buClr>
                <a:schemeClr val="dk1"/>
              </a:buClr>
              <a:buSzPts val="1000"/>
              <a:buNone/>
              <a:defRPr sz="1000">
                <a:solidFill>
                  <a:schemeClr val="dk1"/>
                </a:solidFill>
              </a:defRPr>
            </a:lvl2pPr>
            <a:lvl3pPr lvl="2" algn="l">
              <a:lnSpc>
                <a:spcPct val="115000"/>
              </a:lnSpc>
              <a:spcBef>
                <a:spcPts val="0"/>
              </a:spcBef>
              <a:spcAft>
                <a:spcPts val="0"/>
              </a:spcAft>
              <a:buClr>
                <a:schemeClr val="dk1"/>
              </a:buClr>
              <a:buSzPts val="1000"/>
              <a:buNone/>
              <a:defRPr sz="1000">
                <a:solidFill>
                  <a:schemeClr val="dk1"/>
                </a:solidFill>
              </a:defRPr>
            </a:lvl3pPr>
            <a:lvl4pPr lvl="3" algn="l">
              <a:lnSpc>
                <a:spcPct val="115000"/>
              </a:lnSpc>
              <a:spcBef>
                <a:spcPts val="0"/>
              </a:spcBef>
              <a:spcAft>
                <a:spcPts val="0"/>
              </a:spcAft>
              <a:buClr>
                <a:schemeClr val="dk1"/>
              </a:buClr>
              <a:buSzPts val="1000"/>
              <a:buNone/>
              <a:defRPr sz="1000">
                <a:solidFill>
                  <a:schemeClr val="dk1"/>
                </a:solidFill>
              </a:defRPr>
            </a:lvl4pPr>
            <a:lvl5pPr lvl="4" algn="l">
              <a:lnSpc>
                <a:spcPct val="115000"/>
              </a:lnSpc>
              <a:spcBef>
                <a:spcPts val="0"/>
              </a:spcBef>
              <a:spcAft>
                <a:spcPts val="0"/>
              </a:spcAft>
              <a:buClr>
                <a:schemeClr val="dk1"/>
              </a:buClr>
              <a:buSzPts val="1000"/>
              <a:buNone/>
              <a:defRPr sz="1000">
                <a:solidFill>
                  <a:schemeClr val="dk1"/>
                </a:solidFill>
              </a:defRPr>
            </a:lvl5pPr>
            <a:lvl6pPr lvl="5" algn="l">
              <a:lnSpc>
                <a:spcPct val="115000"/>
              </a:lnSpc>
              <a:spcBef>
                <a:spcPts val="0"/>
              </a:spcBef>
              <a:spcAft>
                <a:spcPts val="0"/>
              </a:spcAft>
              <a:buClr>
                <a:schemeClr val="dk1"/>
              </a:buClr>
              <a:buSzPts val="1000"/>
              <a:buNone/>
              <a:defRPr sz="1000">
                <a:solidFill>
                  <a:schemeClr val="dk1"/>
                </a:solidFill>
              </a:defRPr>
            </a:lvl6pPr>
            <a:lvl7pPr lvl="6" algn="l">
              <a:lnSpc>
                <a:spcPct val="115000"/>
              </a:lnSpc>
              <a:spcBef>
                <a:spcPts val="0"/>
              </a:spcBef>
              <a:spcAft>
                <a:spcPts val="0"/>
              </a:spcAft>
              <a:buClr>
                <a:schemeClr val="dk1"/>
              </a:buClr>
              <a:buSzPts val="1000"/>
              <a:buNone/>
              <a:defRPr sz="1000">
                <a:solidFill>
                  <a:schemeClr val="dk1"/>
                </a:solidFill>
              </a:defRPr>
            </a:lvl7pPr>
            <a:lvl8pPr lvl="7" algn="l">
              <a:lnSpc>
                <a:spcPct val="115000"/>
              </a:lnSpc>
              <a:spcBef>
                <a:spcPts val="0"/>
              </a:spcBef>
              <a:spcAft>
                <a:spcPts val="0"/>
              </a:spcAft>
              <a:buClr>
                <a:schemeClr val="dk1"/>
              </a:buClr>
              <a:buSzPts val="1000"/>
              <a:buNone/>
              <a:defRPr sz="1000">
                <a:solidFill>
                  <a:schemeClr val="dk1"/>
                </a:solidFill>
              </a:defRPr>
            </a:lvl8pPr>
            <a:lvl9pPr lvl="8" algn="l">
              <a:lnSpc>
                <a:spcPct val="115000"/>
              </a:lnSpc>
              <a:spcBef>
                <a:spcPts val="0"/>
              </a:spcBef>
              <a:spcAft>
                <a:spcPts val="0"/>
              </a:spcAft>
              <a:buClr>
                <a:schemeClr val="dk1"/>
              </a:buClr>
              <a:buSzPts val="1000"/>
              <a:buNone/>
              <a:defRPr sz="1000">
                <a:solidFill>
                  <a:schemeClr val="dk1"/>
                </a:solidFill>
              </a:defRPr>
            </a:lvl9pPr>
          </a:lstStyle>
          <a:p/>
        </p:txBody>
      </p:sp>
      <p:sp>
        <p:nvSpPr>
          <p:cNvPr id="32" name="Google Shape;32;p3"/>
          <p:cNvSpPr txBox="1"/>
          <p:nvPr>
            <p:ph idx="16" type="subTitle"/>
          </p:nvPr>
        </p:nvSpPr>
        <p:spPr>
          <a:xfrm>
            <a:off x="6459250" y="3575375"/>
            <a:ext cx="23217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p:cSld name="BLANK_1_1_1_1_1_1_1_1_1_1_1">
    <p:bg>
      <p:bgPr>
        <a:solidFill>
          <a:schemeClr val="lt1"/>
        </a:solidFill>
      </p:bgPr>
    </p:bg>
    <p:spTree>
      <p:nvGrpSpPr>
        <p:cNvPr id="33" name="Shape 33"/>
        <p:cNvGrpSpPr/>
        <p:nvPr/>
      </p:nvGrpSpPr>
      <p:grpSpPr>
        <a:xfrm>
          <a:off x="0" y="0"/>
          <a:ext cx="0" cy="0"/>
          <a:chOff x="0" y="0"/>
          <a:chExt cx="0" cy="0"/>
        </a:xfrm>
      </p:grpSpPr>
      <p:sp>
        <p:nvSpPr>
          <p:cNvPr id="34" name="Google Shape;34;p4"/>
          <p:cNvSpPr txBox="1"/>
          <p:nvPr>
            <p:ph idx="1" type="subTitle"/>
          </p:nvPr>
        </p:nvSpPr>
        <p:spPr>
          <a:xfrm>
            <a:off x="361975" y="2841984"/>
            <a:ext cx="3154800" cy="21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800"/>
              <a:buNone/>
              <a:defRPr sz="1800">
                <a:solidFill>
                  <a:schemeClr val="dk1"/>
                </a:solidFill>
              </a:defRPr>
            </a:lvl1pPr>
            <a:lvl2pPr lvl="1" algn="l">
              <a:lnSpc>
                <a:spcPct val="115000"/>
              </a:lnSpc>
              <a:spcBef>
                <a:spcPts val="0"/>
              </a:spcBef>
              <a:spcAft>
                <a:spcPts val="0"/>
              </a:spcAft>
              <a:buClr>
                <a:schemeClr val="dk1"/>
              </a:buClr>
              <a:buSzPts val="1800"/>
              <a:buNone/>
              <a:defRPr sz="1800">
                <a:solidFill>
                  <a:schemeClr val="dk1"/>
                </a:solidFill>
              </a:defRPr>
            </a:lvl2pPr>
            <a:lvl3pPr lvl="2" algn="l">
              <a:lnSpc>
                <a:spcPct val="115000"/>
              </a:lnSpc>
              <a:spcBef>
                <a:spcPts val="0"/>
              </a:spcBef>
              <a:spcAft>
                <a:spcPts val="0"/>
              </a:spcAft>
              <a:buClr>
                <a:schemeClr val="dk1"/>
              </a:buClr>
              <a:buSzPts val="1800"/>
              <a:buNone/>
              <a:defRPr sz="1800">
                <a:solidFill>
                  <a:schemeClr val="dk1"/>
                </a:solidFill>
              </a:defRPr>
            </a:lvl3pPr>
            <a:lvl4pPr lvl="3" algn="l">
              <a:lnSpc>
                <a:spcPct val="115000"/>
              </a:lnSpc>
              <a:spcBef>
                <a:spcPts val="0"/>
              </a:spcBef>
              <a:spcAft>
                <a:spcPts val="0"/>
              </a:spcAft>
              <a:buClr>
                <a:schemeClr val="dk1"/>
              </a:buClr>
              <a:buSzPts val="1800"/>
              <a:buNone/>
              <a:defRPr sz="1800">
                <a:solidFill>
                  <a:schemeClr val="dk1"/>
                </a:solidFill>
              </a:defRPr>
            </a:lvl4pPr>
            <a:lvl5pPr lvl="4" algn="l">
              <a:lnSpc>
                <a:spcPct val="115000"/>
              </a:lnSpc>
              <a:spcBef>
                <a:spcPts val="0"/>
              </a:spcBef>
              <a:spcAft>
                <a:spcPts val="0"/>
              </a:spcAft>
              <a:buClr>
                <a:schemeClr val="dk1"/>
              </a:buClr>
              <a:buSzPts val="1800"/>
              <a:buNone/>
              <a:defRPr sz="1800">
                <a:solidFill>
                  <a:schemeClr val="dk1"/>
                </a:solidFill>
              </a:defRPr>
            </a:lvl5pPr>
            <a:lvl6pPr lvl="5" algn="l">
              <a:lnSpc>
                <a:spcPct val="115000"/>
              </a:lnSpc>
              <a:spcBef>
                <a:spcPts val="0"/>
              </a:spcBef>
              <a:spcAft>
                <a:spcPts val="0"/>
              </a:spcAft>
              <a:buClr>
                <a:schemeClr val="dk1"/>
              </a:buClr>
              <a:buSzPts val="1800"/>
              <a:buNone/>
              <a:defRPr sz="1800">
                <a:solidFill>
                  <a:schemeClr val="dk1"/>
                </a:solidFill>
              </a:defRPr>
            </a:lvl6pPr>
            <a:lvl7pPr lvl="6" algn="l">
              <a:lnSpc>
                <a:spcPct val="115000"/>
              </a:lnSpc>
              <a:spcBef>
                <a:spcPts val="0"/>
              </a:spcBef>
              <a:spcAft>
                <a:spcPts val="0"/>
              </a:spcAft>
              <a:buClr>
                <a:schemeClr val="dk1"/>
              </a:buClr>
              <a:buSzPts val="1800"/>
              <a:buNone/>
              <a:defRPr sz="1800">
                <a:solidFill>
                  <a:schemeClr val="dk1"/>
                </a:solidFill>
              </a:defRPr>
            </a:lvl7pPr>
            <a:lvl8pPr lvl="7" algn="l">
              <a:lnSpc>
                <a:spcPct val="115000"/>
              </a:lnSpc>
              <a:spcBef>
                <a:spcPts val="0"/>
              </a:spcBef>
              <a:spcAft>
                <a:spcPts val="0"/>
              </a:spcAft>
              <a:buClr>
                <a:schemeClr val="dk1"/>
              </a:buClr>
              <a:buSzPts val="1800"/>
              <a:buNone/>
              <a:defRPr sz="1800">
                <a:solidFill>
                  <a:schemeClr val="dk1"/>
                </a:solidFill>
              </a:defRPr>
            </a:lvl8pPr>
            <a:lvl9pPr lvl="8" algn="l">
              <a:lnSpc>
                <a:spcPct val="115000"/>
              </a:lnSpc>
              <a:spcBef>
                <a:spcPts val="0"/>
              </a:spcBef>
              <a:spcAft>
                <a:spcPts val="0"/>
              </a:spcAft>
              <a:buClr>
                <a:schemeClr val="dk1"/>
              </a:buClr>
              <a:buSzPts val="1800"/>
              <a:buNone/>
              <a:defRPr sz="1800">
                <a:solidFill>
                  <a:schemeClr val="dk1"/>
                </a:solidFill>
              </a:defRPr>
            </a:lvl9pPr>
          </a:lstStyle>
          <a:p/>
        </p:txBody>
      </p:sp>
      <p:sp>
        <p:nvSpPr>
          <p:cNvPr id="35" name="Google Shape;35;p4"/>
          <p:cNvSpPr txBox="1"/>
          <p:nvPr>
            <p:ph type="title"/>
          </p:nvPr>
        </p:nvSpPr>
        <p:spPr>
          <a:xfrm>
            <a:off x="361975" y="962100"/>
            <a:ext cx="41631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3600">
                <a:solidFill>
                  <a:schemeClr val="dk1"/>
                </a:solidFill>
              </a:defRPr>
            </a:lvl1pPr>
            <a:lvl2pPr lvl="1" algn="l">
              <a:lnSpc>
                <a:spcPct val="90000"/>
              </a:lnSpc>
              <a:spcBef>
                <a:spcPts val="0"/>
              </a:spcBef>
              <a:spcAft>
                <a:spcPts val="0"/>
              </a:spcAft>
              <a:buSzPts val="1400"/>
              <a:buNone/>
              <a:defRPr sz="3600">
                <a:solidFill>
                  <a:schemeClr val="dk1"/>
                </a:solidFill>
              </a:defRPr>
            </a:lvl2pPr>
            <a:lvl3pPr lvl="2" algn="l">
              <a:lnSpc>
                <a:spcPct val="90000"/>
              </a:lnSpc>
              <a:spcBef>
                <a:spcPts val="0"/>
              </a:spcBef>
              <a:spcAft>
                <a:spcPts val="0"/>
              </a:spcAft>
              <a:buSzPts val="1400"/>
              <a:buNone/>
              <a:defRPr sz="3600">
                <a:solidFill>
                  <a:schemeClr val="dk1"/>
                </a:solidFill>
              </a:defRPr>
            </a:lvl3pPr>
            <a:lvl4pPr lvl="3" algn="l">
              <a:lnSpc>
                <a:spcPct val="90000"/>
              </a:lnSpc>
              <a:spcBef>
                <a:spcPts val="0"/>
              </a:spcBef>
              <a:spcAft>
                <a:spcPts val="0"/>
              </a:spcAft>
              <a:buSzPts val="1400"/>
              <a:buNone/>
              <a:defRPr sz="3600">
                <a:solidFill>
                  <a:schemeClr val="dk1"/>
                </a:solidFill>
              </a:defRPr>
            </a:lvl4pPr>
            <a:lvl5pPr lvl="4" algn="l">
              <a:lnSpc>
                <a:spcPct val="90000"/>
              </a:lnSpc>
              <a:spcBef>
                <a:spcPts val="0"/>
              </a:spcBef>
              <a:spcAft>
                <a:spcPts val="0"/>
              </a:spcAft>
              <a:buSzPts val="1400"/>
              <a:buNone/>
              <a:defRPr sz="3600">
                <a:solidFill>
                  <a:schemeClr val="dk1"/>
                </a:solidFill>
              </a:defRPr>
            </a:lvl5pPr>
            <a:lvl6pPr lvl="5" algn="l">
              <a:lnSpc>
                <a:spcPct val="90000"/>
              </a:lnSpc>
              <a:spcBef>
                <a:spcPts val="0"/>
              </a:spcBef>
              <a:spcAft>
                <a:spcPts val="0"/>
              </a:spcAft>
              <a:buSzPts val="1400"/>
              <a:buNone/>
              <a:defRPr sz="3600">
                <a:solidFill>
                  <a:schemeClr val="dk1"/>
                </a:solidFill>
              </a:defRPr>
            </a:lvl6pPr>
            <a:lvl7pPr lvl="6" algn="l">
              <a:lnSpc>
                <a:spcPct val="90000"/>
              </a:lnSpc>
              <a:spcBef>
                <a:spcPts val="0"/>
              </a:spcBef>
              <a:spcAft>
                <a:spcPts val="0"/>
              </a:spcAft>
              <a:buSzPts val="1400"/>
              <a:buNone/>
              <a:defRPr sz="3600">
                <a:solidFill>
                  <a:schemeClr val="dk1"/>
                </a:solidFill>
              </a:defRPr>
            </a:lvl7pPr>
            <a:lvl8pPr lvl="7" algn="l">
              <a:lnSpc>
                <a:spcPct val="90000"/>
              </a:lnSpc>
              <a:spcBef>
                <a:spcPts val="0"/>
              </a:spcBef>
              <a:spcAft>
                <a:spcPts val="0"/>
              </a:spcAft>
              <a:buSzPts val="1400"/>
              <a:buNone/>
              <a:defRPr sz="3600">
                <a:solidFill>
                  <a:schemeClr val="dk1"/>
                </a:solidFill>
              </a:defRPr>
            </a:lvl8pPr>
            <a:lvl9pPr lvl="8" algn="l">
              <a:lnSpc>
                <a:spcPct val="90000"/>
              </a:lnSpc>
              <a:spcBef>
                <a:spcPts val="0"/>
              </a:spcBef>
              <a:spcAft>
                <a:spcPts val="0"/>
              </a:spcAft>
              <a:buSzPts val="1400"/>
              <a:buNone/>
              <a:defRPr sz="3600">
                <a:solidFill>
                  <a:schemeClr val="dk1"/>
                </a:solidFill>
              </a:defRPr>
            </a:lvl9pPr>
          </a:lstStyle>
          <a:p/>
        </p:txBody>
      </p:sp>
      <p:sp>
        <p:nvSpPr>
          <p:cNvPr id="36" name="Google Shape;36;p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4"/>
          <p:cNvSpPr txBox="1"/>
          <p:nvPr>
            <p:ph idx="2"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38" name="Google Shape;38;p4"/>
          <p:cNvSpPr txBox="1"/>
          <p:nvPr>
            <p:ph idx="3" type="subTitle"/>
          </p:nvPr>
        </p:nvSpPr>
        <p:spPr>
          <a:xfrm>
            <a:off x="4909675" y="2841984"/>
            <a:ext cx="3154800" cy="21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800"/>
              <a:buNone/>
              <a:defRPr sz="1800">
                <a:solidFill>
                  <a:schemeClr val="dk1"/>
                </a:solidFill>
              </a:defRPr>
            </a:lvl1pPr>
            <a:lvl2pPr lvl="1" algn="l">
              <a:lnSpc>
                <a:spcPct val="115000"/>
              </a:lnSpc>
              <a:spcBef>
                <a:spcPts val="0"/>
              </a:spcBef>
              <a:spcAft>
                <a:spcPts val="0"/>
              </a:spcAft>
              <a:buClr>
                <a:schemeClr val="dk1"/>
              </a:buClr>
              <a:buSzPts val="1800"/>
              <a:buNone/>
              <a:defRPr sz="1800">
                <a:solidFill>
                  <a:schemeClr val="dk1"/>
                </a:solidFill>
              </a:defRPr>
            </a:lvl2pPr>
            <a:lvl3pPr lvl="2" algn="l">
              <a:lnSpc>
                <a:spcPct val="115000"/>
              </a:lnSpc>
              <a:spcBef>
                <a:spcPts val="0"/>
              </a:spcBef>
              <a:spcAft>
                <a:spcPts val="0"/>
              </a:spcAft>
              <a:buClr>
                <a:schemeClr val="dk1"/>
              </a:buClr>
              <a:buSzPts val="1800"/>
              <a:buNone/>
              <a:defRPr sz="1800">
                <a:solidFill>
                  <a:schemeClr val="dk1"/>
                </a:solidFill>
              </a:defRPr>
            </a:lvl3pPr>
            <a:lvl4pPr lvl="3" algn="l">
              <a:lnSpc>
                <a:spcPct val="115000"/>
              </a:lnSpc>
              <a:spcBef>
                <a:spcPts val="0"/>
              </a:spcBef>
              <a:spcAft>
                <a:spcPts val="0"/>
              </a:spcAft>
              <a:buClr>
                <a:schemeClr val="dk1"/>
              </a:buClr>
              <a:buSzPts val="1800"/>
              <a:buNone/>
              <a:defRPr sz="1800">
                <a:solidFill>
                  <a:schemeClr val="dk1"/>
                </a:solidFill>
              </a:defRPr>
            </a:lvl4pPr>
            <a:lvl5pPr lvl="4" algn="l">
              <a:lnSpc>
                <a:spcPct val="115000"/>
              </a:lnSpc>
              <a:spcBef>
                <a:spcPts val="0"/>
              </a:spcBef>
              <a:spcAft>
                <a:spcPts val="0"/>
              </a:spcAft>
              <a:buClr>
                <a:schemeClr val="dk1"/>
              </a:buClr>
              <a:buSzPts val="1800"/>
              <a:buNone/>
              <a:defRPr sz="1800">
                <a:solidFill>
                  <a:schemeClr val="dk1"/>
                </a:solidFill>
              </a:defRPr>
            </a:lvl5pPr>
            <a:lvl6pPr lvl="5" algn="l">
              <a:lnSpc>
                <a:spcPct val="115000"/>
              </a:lnSpc>
              <a:spcBef>
                <a:spcPts val="0"/>
              </a:spcBef>
              <a:spcAft>
                <a:spcPts val="0"/>
              </a:spcAft>
              <a:buClr>
                <a:schemeClr val="dk1"/>
              </a:buClr>
              <a:buSzPts val="1800"/>
              <a:buNone/>
              <a:defRPr sz="1800">
                <a:solidFill>
                  <a:schemeClr val="dk1"/>
                </a:solidFill>
              </a:defRPr>
            </a:lvl6pPr>
            <a:lvl7pPr lvl="6" algn="l">
              <a:lnSpc>
                <a:spcPct val="115000"/>
              </a:lnSpc>
              <a:spcBef>
                <a:spcPts val="0"/>
              </a:spcBef>
              <a:spcAft>
                <a:spcPts val="0"/>
              </a:spcAft>
              <a:buClr>
                <a:schemeClr val="dk1"/>
              </a:buClr>
              <a:buSzPts val="1800"/>
              <a:buNone/>
              <a:defRPr sz="1800">
                <a:solidFill>
                  <a:schemeClr val="dk1"/>
                </a:solidFill>
              </a:defRPr>
            </a:lvl7pPr>
            <a:lvl8pPr lvl="7" algn="l">
              <a:lnSpc>
                <a:spcPct val="115000"/>
              </a:lnSpc>
              <a:spcBef>
                <a:spcPts val="0"/>
              </a:spcBef>
              <a:spcAft>
                <a:spcPts val="0"/>
              </a:spcAft>
              <a:buClr>
                <a:schemeClr val="dk1"/>
              </a:buClr>
              <a:buSzPts val="1800"/>
              <a:buNone/>
              <a:defRPr sz="1800">
                <a:solidFill>
                  <a:schemeClr val="dk1"/>
                </a:solidFill>
              </a:defRPr>
            </a:lvl8pPr>
            <a:lvl9pPr lvl="8" algn="l">
              <a:lnSpc>
                <a:spcPct val="115000"/>
              </a:lnSpc>
              <a:spcBef>
                <a:spcPts val="0"/>
              </a:spcBef>
              <a:spcAft>
                <a:spcPts val="0"/>
              </a:spcAft>
              <a:buClr>
                <a:schemeClr val="dk1"/>
              </a:buClr>
              <a:buSzPts val="1800"/>
              <a:buNone/>
              <a:defRPr sz="1800">
                <a:solidFill>
                  <a:schemeClr val="dk1"/>
                </a:solidFill>
              </a:defRPr>
            </a:lvl9pPr>
          </a:lstStyle>
          <a:p/>
        </p:txBody>
      </p:sp>
      <p:sp>
        <p:nvSpPr>
          <p:cNvPr id="39" name="Google Shape;39;p4"/>
          <p:cNvSpPr txBox="1"/>
          <p:nvPr>
            <p:ph idx="4" type="subTitle"/>
          </p:nvPr>
        </p:nvSpPr>
        <p:spPr>
          <a:xfrm>
            <a:off x="361975" y="3493626"/>
            <a:ext cx="3154800" cy="21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800"/>
              <a:buNone/>
              <a:defRPr sz="1800">
                <a:solidFill>
                  <a:schemeClr val="dk1"/>
                </a:solidFill>
              </a:defRPr>
            </a:lvl1pPr>
            <a:lvl2pPr lvl="1" algn="l">
              <a:lnSpc>
                <a:spcPct val="115000"/>
              </a:lnSpc>
              <a:spcBef>
                <a:spcPts val="0"/>
              </a:spcBef>
              <a:spcAft>
                <a:spcPts val="0"/>
              </a:spcAft>
              <a:buClr>
                <a:schemeClr val="dk1"/>
              </a:buClr>
              <a:buSzPts val="1800"/>
              <a:buNone/>
              <a:defRPr sz="1800">
                <a:solidFill>
                  <a:schemeClr val="dk1"/>
                </a:solidFill>
              </a:defRPr>
            </a:lvl2pPr>
            <a:lvl3pPr lvl="2" algn="l">
              <a:lnSpc>
                <a:spcPct val="115000"/>
              </a:lnSpc>
              <a:spcBef>
                <a:spcPts val="0"/>
              </a:spcBef>
              <a:spcAft>
                <a:spcPts val="0"/>
              </a:spcAft>
              <a:buClr>
                <a:schemeClr val="dk1"/>
              </a:buClr>
              <a:buSzPts val="1800"/>
              <a:buNone/>
              <a:defRPr sz="1800">
                <a:solidFill>
                  <a:schemeClr val="dk1"/>
                </a:solidFill>
              </a:defRPr>
            </a:lvl3pPr>
            <a:lvl4pPr lvl="3" algn="l">
              <a:lnSpc>
                <a:spcPct val="115000"/>
              </a:lnSpc>
              <a:spcBef>
                <a:spcPts val="0"/>
              </a:spcBef>
              <a:spcAft>
                <a:spcPts val="0"/>
              </a:spcAft>
              <a:buClr>
                <a:schemeClr val="dk1"/>
              </a:buClr>
              <a:buSzPts val="1800"/>
              <a:buNone/>
              <a:defRPr sz="1800">
                <a:solidFill>
                  <a:schemeClr val="dk1"/>
                </a:solidFill>
              </a:defRPr>
            </a:lvl4pPr>
            <a:lvl5pPr lvl="4" algn="l">
              <a:lnSpc>
                <a:spcPct val="115000"/>
              </a:lnSpc>
              <a:spcBef>
                <a:spcPts val="0"/>
              </a:spcBef>
              <a:spcAft>
                <a:spcPts val="0"/>
              </a:spcAft>
              <a:buClr>
                <a:schemeClr val="dk1"/>
              </a:buClr>
              <a:buSzPts val="1800"/>
              <a:buNone/>
              <a:defRPr sz="1800">
                <a:solidFill>
                  <a:schemeClr val="dk1"/>
                </a:solidFill>
              </a:defRPr>
            </a:lvl5pPr>
            <a:lvl6pPr lvl="5" algn="l">
              <a:lnSpc>
                <a:spcPct val="115000"/>
              </a:lnSpc>
              <a:spcBef>
                <a:spcPts val="0"/>
              </a:spcBef>
              <a:spcAft>
                <a:spcPts val="0"/>
              </a:spcAft>
              <a:buClr>
                <a:schemeClr val="dk1"/>
              </a:buClr>
              <a:buSzPts val="1800"/>
              <a:buNone/>
              <a:defRPr sz="1800">
                <a:solidFill>
                  <a:schemeClr val="dk1"/>
                </a:solidFill>
              </a:defRPr>
            </a:lvl6pPr>
            <a:lvl7pPr lvl="6" algn="l">
              <a:lnSpc>
                <a:spcPct val="115000"/>
              </a:lnSpc>
              <a:spcBef>
                <a:spcPts val="0"/>
              </a:spcBef>
              <a:spcAft>
                <a:spcPts val="0"/>
              </a:spcAft>
              <a:buClr>
                <a:schemeClr val="dk1"/>
              </a:buClr>
              <a:buSzPts val="1800"/>
              <a:buNone/>
              <a:defRPr sz="1800">
                <a:solidFill>
                  <a:schemeClr val="dk1"/>
                </a:solidFill>
              </a:defRPr>
            </a:lvl7pPr>
            <a:lvl8pPr lvl="7" algn="l">
              <a:lnSpc>
                <a:spcPct val="115000"/>
              </a:lnSpc>
              <a:spcBef>
                <a:spcPts val="0"/>
              </a:spcBef>
              <a:spcAft>
                <a:spcPts val="0"/>
              </a:spcAft>
              <a:buClr>
                <a:schemeClr val="dk1"/>
              </a:buClr>
              <a:buSzPts val="1800"/>
              <a:buNone/>
              <a:defRPr sz="1800">
                <a:solidFill>
                  <a:schemeClr val="dk1"/>
                </a:solidFill>
              </a:defRPr>
            </a:lvl8pPr>
            <a:lvl9pPr lvl="8" algn="l">
              <a:lnSpc>
                <a:spcPct val="115000"/>
              </a:lnSpc>
              <a:spcBef>
                <a:spcPts val="0"/>
              </a:spcBef>
              <a:spcAft>
                <a:spcPts val="0"/>
              </a:spcAft>
              <a:buClr>
                <a:schemeClr val="dk1"/>
              </a:buClr>
              <a:buSzPts val="1800"/>
              <a:buNone/>
              <a:defRPr sz="1800">
                <a:solidFill>
                  <a:schemeClr val="dk1"/>
                </a:solidFill>
              </a:defRPr>
            </a:lvl9pPr>
          </a:lstStyle>
          <a:p/>
        </p:txBody>
      </p:sp>
      <p:sp>
        <p:nvSpPr>
          <p:cNvPr id="40" name="Google Shape;40;p4"/>
          <p:cNvSpPr txBox="1"/>
          <p:nvPr>
            <p:ph idx="5" type="subTitle"/>
          </p:nvPr>
        </p:nvSpPr>
        <p:spPr>
          <a:xfrm>
            <a:off x="4909675" y="3493626"/>
            <a:ext cx="3154800" cy="21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800"/>
              <a:buNone/>
              <a:defRPr sz="1800">
                <a:solidFill>
                  <a:schemeClr val="dk1"/>
                </a:solidFill>
              </a:defRPr>
            </a:lvl1pPr>
            <a:lvl2pPr lvl="1" algn="l">
              <a:lnSpc>
                <a:spcPct val="115000"/>
              </a:lnSpc>
              <a:spcBef>
                <a:spcPts val="0"/>
              </a:spcBef>
              <a:spcAft>
                <a:spcPts val="0"/>
              </a:spcAft>
              <a:buClr>
                <a:schemeClr val="dk1"/>
              </a:buClr>
              <a:buSzPts val="1800"/>
              <a:buNone/>
              <a:defRPr sz="1800">
                <a:solidFill>
                  <a:schemeClr val="dk1"/>
                </a:solidFill>
              </a:defRPr>
            </a:lvl2pPr>
            <a:lvl3pPr lvl="2" algn="l">
              <a:lnSpc>
                <a:spcPct val="115000"/>
              </a:lnSpc>
              <a:spcBef>
                <a:spcPts val="0"/>
              </a:spcBef>
              <a:spcAft>
                <a:spcPts val="0"/>
              </a:spcAft>
              <a:buClr>
                <a:schemeClr val="dk1"/>
              </a:buClr>
              <a:buSzPts val="1800"/>
              <a:buNone/>
              <a:defRPr sz="1800">
                <a:solidFill>
                  <a:schemeClr val="dk1"/>
                </a:solidFill>
              </a:defRPr>
            </a:lvl3pPr>
            <a:lvl4pPr lvl="3" algn="l">
              <a:lnSpc>
                <a:spcPct val="115000"/>
              </a:lnSpc>
              <a:spcBef>
                <a:spcPts val="0"/>
              </a:spcBef>
              <a:spcAft>
                <a:spcPts val="0"/>
              </a:spcAft>
              <a:buClr>
                <a:schemeClr val="dk1"/>
              </a:buClr>
              <a:buSzPts val="1800"/>
              <a:buNone/>
              <a:defRPr sz="1800">
                <a:solidFill>
                  <a:schemeClr val="dk1"/>
                </a:solidFill>
              </a:defRPr>
            </a:lvl4pPr>
            <a:lvl5pPr lvl="4" algn="l">
              <a:lnSpc>
                <a:spcPct val="115000"/>
              </a:lnSpc>
              <a:spcBef>
                <a:spcPts val="0"/>
              </a:spcBef>
              <a:spcAft>
                <a:spcPts val="0"/>
              </a:spcAft>
              <a:buClr>
                <a:schemeClr val="dk1"/>
              </a:buClr>
              <a:buSzPts val="1800"/>
              <a:buNone/>
              <a:defRPr sz="1800">
                <a:solidFill>
                  <a:schemeClr val="dk1"/>
                </a:solidFill>
              </a:defRPr>
            </a:lvl5pPr>
            <a:lvl6pPr lvl="5" algn="l">
              <a:lnSpc>
                <a:spcPct val="115000"/>
              </a:lnSpc>
              <a:spcBef>
                <a:spcPts val="0"/>
              </a:spcBef>
              <a:spcAft>
                <a:spcPts val="0"/>
              </a:spcAft>
              <a:buClr>
                <a:schemeClr val="dk1"/>
              </a:buClr>
              <a:buSzPts val="1800"/>
              <a:buNone/>
              <a:defRPr sz="1800">
                <a:solidFill>
                  <a:schemeClr val="dk1"/>
                </a:solidFill>
              </a:defRPr>
            </a:lvl6pPr>
            <a:lvl7pPr lvl="6" algn="l">
              <a:lnSpc>
                <a:spcPct val="115000"/>
              </a:lnSpc>
              <a:spcBef>
                <a:spcPts val="0"/>
              </a:spcBef>
              <a:spcAft>
                <a:spcPts val="0"/>
              </a:spcAft>
              <a:buClr>
                <a:schemeClr val="dk1"/>
              </a:buClr>
              <a:buSzPts val="1800"/>
              <a:buNone/>
              <a:defRPr sz="1800">
                <a:solidFill>
                  <a:schemeClr val="dk1"/>
                </a:solidFill>
              </a:defRPr>
            </a:lvl7pPr>
            <a:lvl8pPr lvl="7" algn="l">
              <a:lnSpc>
                <a:spcPct val="115000"/>
              </a:lnSpc>
              <a:spcBef>
                <a:spcPts val="0"/>
              </a:spcBef>
              <a:spcAft>
                <a:spcPts val="0"/>
              </a:spcAft>
              <a:buClr>
                <a:schemeClr val="dk1"/>
              </a:buClr>
              <a:buSzPts val="1800"/>
              <a:buNone/>
              <a:defRPr sz="1800">
                <a:solidFill>
                  <a:schemeClr val="dk1"/>
                </a:solidFill>
              </a:defRPr>
            </a:lvl8pPr>
            <a:lvl9pPr lvl="8" algn="l">
              <a:lnSpc>
                <a:spcPct val="115000"/>
              </a:lnSpc>
              <a:spcBef>
                <a:spcPts val="0"/>
              </a:spcBef>
              <a:spcAft>
                <a:spcPts val="0"/>
              </a:spcAft>
              <a:buClr>
                <a:schemeClr val="dk1"/>
              </a:buClr>
              <a:buSzPts val="1800"/>
              <a:buNone/>
              <a:defRPr sz="1800">
                <a:solidFill>
                  <a:schemeClr val="dk1"/>
                </a:solidFill>
              </a:defRPr>
            </a:lvl9pPr>
          </a:lstStyle>
          <a:p/>
        </p:txBody>
      </p:sp>
      <p:sp>
        <p:nvSpPr>
          <p:cNvPr id="41" name="Google Shape;41;p4"/>
          <p:cNvSpPr txBox="1"/>
          <p:nvPr>
            <p:ph idx="6" type="subTitle"/>
          </p:nvPr>
        </p:nvSpPr>
        <p:spPr>
          <a:xfrm>
            <a:off x="361975" y="4145267"/>
            <a:ext cx="3154800" cy="21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800"/>
              <a:buNone/>
              <a:defRPr sz="1800">
                <a:solidFill>
                  <a:schemeClr val="dk1"/>
                </a:solidFill>
              </a:defRPr>
            </a:lvl1pPr>
            <a:lvl2pPr lvl="1" algn="l">
              <a:lnSpc>
                <a:spcPct val="115000"/>
              </a:lnSpc>
              <a:spcBef>
                <a:spcPts val="0"/>
              </a:spcBef>
              <a:spcAft>
                <a:spcPts val="0"/>
              </a:spcAft>
              <a:buClr>
                <a:schemeClr val="dk1"/>
              </a:buClr>
              <a:buSzPts val="1800"/>
              <a:buNone/>
              <a:defRPr sz="1800">
                <a:solidFill>
                  <a:schemeClr val="dk1"/>
                </a:solidFill>
              </a:defRPr>
            </a:lvl2pPr>
            <a:lvl3pPr lvl="2" algn="l">
              <a:lnSpc>
                <a:spcPct val="115000"/>
              </a:lnSpc>
              <a:spcBef>
                <a:spcPts val="0"/>
              </a:spcBef>
              <a:spcAft>
                <a:spcPts val="0"/>
              </a:spcAft>
              <a:buClr>
                <a:schemeClr val="dk1"/>
              </a:buClr>
              <a:buSzPts val="1800"/>
              <a:buNone/>
              <a:defRPr sz="1800">
                <a:solidFill>
                  <a:schemeClr val="dk1"/>
                </a:solidFill>
              </a:defRPr>
            </a:lvl3pPr>
            <a:lvl4pPr lvl="3" algn="l">
              <a:lnSpc>
                <a:spcPct val="115000"/>
              </a:lnSpc>
              <a:spcBef>
                <a:spcPts val="0"/>
              </a:spcBef>
              <a:spcAft>
                <a:spcPts val="0"/>
              </a:spcAft>
              <a:buClr>
                <a:schemeClr val="dk1"/>
              </a:buClr>
              <a:buSzPts val="1800"/>
              <a:buNone/>
              <a:defRPr sz="1800">
                <a:solidFill>
                  <a:schemeClr val="dk1"/>
                </a:solidFill>
              </a:defRPr>
            </a:lvl4pPr>
            <a:lvl5pPr lvl="4" algn="l">
              <a:lnSpc>
                <a:spcPct val="115000"/>
              </a:lnSpc>
              <a:spcBef>
                <a:spcPts val="0"/>
              </a:spcBef>
              <a:spcAft>
                <a:spcPts val="0"/>
              </a:spcAft>
              <a:buClr>
                <a:schemeClr val="dk1"/>
              </a:buClr>
              <a:buSzPts val="1800"/>
              <a:buNone/>
              <a:defRPr sz="1800">
                <a:solidFill>
                  <a:schemeClr val="dk1"/>
                </a:solidFill>
              </a:defRPr>
            </a:lvl5pPr>
            <a:lvl6pPr lvl="5" algn="l">
              <a:lnSpc>
                <a:spcPct val="115000"/>
              </a:lnSpc>
              <a:spcBef>
                <a:spcPts val="0"/>
              </a:spcBef>
              <a:spcAft>
                <a:spcPts val="0"/>
              </a:spcAft>
              <a:buClr>
                <a:schemeClr val="dk1"/>
              </a:buClr>
              <a:buSzPts val="1800"/>
              <a:buNone/>
              <a:defRPr sz="1800">
                <a:solidFill>
                  <a:schemeClr val="dk1"/>
                </a:solidFill>
              </a:defRPr>
            </a:lvl6pPr>
            <a:lvl7pPr lvl="6" algn="l">
              <a:lnSpc>
                <a:spcPct val="115000"/>
              </a:lnSpc>
              <a:spcBef>
                <a:spcPts val="0"/>
              </a:spcBef>
              <a:spcAft>
                <a:spcPts val="0"/>
              </a:spcAft>
              <a:buClr>
                <a:schemeClr val="dk1"/>
              </a:buClr>
              <a:buSzPts val="1800"/>
              <a:buNone/>
              <a:defRPr sz="1800">
                <a:solidFill>
                  <a:schemeClr val="dk1"/>
                </a:solidFill>
              </a:defRPr>
            </a:lvl7pPr>
            <a:lvl8pPr lvl="7" algn="l">
              <a:lnSpc>
                <a:spcPct val="115000"/>
              </a:lnSpc>
              <a:spcBef>
                <a:spcPts val="0"/>
              </a:spcBef>
              <a:spcAft>
                <a:spcPts val="0"/>
              </a:spcAft>
              <a:buClr>
                <a:schemeClr val="dk1"/>
              </a:buClr>
              <a:buSzPts val="1800"/>
              <a:buNone/>
              <a:defRPr sz="1800">
                <a:solidFill>
                  <a:schemeClr val="dk1"/>
                </a:solidFill>
              </a:defRPr>
            </a:lvl8pPr>
            <a:lvl9pPr lvl="8" algn="l">
              <a:lnSpc>
                <a:spcPct val="115000"/>
              </a:lnSpc>
              <a:spcBef>
                <a:spcPts val="0"/>
              </a:spcBef>
              <a:spcAft>
                <a:spcPts val="0"/>
              </a:spcAft>
              <a:buClr>
                <a:schemeClr val="dk1"/>
              </a:buClr>
              <a:buSzPts val="1800"/>
              <a:buNone/>
              <a:defRPr sz="1800">
                <a:solidFill>
                  <a:schemeClr val="dk1"/>
                </a:solidFill>
              </a:defRPr>
            </a:lvl9pPr>
          </a:lstStyle>
          <a:p/>
        </p:txBody>
      </p:sp>
      <p:sp>
        <p:nvSpPr>
          <p:cNvPr id="42" name="Google Shape;42;p4"/>
          <p:cNvSpPr txBox="1"/>
          <p:nvPr>
            <p:ph idx="7" type="subTitle"/>
          </p:nvPr>
        </p:nvSpPr>
        <p:spPr>
          <a:xfrm>
            <a:off x="4909675" y="4145267"/>
            <a:ext cx="3154800" cy="21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800"/>
              <a:buNone/>
              <a:defRPr sz="1800">
                <a:solidFill>
                  <a:schemeClr val="dk1"/>
                </a:solidFill>
              </a:defRPr>
            </a:lvl1pPr>
            <a:lvl2pPr lvl="1" algn="l">
              <a:lnSpc>
                <a:spcPct val="115000"/>
              </a:lnSpc>
              <a:spcBef>
                <a:spcPts val="0"/>
              </a:spcBef>
              <a:spcAft>
                <a:spcPts val="0"/>
              </a:spcAft>
              <a:buClr>
                <a:schemeClr val="dk1"/>
              </a:buClr>
              <a:buSzPts val="1800"/>
              <a:buNone/>
              <a:defRPr sz="1800">
                <a:solidFill>
                  <a:schemeClr val="dk1"/>
                </a:solidFill>
              </a:defRPr>
            </a:lvl2pPr>
            <a:lvl3pPr lvl="2" algn="l">
              <a:lnSpc>
                <a:spcPct val="115000"/>
              </a:lnSpc>
              <a:spcBef>
                <a:spcPts val="0"/>
              </a:spcBef>
              <a:spcAft>
                <a:spcPts val="0"/>
              </a:spcAft>
              <a:buClr>
                <a:schemeClr val="dk1"/>
              </a:buClr>
              <a:buSzPts val="1800"/>
              <a:buNone/>
              <a:defRPr sz="1800">
                <a:solidFill>
                  <a:schemeClr val="dk1"/>
                </a:solidFill>
              </a:defRPr>
            </a:lvl3pPr>
            <a:lvl4pPr lvl="3" algn="l">
              <a:lnSpc>
                <a:spcPct val="115000"/>
              </a:lnSpc>
              <a:spcBef>
                <a:spcPts val="0"/>
              </a:spcBef>
              <a:spcAft>
                <a:spcPts val="0"/>
              </a:spcAft>
              <a:buClr>
                <a:schemeClr val="dk1"/>
              </a:buClr>
              <a:buSzPts val="1800"/>
              <a:buNone/>
              <a:defRPr sz="1800">
                <a:solidFill>
                  <a:schemeClr val="dk1"/>
                </a:solidFill>
              </a:defRPr>
            </a:lvl4pPr>
            <a:lvl5pPr lvl="4" algn="l">
              <a:lnSpc>
                <a:spcPct val="115000"/>
              </a:lnSpc>
              <a:spcBef>
                <a:spcPts val="0"/>
              </a:spcBef>
              <a:spcAft>
                <a:spcPts val="0"/>
              </a:spcAft>
              <a:buClr>
                <a:schemeClr val="dk1"/>
              </a:buClr>
              <a:buSzPts val="1800"/>
              <a:buNone/>
              <a:defRPr sz="1800">
                <a:solidFill>
                  <a:schemeClr val="dk1"/>
                </a:solidFill>
              </a:defRPr>
            </a:lvl5pPr>
            <a:lvl6pPr lvl="5" algn="l">
              <a:lnSpc>
                <a:spcPct val="115000"/>
              </a:lnSpc>
              <a:spcBef>
                <a:spcPts val="0"/>
              </a:spcBef>
              <a:spcAft>
                <a:spcPts val="0"/>
              </a:spcAft>
              <a:buClr>
                <a:schemeClr val="dk1"/>
              </a:buClr>
              <a:buSzPts val="1800"/>
              <a:buNone/>
              <a:defRPr sz="1800">
                <a:solidFill>
                  <a:schemeClr val="dk1"/>
                </a:solidFill>
              </a:defRPr>
            </a:lvl6pPr>
            <a:lvl7pPr lvl="6" algn="l">
              <a:lnSpc>
                <a:spcPct val="115000"/>
              </a:lnSpc>
              <a:spcBef>
                <a:spcPts val="0"/>
              </a:spcBef>
              <a:spcAft>
                <a:spcPts val="0"/>
              </a:spcAft>
              <a:buClr>
                <a:schemeClr val="dk1"/>
              </a:buClr>
              <a:buSzPts val="1800"/>
              <a:buNone/>
              <a:defRPr sz="1800">
                <a:solidFill>
                  <a:schemeClr val="dk1"/>
                </a:solidFill>
              </a:defRPr>
            </a:lvl7pPr>
            <a:lvl8pPr lvl="7" algn="l">
              <a:lnSpc>
                <a:spcPct val="115000"/>
              </a:lnSpc>
              <a:spcBef>
                <a:spcPts val="0"/>
              </a:spcBef>
              <a:spcAft>
                <a:spcPts val="0"/>
              </a:spcAft>
              <a:buClr>
                <a:schemeClr val="dk1"/>
              </a:buClr>
              <a:buSzPts val="1800"/>
              <a:buNone/>
              <a:defRPr sz="1800">
                <a:solidFill>
                  <a:schemeClr val="dk1"/>
                </a:solidFill>
              </a:defRPr>
            </a:lvl8pPr>
            <a:lvl9pPr lvl="8" algn="l">
              <a:lnSpc>
                <a:spcPct val="115000"/>
              </a:lnSpc>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Four members">
  <p:cSld name="CUSTOM_5">
    <p:bg>
      <p:bgPr>
        <a:solidFill>
          <a:schemeClr val="lt1"/>
        </a:solidFill>
      </p:bgPr>
    </p:bg>
    <p:spTree>
      <p:nvGrpSpPr>
        <p:cNvPr id="43" name="Shape 43"/>
        <p:cNvGrpSpPr/>
        <p:nvPr/>
      </p:nvGrpSpPr>
      <p:grpSpPr>
        <a:xfrm>
          <a:off x="0" y="0"/>
          <a:ext cx="0" cy="0"/>
          <a:chOff x="0" y="0"/>
          <a:chExt cx="0" cy="0"/>
        </a:xfrm>
      </p:grpSpPr>
      <p:sp>
        <p:nvSpPr>
          <p:cNvPr id="44" name="Google Shape;44;p5"/>
          <p:cNvSpPr txBox="1"/>
          <p:nvPr>
            <p:ph idx="1" type="body"/>
          </p:nvPr>
        </p:nvSpPr>
        <p:spPr>
          <a:xfrm>
            <a:off x="352800" y="3754932"/>
            <a:ext cx="1588800" cy="688200"/>
          </a:xfrm>
          <a:prstGeom prst="rect">
            <a:avLst/>
          </a:prstGeom>
          <a:noFill/>
          <a:ln>
            <a:noFill/>
          </a:ln>
        </p:spPr>
        <p:txBody>
          <a:bodyPr anchorCtr="0" anchor="t" bIns="0" lIns="0" spcFirstLastPara="1" rIns="0" wrap="square" tIns="0">
            <a:noAutofit/>
          </a:bodyPr>
          <a:lstStyle>
            <a:lvl1pPr indent="-285750" lvl="0" marL="4572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45" name="Google Shape;45;p5"/>
          <p:cNvSpPr txBox="1"/>
          <p:nvPr>
            <p:ph idx="2" type="body"/>
          </p:nvPr>
        </p:nvSpPr>
        <p:spPr>
          <a:xfrm>
            <a:off x="7187875" y="3754932"/>
            <a:ext cx="1588800" cy="688200"/>
          </a:xfrm>
          <a:prstGeom prst="rect">
            <a:avLst/>
          </a:prstGeom>
          <a:noFill/>
          <a:ln>
            <a:noFill/>
          </a:ln>
        </p:spPr>
        <p:txBody>
          <a:bodyPr anchorCtr="0" anchor="t" bIns="0" lIns="0" spcFirstLastPara="1" rIns="0" wrap="square" tIns="0">
            <a:noAutofit/>
          </a:bodyPr>
          <a:lstStyle>
            <a:lvl1pPr indent="-285750" lvl="0" marL="4572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46" name="Google Shape;46;p5"/>
          <p:cNvSpPr txBox="1"/>
          <p:nvPr>
            <p:ph idx="3" type="body"/>
          </p:nvPr>
        </p:nvSpPr>
        <p:spPr>
          <a:xfrm>
            <a:off x="4924400" y="3754932"/>
            <a:ext cx="1588800" cy="688200"/>
          </a:xfrm>
          <a:prstGeom prst="rect">
            <a:avLst/>
          </a:prstGeom>
          <a:noFill/>
          <a:ln>
            <a:noFill/>
          </a:ln>
        </p:spPr>
        <p:txBody>
          <a:bodyPr anchorCtr="0" anchor="t" bIns="0" lIns="0" spcFirstLastPara="1" rIns="0" wrap="square" tIns="0">
            <a:noAutofit/>
          </a:bodyPr>
          <a:lstStyle>
            <a:lvl1pPr indent="-285750" lvl="0" marL="4572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47" name="Google Shape;47;p5"/>
          <p:cNvSpPr txBox="1"/>
          <p:nvPr>
            <p:ph idx="4" type="body"/>
          </p:nvPr>
        </p:nvSpPr>
        <p:spPr>
          <a:xfrm>
            <a:off x="2643063" y="3754932"/>
            <a:ext cx="1588800" cy="688200"/>
          </a:xfrm>
          <a:prstGeom prst="rect">
            <a:avLst/>
          </a:prstGeom>
          <a:noFill/>
          <a:ln>
            <a:noFill/>
          </a:ln>
        </p:spPr>
        <p:txBody>
          <a:bodyPr anchorCtr="0" anchor="t" bIns="0" lIns="0" spcFirstLastPara="1" rIns="0" wrap="square" tIns="0">
            <a:noAutofit/>
          </a:bodyPr>
          <a:lstStyle>
            <a:lvl1pPr indent="-285750" lvl="0" marL="4572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48" name="Google Shape;48;p5"/>
          <p:cNvSpPr/>
          <p:nvPr>
            <p:ph idx="5" type="pic"/>
          </p:nvPr>
        </p:nvSpPr>
        <p:spPr>
          <a:xfrm>
            <a:off x="2941550" y="1923334"/>
            <a:ext cx="991800" cy="991800"/>
          </a:xfrm>
          <a:prstGeom prst="rect">
            <a:avLst/>
          </a:prstGeom>
          <a:noFill/>
          <a:ln>
            <a:noFill/>
          </a:ln>
        </p:spPr>
      </p:sp>
      <p:sp>
        <p:nvSpPr>
          <p:cNvPr id="49" name="Google Shape;49;p5"/>
          <p:cNvSpPr/>
          <p:nvPr>
            <p:ph idx="6" type="pic"/>
          </p:nvPr>
        </p:nvSpPr>
        <p:spPr>
          <a:xfrm>
            <a:off x="5227063" y="1923334"/>
            <a:ext cx="991800" cy="991800"/>
          </a:xfrm>
          <a:prstGeom prst="rect">
            <a:avLst/>
          </a:prstGeom>
          <a:noFill/>
          <a:ln>
            <a:noFill/>
          </a:ln>
        </p:spPr>
      </p:sp>
      <p:sp>
        <p:nvSpPr>
          <p:cNvPr id="50" name="Google Shape;50;p5"/>
          <p:cNvSpPr/>
          <p:nvPr>
            <p:ph idx="7" type="pic"/>
          </p:nvPr>
        </p:nvSpPr>
        <p:spPr>
          <a:xfrm>
            <a:off x="7495263" y="1923334"/>
            <a:ext cx="991800" cy="991800"/>
          </a:xfrm>
          <a:prstGeom prst="rect">
            <a:avLst/>
          </a:prstGeom>
          <a:noFill/>
          <a:ln>
            <a:noFill/>
          </a:ln>
        </p:spPr>
      </p:sp>
      <p:cxnSp>
        <p:nvCxnSpPr>
          <p:cNvPr id="51" name="Google Shape;51;p5"/>
          <p:cNvCxnSpPr/>
          <p:nvPr/>
        </p:nvCxnSpPr>
        <p:spPr>
          <a:xfrm>
            <a:off x="2286125" y="1801500"/>
            <a:ext cx="0" cy="3342000"/>
          </a:xfrm>
          <a:prstGeom prst="straightConnector1">
            <a:avLst/>
          </a:prstGeom>
          <a:noFill/>
          <a:ln cap="flat" cmpd="sng" w="19050">
            <a:solidFill>
              <a:schemeClr val="lt1"/>
            </a:solidFill>
            <a:prstDash val="solid"/>
            <a:round/>
            <a:headEnd len="sm" w="sm" type="none"/>
            <a:tailEnd len="sm" w="sm" type="none"/>
          </a:ln>
        </p:spPr>
      </p:cxnSp>
      <p:cxnSp>
        <p:nvCxnSpPr>
          <p:cNvPr id="52" name="Google Shape;52;p5"/>
          <p:cNvCxnSpPr/>
          <p:nvPr/>
        </p:nvCxnSpPr>
        <p:spPr>
          <a:xfrm>
            <a:off x="4580525" y="1801500"/>
            <a:ext cx="0" cy="3342000"/>
          </a:xfrm>
          <a:prstGeom prst="straightConnector1">
            <a:avLst/>
          </a:prstGeom>
          <a:noFill/>
          <a:ln cap="flat" cmpd="sng" w="19050">
            <a:solidFill>
              <a:schemeClr val="lt1"/>
            </a:solidFill>
            <a:prstDash val="solid"/>
            <a:round/>
            <a:headEnd len="sm" w="sm" type="none"/>
            <a:tailEnd len="sm" w="sm" type="none"/>
          </a:ln>
        </p:spPr>
      </p:cxnSp>
      <p:cxnSp>
        <p:nvCxnSpPr>
          <p:cNvPr id="53" name="Google Shape;53;p5"/>
          <p:cNvCxnSpPr/>
          <p:nvPr/>
        </p:nvCxnSpPr>
        <p:spPr>
          <a:xfrm>
            <a:off x="6857075" y="1801500"/>
            <a:ext cx="0" cy="3342000"/>
          </a:xfrm>
          <a:prstGeom prst="straightConnector1">
            <a:avLst/>
          </a:prstGeom>
          <a:noFill/>
          <a:ln cap="flat" cmpd="sng" w="19050">
            <a:solidFill>
              <a:schemeClr val="lt1"/>
            </a:solidFill>
            <a:prstDash val="solid"/>
            <a:round/>
            <a:headEnd len="sm" w="sm" type="none"/>
            <a:tailEnd len="sm" w="sm" type="none"/>
          </a:ln>
        </p:spPr>
      </p:cxnSp>
      <p:sp>
        <p:nvSpPr>
          <p:cNvPr id="54" name="Google Shape;54;p5"/>
          <p:cNvSpPr/>
          <p:nvPr>
            <p:ph idx="8" type="pic"/>
          </p:nvPr>
        </p:nvSpPr>
        <p:spPr>
          <a:xfrm>
            <a:off x="651288" y="1923334"/>
            <a:ext cx="991800" cy="991800"/>
          </a:xfrm>
          <a:prstGeom prst="rect">
            <a:avLst/>
          </a:prstGeom>
          <a:noFill/>
          <a:ln>
            <a:noFill/>
          </a:ln>
        </p:spPr>
      </p:sp>
      <p:sp>
        <p:nvSpPr>
          <p:cNvPr id="55" name="Google Shape;55;p5"/>
          <p:cNvSpPr txBox="1"/>
          <p:nvPr>
            <p:ph type="title"/>
          </p:nvPr>
        </p:nvSpPr>
        <p:spPr>
          <a:xfrm>
            <a:off x="361975" y="962092"/>
            <a:ext cx="57186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3600">
                <a:solidFill>
                  <a:schemeClr val="dk1"/>
                </a:solidFill>
              </a:defRPr>
            </a:lvl1pPr>
            <a:lvl2pPr lvl="1" algn="l">
              <a:lnSpc>
                <a:spcPct val="90000"/>
              </a:lnSpc>
              <a:spcBef>
                <a:spcPts val="0"/>
              </a:spcBef>
              <a:spcAft>
                <a:spcPts val="0"/>
              </a:spcAft>
              <a:buSzPts val="1400"/>
              <a:buNone/>
              <a:defRPr sz="3600">
                <a:solidFill>
                  <a:schemeClr val="dk1"/>
                </a:solidFill>
              </a:defRPr>
            </a:lvl2pPr>
            <a:lvl3pPr lvl="2" algn="l">
              <a:lnSpc>
                <a:spcPct val="90000"/>
              </a:lnSpc>
              <a:spcBef>
                <a:spcPts val="0"/>
              </a:spcBef>
              <a:spcAft>
                <a:spcPts val="0"/>
              </a:spcAft>
              <a:buSzPts val="1400"/>
              <a:buNone/>
              <a:defRPr sz="3600">
                <a:solidFill>
                  <a:schemeClr val="dk1"/>
                </a:solidFill>
              </a:defRPr>
            </a:lvl3pPr>
            <a:lvl4pPr lvl="3" algn="l">
              <a:lnSpc>
                <a:spcPct val="90000"/>
              </a:lnSpc>
              <a:spcBef>
                <a:spcPts val="0"/>
              </a:spcBef>
              <a:spcAft>
                <a:spcPts val="0"/>
              </a:spcAft>
              <a:buSzPts val="1400"/>
              <a:buNone/>
              <a:defRPr sz="3600">
                <a:solidFill>
                  <a:schemeClr val="dk1"/>
                </a:solidFill>
              </a:defRPr>
            </a:lvl4pPr>
            <a:lvl5pPr lvl="4" algn="l">
              <a:lnSpc>
                <a:spcPct val="90000"/>
              </a:lnSpc>
              <a:spcBef>
                <a:spcPts val="0"/>
              </a:spcBef>
              <a:spcAft>
                <a:spcPts val="0"/>
              </a:spcAft>
              <a:buSzPts val="1400"/>
              <a:buNone/>
              <a:defRPr sz="3600">
                <a:solidFill>
                  <a:schemeClr val="dk1"/>
                </a:solidFill>
              </a:defRPr>
            </a:lvl5pPr>
            <a:lvl6pPr lvl="5" algn="l">
              <a:lnSpc>
                <a:spcPct val="90000"/>
              </a:lnSpc>
              <a:spcBef>
                <a:spcPts val="0"/>
              </a:spcBef>
              <a:spcAft>
                <a:spcPts val="0"/>
              </a:spcAft>
              <a:buSzPts val="1400"/>
              <a:buNone/>
              <a:defRPr sz="3600">
                <a:solidFill>
                  <a:schemeClr val="dk1"/>
                </a:solidFill>
              </a:defRPr>
            </a:lvl6pPr>
            <a:lvl7pPr lvl="6" algn="l">
              <a:lnSpc>
                <a:spcPct val="90000"/>
              </a:lnSpc>
              <a:spcBef>
                <a:spcPts val="0"/>
              </a:spcBef>
              <a:spcAft>
                <a:spcPts val="0"/>
              </a:spcAft>
              <a:buSzPts val="1400"/>
              <a:buNone/>
              <a:defRPr sz="3600">
                <a:solidFill>
                  <a:schemeClr val="dk1"/>
                </a:solidFill>
              </a:defRPr>
            </a:lvl7pPr>
            <a:lvl8pPr lvl="7" algn="l">
              <a:lnSpc>
                <a:spcPct val="90000"/>
              </a:lnSpc>
              <a:spcBef>
                <a:spcPts val="0"/>
              </a:spcBef>
              <a:spcAft>
                <a:spcPts val="0"/>
              </a:spcAft>
              <a:buSzPts val="1400"/>
              <a:buNone/>
              <a:defRPr sz="3600">
                <a:solidFill>
                  <a:schemeClr val="dk1"/>
                </a:solidFill>
              </a:defRPr>
            </a:lvl8pPr>
            <a:lvl9pPr lvl="8" algn="l">
              <a:lnSpc>
                <a:spcPct val="90000"/>
              </a:lnSpc>
              <a:spcBef>
                <a:spcPts val="0"/>
              </a:spcBef>
              <a:spcAft>
                <a:spcPts val="0"/>
              </a:spcAft>
              <a:buSzPts val="1400"/>
              <a:buNone/>
              <a:defRPr sz="3600">
                <a:solidFill>
                  <a:schemeClr val="dk1"/>
                </a:solidFill>
              </a:defRPr>
            </a:lvl9pPr>
          </a:lstStyle>
          <a:p/>
        </p:txBody>
      </p:sp>
      <p:sp>
        <p:nvSpPr>
          <p:cNvPr id="56" name="Google Shape;56;p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57" name="Google Shape;57;p5"/>
          <p:cNvSpPr txBox="1"/>
          <p:nvPr>
            <p:ph idx="9"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58" name="Google Shape;58;p5"/>
          <p:cNvSpPr txBox="1"/>
          <p:nvPr>
            <p:ph idx="13" type="subTitle"/>
          </p:nvPr>
        </p:nvSpPr>
        <p:spPr>
          <a:xfrm>
            <a:off x="353250" y="3248209"/>
            <a:ext cx="1587900" cy="187800"/>
          </a:xfrm>
          <a:prstGeom prst="rect">
            <a:avLst/>
          </a:prstGeom>
          <a:noFill/>
          <a:ln>
            <a:noFill/>
          </a:ln>
        </p:spPr>
        <p:txBody>
          <a:bodyPr anchorCtr="0" anchor="t" bIns="0" lIns="0" spcFirstLastPara="1" rIns="0" wrap="square" tIns="0">
            <a:spAutoFit/>
          </a:bodyPr>
          <a:lstStyle>
            <a:lvl1pPr lvl="0" algn="ctr">
              <a:lnSpc>
                <a:spcPct val="115000"/>
              </a:lnSpc>
              <a:spcBef>
                <a:spcPts val="0"/>
              </a:spcBef>
              <a:spcAft>
                <a:spcPts val="0"/>
              </a:spcAft>
              <a:buClr>
                <a:schemeClr val="accent1"/>
              </a:buClr>
              <a:buSzPts val="1400"/>
              <a:buNone/>
              <a:defRPr>
                <a:solidFill>
                  <a:schemeClr val="accent1"/>
                </a:solidFill>
              </a:defRPr>
            </a:lvl1pPr>
            <a:lvl2pPr lvl="1" algn="ctr">
              <a:lnSpc>
                <a:spcPct val="115000"/>
              </a:lnSpc>
              <a:spcBef>
                <a:spcPts val="0"/>
              </a:spcBef>
              <a:spcAft>
                <a:spcPts val="0"/>
              </a:spcAft>
              <a:buClr>
                <a:schemeClr val="accent1"/>
              </a:buClr>
              <a:buSzPts val="1000"/>
              <a:buNone/>
              <a:defRPr sz="1000">
                <a:solidFill>
                  <a:schemeClr val="accent1"/>
                </a:solidFill>
              </a:defRPr>
            </a:lvl2pPr>
            <a:lvl3pPr lvl="2" algn="ctr">
              <a:lnSpc>
                <a:spcPct val="115000"/>
              </a:lnSpc>
              <a:spcBef>
                <a:spcPts val="0"/>
              </a:spcBef>
              <a:spcAft>
                <a:spcPts val="0"/>
              </a:spcAft>
              <a:buClr>
                <a:schemeClr val="accent1"/>
              </a:buClr>
              <a:buSzPts val="1000"/>
              <a:buNone/>
              <a:defRPr sz="1000">
                <a:solidFill>
                  <a:schemeClr val="accent1"/>
                </a:solidFill>
              </a:defRPr>
            </a:lvl3pPr>
            <a:lvl4pPr lvl="3" algn="ctr">
              <a:lnSpc>
                <a:spcPct val="115000"/>
              </a:lnSpc>
              <a:spcBef>
                <a:spcPts val="0"/>
              </a:spcBef>
              <a:spcAft>
                <a:spcPts val="0"/>
              </a:spcAft>
              <a:buClr>
                <a:schemeClr val="accent1"/>
              </a:buClr>
              <a:buSzPts val="1000"/>
              <a:buNone/>
              <a:defRPr sz="1000">
                <a:solidFill>
                  <a:schemeClr val="accent1"/>
                </a:solidFill>
              </a:defRPr>
            </a:lvl4pPr>
            <a:lvl5pPr lvl="4" algn="ctr">
              <a:lnSpc>
                <a:spcPct val="115000"/>
              </a:lnSpc>
              <a:spcBef>
                <a:spcPts val="0"/>
              </a:spcBef>
              <a:spcAft>
                <a:spcPts val="0"/>
              </a:spcAft>
              <a:buClr>
                <a:schemeClr val="accent1"/>
              </a:buClr>
              <a:buSzPts val="1000"/>
              <a:buNone/>
              <a:defRPr sz="1000">
                <a:solidFill>
                  <a:schemeClr val="accent1"/>
                </a:solidFill>
              </a:defRPr>
            </a:lvl5pPr>
            <a:lvl6pPr lvl="5" algn="ctr">
              <a:lnSpc>
                <a:spcPct val="115000"/>
              </a:lnSpc>
              <a:spcBef>
                <a:spcPts val="0"/>
              </a:spcBef>
              <a:spcAft>
                <a:spcPts val="0"/>
              </a:spcAft>
              <a:buClr>
                <a:schemeClr val="accent1"/>
              </a:buClr>
              <a:buSzPts val="1000"/>
              <a:buNone/>
              <a:defRPr sz="1000">
                <a:solidFill>
                  <a:schemeClr val="accent1"/>
                </a:solidFill>
              </a:defRPr>
            </a:lvl6pPr>
            <a:lvl7pPr lvl="6" algn="ctr">
              <a:lnSpc>
                <a:spcPct val="115000"/>
              </a:lnSpc>
              <a:spcBef>
                <a:spcPts val="0"/>
              </a:spcBef>
              <a:spcAft>
                <a:spcPts val="0"/>
              </a:spcAft>
              <a:buClr>
                <a:schemeClr val="accent1"/>
              </a:buClr>
              <a:buSzPts val="1000"/>
              <a:buNone/>
              <a:defRPr sz="1000">
                <a:solidFill>
                  <a:schemeClr val="accent1"/>
                </a:solidFill>
              </a:defRPr>
            </a:lvl7pPr>
            <a:lvl8pPr lvl="7" algn="ctr">
              <a:lnSpc>
                <a:spcPct val="115000"/>
              </a:lnSpc>
              <a:spcBef>
                <a:spcPts val="0"/>
              </a:spcBef>
              <a:spcAft>
                <a:spcPts val="0"/>
              </a:spcAft>
              <a:buClr>
                <a:schemeClr val="accent1"/>
              </a:buClr>
              <a:buSzPts val="1000"/>
              <a:buNone/>
              <a:defRPr sz="1000">
                <a:solidFill>
                  <a:schemeClr val="accent1"/>
                </a:solidFill>
              </a:defRPr>
            </a:lvl8pPr>
            <a:lvl9pPr lvl="8" algn="ctr">
              <a:lnSpc>
                <a:spcPct val="115000"/>
              </a:lnSpc>
              <a:spcBef>
                <a:spcPts val="0"/>
              </a:spcBef>
              <a:spcAft>
                <a:spcPts val="0"/>
              </a:spcAft>
              <a:buClr>
                <a:schemeClr val="accent1"/>
              </a:buClr>
              <a:buSzPts val="1000"/>
              <a:buNone/>
              <a:defRPr sz="1000">
                <a:solidFill>
                  <a:schemeClr val="accent1"/>
                </a:solidFill>
              </a:defRPr>
            </a:lvl9pPr>
          </a:lstStyle>
          <a:p/>
        </p:txBody>
      </p:sp>
      <p:sp>
        <p:nvSpPr>
          <p:cNvPr id="59" name="Google Shape;59;p5"/>
          <p:cNvSpPr txBox="1"/>
          <p:nvPr>
            <p:ph idx="14" type="subTitle"/>
          </p:nvPr>
        </p:nvSpPr>
        <p:spPr>
          <a:xfrm>
            <a:off x="353250" y="3050375"/>
            <a:ext cx="1587900" cy="219600"/>
          </a:xfrm>
          <a:prstGeom prst="rect">
            <a:avLst/>
          </a:prstGeom>
          <a:noFill/>
          <a:ln>
            <a:noFill/>
          </a:ln>
        </p:spPr>
        <p:txBody>
          <a:bodyPr anchorCtr="0" anchor="ctr" bIns="0" lIns="0" spcFirstLastPara="1" rIns="0" wrap="square" tIns="0">
            <a:noAutofit/>
          </a:bodyPr>
          <a:lstStyle>
            <a:lvl1pPr lvl="0" algn="ctr">
              <a:lnSpc>
                <a:spcPct val="115000"/>
              </a:lnSpc>
              <a:spcBef>
                <a:spcPts val="0"/>
              </a:spcBef>
              <a:spcAft>
                <a:spcPts val="0"/>
              </a:spcAft>
              <a:buClr>
                <a:schemeClr val="dk1"/>
              </a:buClr>
              <a:buSzPts val="800"/>
              <a:buNone/>
              <a:defRPr sz="800">
                <a:solidFill>
                  <a:schemeClr val="dk1"/>
                </a:solidFill>
              </a:defRPr>
            </a:lvl1pPr>
            <a:lvl2pPr lvl="1" algn="ctr">
              <a:lnSpc>
                <a:spcPct val="115000"/>
              </a:lnSpc>
              <a:spcBef>
                <a:spcPts val="0"/>
              </a:spcBef>
              <a:spcAft>
                <a:spcPts val="0"/>
              </a:spcAft>
              <a:buClr>
                <a:schemeClr val="dk1"/>
              </a:buClr>
              <a:buSzPts val="800"/>
              <a:buNone/>
              <a:defRPr sz="800">
                <a:solidFill>
                  <a:schemeClr val="dk1"/>
                </a:solidFill>
              </a:defRPr>
            </a:lvl2pPr>
            <a:lvl3pPr lvl="2" algn="ctr">
              <a:lnSpc>
                <a:spcPct val="115000"/>
              </a:lnSpc>
              <a:spcBef>
                <a:spcPts val="0"/>
              </a:spcBef>
              <a:spcAft>
                <a:spcPts val="0"/>
              </a:spcAft>
              <a:buClr>
                <a:schemeClr val="dk1"/>
              </a:buClr>
              <a:buSzPts val="800"/>
              <a:buNone/>
              <a:defRPr sz="800">
                <a:solidFill>
                  <a:schemeClr val="dk1"/>
                </a:solidFill>
              </a:defRPr>
            </a:lvl3pPr>
            <a:lvl4pPr lvl="3" algn="ctr">
              <a:lnSpc>
                <a:spcPct val="115000"/>
              </a:lnSpc>
              <a:spcBef>
                <a:spcPts val="0"/>
              </a:spcBef>
              <a:spcAft>
                <a:spcPts val="0"/>
              </a:spcAft>
              <a:buClr>
                <a:schemeClr val="dk1"/>
              </a:buClr>
              <a:buSzPts val="800"/>
              <a:buNone/>
              <a:defRPr sz="800">
                <a:solidFill>
                  <a:schemeClr val="dk1"/>
                </a:solidFill>
              </a:defRPr>
            </a:lvl4pPr>
            <a:lvl5pPr lvl="4" algn="ctr">
              <a:lnSpc>
                <a:spcPct val="115000"/>
              </a:lnSpc>
              <a:spcBef>
                <a:spcPts val="0"/>
              </a:spcBef>
              <a:spcAft>
                <a:spcPts val="0"/>
              </a:spcAft>
              <a:buClr>
                <a:schemeClr val="dk1"/>
              </a:buClr>
              <a:buSzPts val="800"/>
              <a:buNone/>
              <a:defRPr sz="800">
                <a:solidFill>
                  <a:schemeClr val="dk1"/>
                </a:solidFill>
              </a:defRPr>
            </a:lvl5pPr>
            <a:lvl6pPr lvl="5" algn="ctr">
              <a:lnSpc>
                <a:spcPct val="115000"/>
              </a:lnSpc>
              <a:spcBef>
                <a:spcPts val="0"/>
              </a:spcBef>
              <a:spcAft>
                <a:spcPts val="0"/>
              </a:spcAft>
              <a:buClr>
                <a:schemeClr val="dk1"/>
              </a:buClr>
              <a:buSzPts val="800"/>
              <a:buNone/>
              <a:defRPr sz="800">
                <a:solidFill>
                  <a:schemeClr val="dk1"/>
                </a:solidFill>
              </a:defRPr>
            </a:lvl6pPr>
            <a:lvl7pPr lvl="6" algn="ctr">
              <a:lnSpc>
                <a:spcPct val="115000"/>
              </a:lnSpc>
              <a:spcBef>
                <a:spcPts val="0"/>
              </a:spcBef>
              <a:spcAft>
                <a:spcPts val="0"/>
              </a:spcAft>
              <a:buClr>
                <a:schemeClr val="dk1"/>
              </a:buClr>
              <a:buSzPts val="800"/>
              <a:buNone/>
              <a:defRPr sz="800">
                <a:solidFill>
                  <a:schemeClr val="dk1"/>
                </a:solidFill>
              </a:defRPr>
            </a:lvl7pPr>
            <a:lvl8pPr lvl="7" algn="ctr">
              <a:lnSpc>
                <a:spcPct val="115000"/>
              </a:lnSpc>
              <a:spcBef>
                <a:spcPts val="0"/>
              </a:spcBef>
              <a:spcAft>
                <a:spcPts val="0"/>
              </a:spcAft>
              <a:buClr>
                <a:schemeClr val="dk1"/>
              </a:buClr>
              <a:buSzPts val="800"/>
              <a:buNone/>
              <a:defRPr sz="800">
                <a:solidFill>
                  <a:schemeClr val="dk1"/>
                </a:solidFill>
              </a:defRPr>
            </a:lvl8pPr>
            <a:lvl9pPr lvl="8" algn="ctr">
              <a:lnSpc>
                <a:spcPct val="115000"/>
              </a:lnSpc>
              <a:spcBef>
                <a:spcPts val="0"/>
              </a:spcBef>
              <a:spcAft>
                <a:spcPts val="0"/>
              </a:spcAft>
              <a:buClr>
                <a:schemeClr val="dk1"/>
              </a:buClr>
              <a:buSzPts val="800"/>
              <a:buNone/>
              <a:defRPr sz="800">
                <a:solidFill>
                  <a:schemeClr val="dk1"/>
                </a:solidFill>
              </a:defRPr>
            </a:lvl9pPr>
          </a:lstStyle>
          <a:p/>
        </p:txBody>
      </p:sp>
      <p:sp>
        <p:nvSpPr>
          <p:cNvPr id="60" name="Google Shape;60;p5"/>
          <p:cNvSpPr txBox="1"/>
          <p:nvPr>
            <p:ph idx="15" type="subTitle"/>
          </p:nvPr>
        </p:nvSpPr>
        <p:spPr>
          <a:xfrm>
            <a:off x="353250" y="4598973"/>
            <a:ext cx="1587900" cy="219600"/>
          </a:xfrm>
          <a:prstGeom prst="rect">
            <a:avLst/>
          </a:prstGeom>
          <a:noFill/>
          <a:ln>
            <a:noFill/>
          </a:ln>
        </p:spPr>
        <p:txBody>
          <a:bodyPr anchorCtr="0" anchor="ctr" bIns="0" lIns="0" spcFirstLastPara="1" rIns="0" wrap="square" tIns="0">
            <a:noAutofit/>
          </a:bodyPr>
          <a:lstStyle>
            <a:lvl1pPr lvl="0" algn="ctr">
              <a:lnSpc>
                <a:spcPct val="115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61" name="Google Shape;61;p5"/>
          <p:cNvSpPr txBox="1"/>
          <p:nvPr>
            <p:ph idx="16" type="subTitle"/>
          </p:nvPr>
        </p:nvSpPr>
        <p:spPr>
          <a:xfrm>
            <a:off x="7188325" y="3248209"/>
            <a:ext cx="1587900" cy="187800"/>
          </a:xfrm>
          <a:prstGeom prst="rect">
            <a:avLst/>
          </a:prstGeom>
          <a:noFill/>
          <a:ln>
            <a:noFill/>
          </a:ln>
        </p:spPr>
        <p:txBody>
          <a:bodyPr anchorCtr="0" anchor="t" bIns="0" lIns="0" spcFirstLastPara="1" rIns="0" wrap="square" tIns="0">
            <a:spAutoFit/>
          </a:bodyPr>
          <a:lstStyle>
            <a:lvl1pPr lvl="0" algn="ctr">
              <a:lnSpc>
                <a:spcPct val="115000"/>
              </a:lnSpc>
              <a:spcBef>
                <a:spcPts val="0"/>
              </a:spcBef>
              <a:spcAft>
                <a:spcPts val="0"/>
              </a:spcAft>
              <a:buClr>
                <a:schemeClr val="accent1"/>
              </a:buClr>
              <a:buSzPts val="1400"/>
              <a:buNone/>
              <a:defRPr>
                <a:solidFill>
                  <a:schemeClr val="accent1"/>
                </a:solidFill>
              </a:defRPr>
            </a:lvl1pPr>
            <a:lvl2pPr lvl="1" algn="ctr">
              <a:lnSpc>
                <a:spcPct val="115000"/>
              </a:lnSpc>
              <a:spcBef>
                <a:spcPts val="0"/>
              </a:spcBef>
              <a:spcAft>
                <a:spcPts val="0"/>
              </a:spcAft>
              <a:buClr>
                <a:schemeClr val="accent1"/>
              </a:buClr>
              <a:buSzPts val="1000"/>
              <a:buNone/>
              <a:defRPr sz="1000">
                <a:solidFill>
                  <a:schemeClr val="accent1"/>
                </a:solidFill>
              </a:defRPr>
            </a:lvl2pPr>
            <a:lvl3pPr lvl="2" algn="ctr">
              <a:lnSpc>
                <a:spcPct val="115000"/>
              </a:lnSpc>
              <a:spcBef>
                <a:spcPts val="0"/>
              </a:spcBef>
              <a:spcAft>
                <a:spcPts val="0"/>
              </a:spcAft>
              <a:buClr>
                <a:schemeClr val="accent1"/>
              </a:buClr>
              <a:buSzPts val="1000"/>
              <a:buNone/>
              <a:defRPr sz="1000">
                <a:solidFill>
                  <a:schemeClr val="accent1"/>
                </a:solidFill>
              </a:defRPr>
            </a:lvl3pPr>
            <a:lvl4pPr lvl="3" algn="ctr">
              <a:lnSpc>
                <a:spcPct val="115000"/>
              </a:lnSpc>
              <a:spcBef>
                <a:spcPts val="0"/>
              </a:spcBef>
              <a:spcAft>
                <a:spcPts val="0"/>
              </a:spcAft>
              <a:buClr>
                <a:schemeClr val="accent1"/>
              </a:buClr>
              <a:buSzPts val="1000"/>
              <a:buNone/>
              <a:defRPr sz="1000">
                <a:solidFill>
                  <a:schemeClr val="accent1"/>
                </a:solidFill>
              </a:defRPr>
            </a:lvl4pPr>
            <a:lvl5pPr lvl="4" algn="ctr">
              <a:lnSpc>
                <a:spcPct val="115000"/>
              </a:lnSpc>
              <a:spcBef>
                <a:spcPts val="0"/>
              </a:spcBef>
              <a:spcAft>
                <a:spcPts val="0"/>
              </a:spcAft>
              <a:buClr>
                <a:schemeClr val="accent1"/>
              </a:buClr>
              <a:buSzPts val="1000"/>
              <a:buNone/>
              <a:defRPr sz="1000">
                <a:solidFill>
                  <a:schemeClr val="accent1"/>
                </a:solidFill>
              </a:defRPr>
            </a:lvl5pPr>
            <a:lvl6pPr lvl="5" algn="ctr">
              <a:lnSpc>
                <a:spcPct val="115000"/>
              </a:lnSpc>
              <a:spcBef>
                <a:spcPts val="0"/>
              </a:spcBef>
              <a:spcAft>
                <a:spcPts val="0"/>
              </a:spcAft>
              <a:buClr>
                <a:schemeClr val="accent1"/>
              </a:buClr>
              <a:buSzPts val="1000"/>
              <a:buNone/>
              <a:defRPr sz="1000">
                <a:solidFill>
                  <a:schemeClr val="accent1"/>
                </a:solidFill>
              </a:defRPr>
            </a:lvl6pPr>
            <a:lvl7pPr lvl="6" algn="ctr">
              <a:lnSpc>
                <a:spcPct val="115000"/>
              </a:lnSpc>
              <a:spcBef>
                <a:spcPts val="0"/>
              </a:spcBef>
              <a:spcAft>
                <a:spcPts val="0"/>
              </a:spcAft>
              <a:buClr>
                <a:schemeClr val="accent1"/>
              </a:buClr>
              <a:buSzPts val="1000"/>
              <a:buNone/>
              <a:defRPr sz="1000">
                <a:solidFill>
                  <a:schemeClr val="accent1"/>
                </a:solidFill>
              </a:defRPr>
            </a:lvl7pPr>
            <a:lvl8pPr lvl="7" algn="ctr">
              <a:lnSpc>
                <a:spcPct val="115000"/>
              </a:lnSpc>
              <a:spcBef>
                <a:spcPts val="0"/>
              </a:spcBef>
              <a:spcAft>
                <a:spcPts val="0"/>
              </a:spcAft>
              <a:buClr>
                <a:schemeClr val="accent1"/>
              </a:buClr>
              <a:buSzPts val="1000"/>
              <a:buNone/>
              <a:defRPr sz="1000">
                <a:solidFill>
                  <a:schemeClr val="accent1"/>
                </a:solidFill>
              </a:defRPr>
            </a:lvl8pPr>
            <a:lvl9pPr lvl="8" algn="ctr">
              <a:lnSpc>
                <a:spcPct val="115000"/>
              </a:lnSpc>
              <a:spcBef>
                <a:spcPts val="0"/>
              </a:spcBef>
              <a:spcAft>
                <a:spcPts val="0"/>
              </a:spcAft>
              <a:buClr>
                <a:schemeClr val="accent1"/>
              </a:buClr>
              <a:buSzPts val="1000"/>
              <a:buNone/>
              <a:defRPr sz="1000">
                <a:solidFill>
                  <a:schemeClr val="accent1"/>
                </a:solidFill>
              </a:defRPr>
            </a:lvl9pPr>
          </a:lstStyle>
          <a:p/>
        </p:txBody>
      </p:sp>
      <p:sp>
        <p:nvSpPr>
          <p:cNvPr id="62" name="Google Shape;62;p5"/>
          <p:cNvSpPr txBox="1"/>
          <p:nvPr>
            <p:ph idx="17" type="subTitle"/>
          </p:nvPr>
        </p:nvSpPr>
        <p:spPr>
          <a:xfrm>
            <a:off x="7188325" y="3050375"/>
            <a:ext cx="1587900" cy="219600"/>
          </a:xfrm>
          <a:prstGeom prst="rect">
            <a:avLst/>
          </a:prstGeom>
          <a:noFill/>
          <a:ln>
            <a:noFill/>
          </a:ln>
        </p:spPr>
        <p:txBody>
          <a:bodyPr anchorCtr="0" anchor="ctr" bIns="0" lIns="0" spcFirstLastPara="1" rIns="0" wrap="square" tIns="0">
            <a:noAutofit/>
          </a:bodyPr>
          <a:lstStyle>
            <a:lvl1pPr lvl="0" algn="ctr">
              <a:lnSpc>
                <a:spcPct val="115000"/>
              </a:lnSpc>
              <a:spcBef>
                <a:spcPts val="0"/>
              </a:spcBef>
              <a:spcAft>
                <a:spcPts val="0"/>
              </a:spcAft>
              <a:buClr>
                <a:schemeClr val="dk1"/>
              </a:buClr>
              <a:buSzPts val="800"/>
              <a:buNone/>
              <a:defRPr sz="800">
                <a:solidFill>
                  <a:schemeClr val="dk1"/>
                </a:solidFill>
              </a:defRPr>
            </a:lvl1pPr>
            <a:lvl2pPr lvl="1" algn="ctr">
              <a:lnSpc>
                <a:spcPct val="115000"/>
              </a:lnSpc>
              <a:spcBef>
                <a:spcPts val="0"/>
              </a:spcBef>
              <a:spcAft>
                <a:spcPts val="0"/>
              </a:spcAft>
              <a:buClr>
                <a:schemeClr val="dk1"/>
              </a:buClr>
              <a:buSzPts val="800"/>
              <a:buNone/>
              <a:defRPr sz="800">
                <a:solidFill>
                  <a:schemeClr val="dk1"/>
                </a:solidFill>
              </a:defRPr>
            </a:lvl2pPr>
            <a:lvl3pPr lvl="2" algn="ctr">
              <a:lnSpc>
                <a:spcPct val="115000"/>
              </a:lnSpc>
              <a:spcBef>
                <a:spcPts val="0"/>
              </a:spcBef>
              <a:spcAft>
                <a:spcPts val="0"/>
              </a:spcAft>
              <a:buClr>
                <a:schemeClr val="dk1"/>
              </a:buClr>
              <a:buSzPts val="800"/>
              <a:buNone/>
              <a:defRPr sz="800">
                <a:solidFill>
                  <a:schemeClr val="dk1"/>
                </a:solidFill>
              </a:defRPr>
            </a:lvl3pPr>
            <a:lvl4pPr lvl="3" algn="ctr">
              <a:lnSpc>
                <a:spcPct val="115000"/>
              </a:lnSpc>
              <a:spcBef>
                <a:spcPts val="0"/>
              </a:spcBef>
              <a:spcAft>
                <a:spcPts val="0"/>
              </a:spcAft>
              <a:buClr>
                <a:schemeClr val="dk1"/>
              </a:buClr>
              <a:buSzPts val="800"/>
              <a:buNone/>
              <a:defRPr sz="800">
                <a:solidFill>
                  <a:schemeClr val="dk1"/>
                </a:solidFill>
              </a:defRPr>
            </a:lvl4pPr>
            <a:lvl5pPr lvl="4" algn="ctr">
              <a:lnSpc>
                <a:spcPct val="115000"/>
              </a:lnSpc>
              <a:spcBef>
                <a:spcPts val="0"/>
              </a:spcBef>
              <a:spcAft>
                <a:spcPts val="0"/>
              </a:spcAft>
              <a:buClr>
                <a:schemeClr val="dk1"/>
              </a:buClr>
              <a:buSzPts val="800"/>
              <a:buNone/>
              <a:defRPr sz="800">
                <a:solidFill>
                  <a:schemeClr val="dk1"/>
                </a:solidFill>
              </a:defRPr>
            </a:lvl5pPr>
            <a:lvl6pPr lvl="5" algn="ctr">
              <a:lnSpc>
                <a:spcPct val="115000"/>
              </a:lnSpc>
              <a:spcBef>
                <a:spcPts val="0"/>
              </a:spcBef>
              <a:spcAft>
                <a:spcPts val="0"/>
              </a:spcAft>
              <a:buClr>
                <a:schemeClr val="dk1"/>
              </a:buClr>
              <a:buSzPts val="800"/>
              <a:buNone/>
              <a:defRPr sz="800">
                <a:solidFill>
                  <a:schemeClr val="dk1"/>
                </a:solidFill>
              </a:defRPr>
            </a:lvl6pPr>
            <a:lvl7pPr lvl="6" algn="ctr">
              <a:lnSpc>
                <a:spcPct val="115000"/>
              </a:lnSpc>
              <a:spcBef>
                <a:spcPts val="0"/>
              </a:spcBef>
              <a:spcAft>
                <a:spcPts val="0"/>
              </a:spcAft>
              <a:buClr>
                <a:schemeClr val="dk1"/>
              </a:buClr>
              <a:buSzPts val="800"/>
              <a:buNone/>
              <a:defRPr sz="800">
                <a:solidFill>
                  <a:schemeClr val="dk1"/>
                </a:solidFill>
              </a:defRPr>
            </a:lvl7pPr>
            <a:lvl8pPr lvl="7" algn="ctr">
              <a:lnSpc>
                <a:spcPct val="115000"/>
              </a:lnSpc>
              <a:spcBef>
                <a:spcPts val="0"/>
              </a:spcBef>
              <a:spcAft>
                <a:spcPts val="0"/>
              </a:spcAft>
              <a:buClr>
                <a:schemeClr val="dk1"/>
              </a:buClr>
              <a:buSzPts val="800"/>
              <a:buNone/>
              <a:defRPr sz="800">
                <a:solidFill>
                  <a:schemeClr val="dk1"/>
                </a:solidFill>
              </a:defRPr>
            </a:lvl8pPr>
            <a:lvl9pPr lvl="8" algn="ctr">
              <a:lnSpc>
                <a:spcPct val="115000"/>
              </a:lnSpc>
              <a:spcBef>
                <a:spcPts val="0"/>
              </a:spcBef>
              <a:spcAft>
                <a:spcPts val="0"/>
              </a:spcAft>
              <a:buClr>
                <a:schemeClr val="dk1"/>
              </a:buClr>
              <a:buSzPts val="800"/>
              <a:buNone/>
              <a:defRPr sz="800">
                <a:solidFill>
                  <a:schemeClr val="dk1"/>
                </a:solidFill>
              </a:defRPr>
            </a:lvl9pPr>
          </a:lstStyle>
          <a:p/>
        </p:txBody>
      </p:sp>
      <p:sp>
        <p:nvSpPr>
          <p:cNvPr id="63" name="Google Shape;63;p5"/>
          <p:cNvSpPr txBox="1"/>
          <p:nvPr>
            <p:ph idx="18" type="subTitle"/>
          </p:nvPr>
        </p:nvSpPr>
        <p:spPr>
          <a:xfrm>
            <a:off x="7188325" y="4598973"/>
            <a:ext cx="1587900" cy="219600"/>
          </a:xfrm>
          <a:prstGeom prst="rect">
            <a:avLst/>
          </a:prstGeom>
          <a:noFill/>
          <a:ln>
            <a:noFill/>
          </a:ln>
        </p:spPr>
        <p:txBody>
          <a:bodyPr anchorCtr="0" anchor="ctr" bIns="0" lIns="0" spcFirstLastPara="1" rIns="0" wrap="square" tIns="0">
            <a:noAutofit/>
          </a:bodyPr>
          <a:lstStyle>
            <a:lvl1pPr lvl="0" algn="ctr">
              <a:lnSpc>
                <a:spcPct val="115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64" name="Google Shape;64;p5"/>
          <p:cNvSpPr txBox="1"/>
          <p:nvPr>
            <p:ph idx="19" type="subTitle"/>
          </p:nvPr>
        </p:nvSpPr>
        <p:spPr>
          <a:xfrm>
            <a:off x="4924850" y="3248209"/>
            <a:ext cx="1587900" cy="187800"/>
          </a:xfrm>
          <a:prstGeom prst="rect">
            <a:avLst/>
          </a:prstGeom>
          <a:noFill/>
          <a:ln>
            <a:noFill/>
          </a:ln>
        </p:spPr>
        <p:txBody>
          <a:bodyPr anchorCtr="0" anchor="t" bIns="0" lIns="0" spcFirstLastPara="1" rIns="0" wrap="square" tIns="0">
            <a:spAutoFit/>
          </a:bodyPr>
          <a:lstStyle>
            <a:lvl1pPr lvl="0" algn="ctr">
              <a:lnSpc>
                <a:spcPct val="115000"/>
              </a:lnSpc>
              <a:spcBef>
                <a:spcPts val="0"/>
              </a:spcBef>
              <a:spcAft>
                <a:spcPts val="0"/>
              </a:spcAft>
              <a:buClr>
                <a:schemeClr val="accent1"/>
              </a:buClr>
              <a:buSzPts val="1400"/>
              <a:buNone/>
              <a:defRPr>
                <a:solidFill>
                  <a:schemeClr val="accent1"/>
                </a:solidFill>
              </a:defRPr>
            </a:lvl1pPr>
            <a:lvl2pPr lvl="1" algn="ctr">
              <a:lnSpc>
                <a:spcPct val="115000"/>
              </a:lnSpc>
              <a:spcBef>
                <a:spcPts val="0"/>
              </a:spcBef>
              <a:spcAft>
                <a:spcPts val="0"/>
              </a:spcAft>
              <a:buClr>
                <a:schemeClr val="accent1"/>
              </a:buClr>
              <a:buSzPts val="1000"/>
              <a:buNone/>
              <a:defRPr sz="1000">
                <a:solidFill>
                  <a:schemeClr val="accent1"/>
                </a:solidFill>
              </a:defRPr>
            </a:lvl2pPr>
            <a:lvl3pPr lvl="2" algn="ctr">
              <a:lnSpc>
                <a:spcPct val="115000"/>
              </a:lnSpc>
              <a:spcBef>
                <a:spcPts val="0"/>
              </a:spcBef>
              <a:spcAft>
                <a:spcPts val="0"/>
              </a:spcAft>
              <a:buClr>
                <a:schemeClr val="accent1"/>
              </a:buClr>
              <a:buSzPts val="1000"/>
              <a:buNone/>
              <a:defRPr sz="1000">
                <a:solidFill>
                  <a:schemeClr val="accent1"/>
                </a:solidFill>
              </a:defRPr>
            </a:lvl3pPr>
            <a:lvl4pPr lvl="3" algn="ctr">
              <a:lnSpc>
                <a:spcPct val="115000"/>
              </a:lnSpc>
              <a:spcBef>
                <a:spcPts val="0"/>
              </a:spcBef>
              <a:spcAft>
                <a:spcPts val="0"/>
              </a:spcAft>
              <a:buClr>
                <a:schemeClr val="accent1"/>
              </a:buClr>
              <a:buSzPts val="1000"/>
              <a:buNone/>
              <a:defRPr sz="1000">
                <a:solidFill>
                  <a:schemeClr val="accent1"/>
                </a:solidFill>
              </a:defRPr>
            </a:lvl4pPr>
            <a:lvl5pPr lvl="4" algn="ctr">
              <a:lnSpc>
                <a:spcPct val="115000"/>
              </a:lnSpc>
              <a:spcBef>
                <a:spcPts val="0"/>
              </a:spcBef>
              <a:spcAft>
                <a:spcPts val="0"/>
              </a:spcAft>
              <a:buClr>
                <a:schemeClr val="accent1"/>
              </a:buClr>
              <a:buSzPts val="1000"/>
              <a:buNone/>
              <a:defRPr sz="1000">
                <a:solidFill>
                  <a:schemeClr val="accent1"/>
                </a:solidFill>
              </a:defRPr>
            </a:lvl5pPr>
            <a:lvl6pPr lvl="5" algn="ctr">
              <a:lnSpc>
                <a:spcPct val="115000"/>
              </a:lnSpc>
              <a:spcBef>
                <a:spcPts val="0"/>
              </a:spcBef>
              <a:spcAft>
                <a:spcPts val="0"/>
              </a:spcAft>
              <a:buClr>
                <a:schemeClr val="accent1"/>
              </a:buClr>
              <a:buSzPts val="1000"/>
              <a:buNone/>
              <a:defRPr sz="1000">
                <a:solidFill>
                  <a:schemeClr val="accent1"/>
                </a:solidFill>
              </a:defRPr>
            </a:lvl6pPr>
            <a:lvl7pPr lvl="6" algn="ctr">
              <a:lnSpc>
                <a:spcPct val="115000"/>
              </a:lnSpc>
              <a:spcBef>
                <a:spcPts val="0"/>
              </a:spcBef>
              <a:spcAft>
                <a:spcPts val="0"/>
              </a:spcAft>
              <a:buClr>
                <a:schemeClr val="accent1"/>
              </a:buClr>
              <a:buSzPts val="1000"/>
              <a:buNone/>
              <a:defRPr sz="1000">
                <a:solidFill>
                  <a:schemeClr val="accent1"/>
                </a:solidFill>
              </a:defRPr>
            </a:lvl7pPr>
            <a:lvl8pPr lvl="7" algn="ctr">
              <a:lnSpc>
                <a:spcPct val="115000"/>
              </a:lnSpc>
              <a:spcBef>
                <a:spcPts val="0"/>
              </a:spcBef>
              <a:spcAft>
                <a:spcPts val="0"/>
              </a:spcAft>
              <a:buClr>
                <a:schemeClr val="accent1"/>
              </a:buClr>
              <a:buSzPts val="1000"/>
              <a:buNone/>
              <a:defRPr sz="1000">
                <a:solidFill>
                  <a:schemeClr val="accent1"/>
                </a:solidFill>
              </a:defRPr>
            </a:lvl8pPr>
            <a:lvl9pPr lvl="8" algn="ctr">
              <a:lnSpc>
                <a:spcPct val="115000"/>
              </a:lnSpc>
              <a:spcBef>
                <a:spcPts val="0"/>
              </a:spcBef>
              <a:spcAft>
                <a:spcPts val="0"/>
              </a:spcAft>
              <a:buClr>
                <a:schemeClr val="accent1"/>
              </a:buClr>
              <a:buSzPts val="1000"/>
              <a:buNone/>
              <a:defRPr sz="1000">
                <a:solidFill>
                  <a:schemeClr val="accent1"/>
                </a:solidFill>
              </a:defRPr>
            </a:lvl9pPr>
          </a:lstStyle>
          <a:p/>
        </p:txBody>
      </p:sp>
      <p:sp>
        <p:nvSpPr>
          <p:cNvPr id="65" name="Google Shape;65;p5"/>
          <p:cNvSpPr txBox="1"/>
          <p:nvPr>
            <p:ph idx="20" type="subTitle"/>
          </p:nvPr>
        </p:nvSpPr>
        <p:spPr>
          <a:xfrm>
            <a:off x="4924850" y="3050375"/>
            <a:ext cx="1587900" cy="219600"/>
          </a:xfrm>
          <a:prstGeom prst="rect">
            <a:avLst/>
          </a:prstGeom>
          <a:noFill/>
          <a:ln>
            <a:noFill/>
          </a:ln>
        </p:spPr>
        <p:txBody>
          <a:bodyPr anchorCtr="0" anchor="ctr" bIns="0" lIns="0" spcFirstLastPara="1" rIns="0" wrap="square" tIns="0">
            <a:noAutofit/>
          </a:bodyPr>
          <a:lstStyle>
            <a:lvl1pPr lvl="0" algn="ctr">
              <a:lnSpc>
                <a:spcPct val="115000"/>
              </a:lnSpc>
              <a:spcBef>
                <a:spcPts val="0"/>
              </a:spcBef>
              <a:spcAft>
                <a:spcPts val="0"/>
              </a:spcAft>
              <a:buClr>
                <a:schemeClr val="dk1"/>
              </a:buClr>
              <a:buSzPts val="800"/>
              <a:buNone/>
              <a:defRPr sz="800">
                <a:solidFill>
                  <a:schemeClr val="dk1"/>
                </a:solidFill>
              </a:defRPr>
            </a:lvl1pPr>
            <a:lvl2pPr lvl="1" algn="ctr">
              <a:lnSpc>
                <a:spcPct val="115000"/>
              </a:lnSpc>
              <a:spcBef>
                <a:spcPts val="0"/>
              </a:spcBef>
              <a:spcAft>
                <a:spcPts val="0"/>
              </a:spcAft>
              <a:buClr>
                <a:schemeClr val="dk1"/>
              </a:buClr>
              <a:buSzPts val="800"/>
              <a:buNone/>
              <a:defRPr sz="800">
                <a:solidFill>
                  <a:schemeClr val="dk1"/>
                </a:solidFill>
              </a:defRPr>
            </a:lvl2pPr>
            <a:lvl3pPr lvl="2" algn="ctr">
              <a:lnSpc>
                <a:spcPct val="115000"/>
              </a:lnSpc>
              <a:spcBef>
                <a:spcPts val="0"/>
              </a:spcBef>
              <a:spcAft>
                <a:spcPts val="0"/>
              </a:spcAft>
              <a:buClr>
                <a:schemeClr val="dk1"/>
              </a:buClr>
              <a:buSzPts val="800"/>
              <a:buNone/>
              <a:defRPr sz="800">
                <a:solidFill>
                  <a:schemeClr val="dk1"/>
                </a:solidFill>
              </a:defRPr>
            </a:lvl3pPr>
            <a:lvl4pPr lvl="3" algn="ctr">
              <a:lnSpc>
                <a:spcPct val="115000"/>
              </a:lnSpc>
              <a:spcBef>
                <a:spcPts val="0"/>
              </a:spcBef>
              <a:spcAft>
                <a:spcPts val="0"/>
              </a:spcAft>
              <a:buClr>
                <a:schemeClr val="dk1"/>
              </a:buClr>
              <a:buSzPts val="800"/>
              <a:buNone/>
              <a:defRPr sz="800">
                <a:solidFill>
                  <a:schemeClr val="dk1"/>
                </a:solidFill>
              </a:defRPr>
            </a:lvl4pPr>
            <a:lvl5pPr lvl="4" algn="ctr">
              <a:lnSpc>
                <a:spcPct val="115000"/>
              </a:lnSpc>
              <a:spcBef>
                <a:spcPts val="0"/>
              </a:spcBef>
              <a:spcAft>
                <a:spcPts val="0"/>
              </a:spcAft>
              <a:buClr>
                <a:schemeClr val="dk1"/>
              </a:buClr>
              <a:buSzPts val="800"/>
              <a:buNone/>
              <a:defRPr sz="800">
                <a:solidFill>
                  <a:schemeClr val="dk1"/>
                </a:solidFill>
              </a:defRPr>
            </a:lvl5pPr>
            <a:lvl6pPr lvl="5" algn="ctr">
              <a:lnSpc>
                <a:spcPct val="115000"/>
              </a:lnSpc>
              <a:spcBef>
                <a:spcPts val="0"/>
              </a:spcBef>
              <a:spcAft>
                <a:spcPts val="0"/>
              </a:spcAft>
              <a:buClr>
                <a:schemeClr val="dk1"/>
              </a:buClr>
              <a:buSzPts val="800"/>
              <a:buNone/>
              <a:defRPr sz="800">
                <a:solidFill>
                  <a:schemeClr val="dk1"/>
                </a:solidFill>
              </a:defRPr>
            </a:lvl6pPr>
            <a:lvl7pPr lvl="6" algn="ctr">
              <a:lnSpc>
                <a:spcPct val="115000"/>
              </a:lnSpc>
              <a:spcBef>
                <a:spcPts val="0"/>
              </a:spcBef>
              <a:spcAft>
                <a:spcPts val="0"/>
              </a:spcAft>
              <a:buClr>
                <a:schemeClr val="dk1"/>
              </a:buClr>
              <a:buSzPts val="800"/>
              <a:buNone/>
              <a:defRPr sz="800">
                <a:solidFill>
                  <a:schemeClr val="dk1"/>
                </a:solidFill>
              </a:defRPr>
            </a:lvl7pPr>
            <a:lvl8pPr lvl="7" algn="ctr">
              <a:lnSpc>
                <a:spcPct val="115000"/>
              </a:lnSpc>
              <a:spcBef>
                <a:spcPts val="0"/>
              </a:spcBef>
              <a:spcAft>
                <a:spcPts val="0"/>
              </a:spcAft>
              <a:buClr>
                <a:schemeClr val="dk1"/>
              </a:buClr>
              <a:buSzPts val="800"/>
              <a:buNone/>
              <a:defRPr sz="800">
                <a:solidFill>
                  <a:schemeClr val="dk1"/>
                </a:solidFill>
              </a:defRPr>
            </a:lvl8pPr>
            <a:lvl9pPr lvl="8" algn="ctr">
              <a:lnSpc>
                <a:spcPct val="115000"/>
              </a:lnSpc>
              <a:spcBef>
                <a:spcPts val="0"/>
              </a:spcBef>
              <a:spcAft>
                <a:spcPts val="0"/>
              </a:spcAft>
              <a:buClr>
                <a:schemeClr val="dk1"/>
              </a:buClr>
              <a:buSzPts val="800"/>
              <a:buNone/>
              <a:defRPr sz="800">
                <a:solidFill>
                  <a:schemeClr val="dk1"/>
                </a:solidFill>
              </a:defRPr>
            </a:lvl9pPr>
          </a:lstStyle>
          <a:p/>
        </p:txBody>
      </p:sp>
      <p:sp>
        <p:nvSpPr>
          <p:cNvPr id="66" name="Google Shape;66;p5"/>
          <p:cNvSpPr txBox="1"/>
          <p:nvPr>
            <p:ph idx="21" type="subTitle"/>
          </p:nvPr>
        </p:nvSpPr>
        <p:spPr>
          <a:xfrm>
            <a:off x="4924850" y="4598973"/>
            <a:ext cx="1587900" cy="219600"/>
          </a:xfrm>
          <a:prstGeom prst="rect">
            <a:avLst/>
          </a:prstGeom>
          <a:noFill/>
          <a:ln>
            <a:noFill/>
          </a:ln>
        </p:spPr>
        <p:txBody>
          <a:bodyPr anchorCtr="0" anchor="ctr" bIns="0" lIns="0" spcFirstLastPara="1" rIns="0" wrap="square" tIns="0">
            <a:noAutofit/>
          </a:bodyPr>
          <a:lstStyle>
            <a:lvl1pPr lvl="0" algn="ctr">
              <a:lnSpc>
                <a:spcPct val="115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67" name="Google Shape;67;p5"/>
          <p:cNvSpPr txBox="1"/>
          <p:nvPr>
            <p:ph idx="22" type="subTitle"/>
          </p:nvPr>
        </p:nvSpPr>
        <p:spPr>
          <a:xfrm>
            <a:off x="2643513" y="3248209"/>
            <a:ext cx="1587900" cy="187800"/>
          </a:xfrm>
          <a:prstGeom prst="rect">
            <a:avLst/>
          </a:prstGeom>
          <a:noFill/>
          <a:ln>
            <a:noFill/>
          </a:ln>
        </p:spPr>
        <p:txBody>
          <a:bodyPr anchorCtr="0" anchor="t" bIns="0" lIns="0" spcFirstLastPara="1" rIns="0" wrap="square" tIns="0">
            <a:spAutoFit/>
          </a:bodyPr>
          <a:lstStyle>
            <a:lvl1pPr lvl="0" algn="ctr">
              <a:lnSpc>
                <a:spcPct val="115000"/>
              </a:lnSpc>
              <a:spcBef>
                <a:spcPts val="0"/>
              </a:spcBef>
              <a:spcAft>
                <a:spcPts val="0"/>
              </a:spcAft>
              <a:buClr>
                <a:schemeClr val="accent1"/>
              </a:buClr>
              <a:buSzPts val="1400"/>
              <a:buNone/>
              <a:defRPr>
                <a:solidFill>
                  <a:schemeClr val="accent1"/>
                </a:solidFill>
              </a:defRPr>
            </a:lvl1pPr>
            <a:lvl2pPr lvl="1" algn="ctr">
              <a:lnSpc>
                <a:spcPct val="115000"/>
              </a:lnSpc>
              <a:spcBef>
                <a:spcPts val="0"/>
              </a:spcBef>
              <a:spcAft>
                <a:spcPts val="0"/>
              </a:spcAft>
              <a:buClr>
                <a:schemeClr val="accent1"/>
              </a:buClr>
              <a:buSzPts val="1000"/>
              <a:buNone/>
              <a:defRPr sz="1000">
                <a:solidFill>
                  <a:schemeClr val="accent1"/>
                </a:solidFill>
              </a:defRPr>
            </a:lvl2pPr>
            <a:lvl3pPr lvl="2" algn="ctr">
              <a:lnSpc>
                <a:spcPct val="115000"/>
              </a:lnSpc>
              <a:spcBef>
                <a:spcPts val="0"/>
              </a:spcBef>
              <a:spcAft>
                <a:spcPts val="0"/>
              </a:spcAft>
              <a:buClr>
                <a:schemeClr val="accent1"/>
              </a:buClr>
              <a:buSzPts val="1000"/>
              <a:buNone/>
              <a:defRPr sz="1000">
                <a:solidFill>
                  <a:schemeClr val="accent1"/>
                </a:solidFill>
              </a:defRPr>
            </a:lvl3pPr>
            <a:lvl4pPr lvl="3" algn="ctr">
              <a:lnSpc>
                <a:spcPct val="115000"/>
              </a:lnSpc>
              <a:spcBef>
                <a:spcPts val="0"/>
              </a:spcBef>
              <a:spcAft>
                <a:spcPts val="0"/>
              </a:spcAft>
              <a:buClr>
                <a:schemeClr val="accent1"/>
              </a:buClr>
              <a:buSzPts val="1000"/>
              <a:buNone/>
              <a:defRPr sz="1000">
                <a:solidFill>
                  <a:schemeClr val="accent1"/>
                </a:solidFill>
              </a:defRPr>
            </a:lvl4pPr>
            <a:lvl5pPr lvl="4" algn="ctr">
              <a:lnSpc>
                <a:spcPct val="115000"/>
              </a:lnSpc>
              <a:spcBef>
                <a:spcPts val="0"/>
              </a:spcBef>
              <a:spcAft>
                <a:spcPts val="0"/>
              </a:spcAft>
              <a:buClr>
                <a:schemeClr val="accent1"/>
              </a:buClr>
              <a:buSzPts val="1000"/>
              <a:buNone/>
              <a:defRPr sz="1000">
                <a:solidFill>
                  <a:schemeClr val="accent1"/>
                </a:solidFill>
              </a:defRPr>
            </a:lvl5pPr>
            <a:lvl6pPr lvl="5" algn="ctr">
              <a:lnSpc>
                <a:spcPct val="115000"/>
              </a:lnSpc>
              <a:spcBef>
                <a:spcPts val="0"/>
              </a:spcBef>
              <a:spcAft>
                <a:spcPts val="0"/>
              </a:spcAft>
              <a:buClr>
                <a:schemeClr val="accent1"/>
              </a:buClr>
              <a:buSzPts val="1000"/>
              <a:buNone/>
              <a:defRPr sz="1000">
                <a:solidFill>
                  <a:schemeClr val="accent1"/>
                </a:solidFill>
              </a:defRPr>
            </a:lvl6pPr>
            <a:lvl7pPr lvl="6" algn="ctr">
              <a:lnSpc>
                <a:spcPct val="115000"/>
              </a:lnSpc>
              <a:spcBef>
                <a:spcPts val="0"/>
              </a:spcBef>
              <a:spcAft>
                <a:spcPts val="0"/>
              </a:spcAft>
              <a:buClr>
                <a:schemeClr val="accent1"/>
              </a:buClr>
              <a:buSzPts val="1000"/>
              <a:buNone/>
              <a:defRPr sz="1000">
                <a:solidFill>
                  <a:schemeClr val="accent1"/>
                </a:solidFill>
              </a:defRPr>
            </a:lvl7pPr>
            <a:lvl8pPr lvl="7" algn="ctr">
              <a:lnSpc>
                <a:spcPct val="115000"/>
              </a:lnSpc>
              <a:spcBef>
                <a:spcPts val="0"/>
              </a:spcBef>
              <a:spcAft>
                <a:spcPts val="0"/>
              </a:spcAft>
              <a:buClr>
                <a:schemeClr val="accent1"/>
              </a:buClr>
              <a:buSzPts val="1000"/>
              <a:buNone/>
              <a:defRPr sz="1000">
                <a:solidFill>
                  <a:schemeClr val="accent1"/>
                </a:solidFill>
              </a:defRPr>
            </a:lvl8pPr>
            <a:lvl9pPr lvl="8" algn="ctr">
              <a:lnSpc>
                <a:spcPct val="115000"/>
              </a:lnSpc>
              <a:spcBef>
                <a:spcPts val="0"/>
              </a:spcBef>
              <a:spcAft>
                <a:spcPts val="0"/>
              </a:spcAft>
              <a:buClr>
                <a:schemeClr val="accent1"/>
              </a:buClr>
              <a:buSzPts val="1000"/>
              <a:buNone/>
              <a:defRPr sz="1000">
                <a:solidFill>
                  <a:schemeClr val="accent1"/>
                </a:solidFill>
              </a:defRPr>
            </a:lvl9pPr>
          </a:lstStyle>
          <a:p/>
        </p:txBody>
      </p:sp>
      <p:sp>
        <p:nvSpPr>
          <p:cNvPr id="68" name="Google Shape;68;p5"/>
          <p:cNvSpPr txBox="1"/>
          <p:nvPr>
            <p:ph idx="23" type="subTitle"/>
          </p:nvPr>
        </p:nvSpPr>
        <p:spPr>
          <a:xfrm>
            <a:off x="2643513" y="3050375"/>
            <a:ext cx="1587900" cy="219600"/>
          </a:xfrm>
          <a:prstGeom prst="rect">
            <a:avLst/>
          </a:prstGeom>
          <a:noFill/>
          <a:ln>
            <a:noFill/>
          </a:ln>
        </p:spPr>
        <p:txBody>
          <a:bodyPr anchorCtr="0" anchor="ctr" bIns="0" lIns="0" spcFirstLastPara="1" rIns="0" wrap="square" tIns="0">
            <a:noAutofit/>
          </a:bodyPr>
          <a:lstStyle>
            <a:lvl1pPr lvl="0" algn="ctr">
              <a:lnSpc>
                <a:spcPct val="115000"/>
              </a:lnSpc>
              <a:spcBef>
                <a:spcPts val="0"/>
              </a:spcBef>
              <a:spcAft>
                <a:spcPts val="0"/>
              </a:spcAft>
              <a:buClr>
                <a:schemeClr val="dk1"/>
              </a:buClr>
              <a:buSzPts val="800"/>
              <a:buNone/>
              <a:defRPr sz="800">
                <a:solidFill>
                  <a:schemeClr val="dk1"/>
                </a:solidFill>
              </a:defRPr>
            </a:lvl1pPr>
            <a:lvl2pPr lvl="1" algn="ctr">
              <a:lnSpc>
                <a:spcPct val="115000"/>
              </a:lnSpc>
              <a:spcBef>
                <a:spcPts val="0"/>
              </a:spcBef>
              <a:spcAft>
                <a:spcPts val="0"/>
              </a:spcAft>
              <a:buClr>
                <a:schemeClr val="dk1"/>
              </a:buClr>
              <a:buSzPts val="800"/>
              <a:buNone/>
              <a:defRPr sz="800">
                <a:solidFill>
                  <a:schemeClr val="dk1"/>
                </a:solidFill>
              </a:defRPr>
            </a:lvl2pPr>
            <a:lvl3pPr lvl="2" algn="ctr">
              <a:lnSpc>
                <a:spcPct val="115000"/>
              </a:lnSpc>
              <a:spcBef>
                <a:spcPts val="0"/>
              </a:spcBef>
              <a:spcAft>
                <a:spcPts val="0"/>
              </a:spcAft>
              <a:buClr>
                <a:schemeClr val="dk1"/>
              </a:buClr>
              <a:buSzPts val="800"/>
              <a:buNone/>
              <a:defRPr sz="800">
                <a:solidFill>
                  <a:schemeClr val="dk1"/>
                </a:solidFill>
              </a:defRPr>
            </a:lvl3pPr>
            <a:lvl4pPr lvl="3" algn="ctr">
              <a:lnSpc>
                <a:spcPct val="115000"/>
              </a:lnSpc>
              <a:spcBef>
                <a:spcPts val="0"/>
              </a:spcBef>
              <a:spcAft>
                <a:spcPts val="0"/>
              </a:spcAft>
              <a:buClr>
                <a:schemeClr val="dk1"/>
              </a:buClr>
              <a:buSzPts val="800"/>
              <a:buNone/>
              <a:defRPr sz="800">
                <a:solidFill>
                  <a:schemeClr val="dk1"/>
                </a:solidFill>
              </a:defRPr>
            </a:lvl4pPr>
            <a:lvl5pPr lvl="4" algn="ctr">
              <a:lnSpc>
                <a:spcPct val="115000"/>
              </a:lnSpc>
              <a:spcBef>
                <a:spcPts val="0"/>
              </a:spcBef>
              <a:spcAft>
                <a:spcPts val="0"/>
              </a:spcAft>
              <a:buClr>
                <a:schemeClr val="dk1"/>
              </a:buClr>
              <a:buSzPts val="800"/>
              <a:buNone/>
              <a:defRPr sz="800">
                <a:solidFill>
                  <a:schemeClr val="dk1"/>
                </a:solidFill>
              </a:defRPr>
            </a:lvl5pPr>
            <a:lvl6pPr lvl="5" algn="ctr">
              <a:lnSpc>
                <a:spcPct val="115000"/>
              </a:lnSpc>
              <a:spcBef>
                <a:spcPts val="0"/>
              </a:spcBef>
              <a:spcAft>
                <a:spcPts val="0"/>
              </a:spcAft>
              <a:buClr>
                <a:schemeClr val="dk1"/>
              </a:buClr>
              <a:buSzPts val="800"/>
              <a:buNone/>
              <a:defRPr sz="800">
                <a:solidFill>
                  <a:schemeClr val="dk1"/>
                </a:solidFill>
              </a:defRPr>
            </a:lvl6pPr>
            <a:lvl7pPr lvl="6" algn="ctr">
              <a:lnSpc>
                <a:spcPct val="115000"/>
              </a:lnSpc>
              <a:spcBef>
                <a:spcPts val="0"/>
              </a:spcBef>
              <a:spcAft>
                <a:spcPts val="0"/>
              </a:spcAft>
              <a:buClr>
                <a:schemeClr val="dk1"/>
              </a:buClr>
              <a:buSzPts val="800"/>
              <a:buNone/>
              <a:defRPr sz="800">
                <a:solidFill>
                  <a:schemeClr val="dk1"/>
                </a:solidFill>
              </a:defRPr>
            </a:lvl7pPr>
            <a:lvl8pPr lvl="7" algn="ctr">
              <a:lnSpc>
                <a:spcPct val="115000"/>
              </a:lnSpc>
              <a:spcBef>
                <a:spcPts val="0"/>
              </a:spcBef>
              <a:spcAft>
                <a:spcPts val="0"/>
              </a:spcAft>
              <a:buClr>
                <a:schemeClr val="dk1"/>
              </a:buClr>
              <a:buSzPts val="800"/>
              <a:buNone/>
              <a:defRPr sz="800">
                <a:solidFill>
                  <a:schemeClr val="dk1"/>
                </a:solidFill>
              </a:defRPr>
            </a:lvl8pPr>
            <a:lvl9pPr lvl="8" algn="ctr">
              <a:lnSpc>
                <a:spcPct val="115000"/>
              </a:lnSpc>
              <a:spcBef>
                <a:spcPts val="0"/>
              </a:spcBef>
              <a:spcAft>
                <a:spcPts val="0"/>
              </a:spcAft>
              <a:buClr>
                <a:schemeClr val="dk1"/>
              </a:buClr>
              <a:buSzPts val="800"/>
              <a:buNone/>
              <a:defRPr sz="800">
                <a:solidFill>
                  <a:schemeClr val="dk1"/>
                </a:solidFill>
              </a:defRPr>
            </a:lvl9pPr>
          </a:lstStyle>
          <a:p/>
        </p:txBody>
      </p:sp>
      <p:sp>
        <p:nvSpPr>
          <p:cNvPr id="69" name="Google Shape;69;p5"/>
          <p:cNvSpPr txBox="1"/>
          <p:nvPr>
            <p:ph idx="24" type="subTitle"/>
          </p:nvPr>
        </p:nvSpPr>
        <p:spPr>
          <a:xfrm>
            <a:off x="2643513" y="4598973"/>
            <a:ext cx="1587900" cy="219600"/>
          </a:xfrm>
          <a:prstGeom prst="rect">
            <a:avLst/>
          </a:prstGeom>
          <a:noFill/>
          <a:ln>
            <a:noFill/>
          </a:ln>
        </p:spPr>
        <p:txBody>
          <a:bodyPr anchorCtr="0" anchor="ctr" bIns="0" lIns="0" spcFirstLastPara="1" rIns="0" wrap="square" tIns="0">
            <a:noAutofit/>
          </a:bodyPr>
          <a:lstStyle>
            <a:lvl1pPr lvl="0" algn="ctr">
              <a:lnSpc>
                <a:spcPct val="115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Eight members">
  <p:cSld name="CUSTOM_6">
    <p:spTree>
      <p:nvGrpSpPr>
        <p:cNvPr id="70" name="Shape 70"/>
        <p:cNvGrpSpPr/>
        <p:nvPr/>
      </p:nvGrpSpPr>
      <p:grpSpPr>
        <a:xfrm>
          <a:off x="0" y="0"/>
          <a:ext cx="0" cy="0"/>
          <a:chOff x="0" y="0"/>
          <a:chExt cx="0" cy="0"/>
        </a:xfrm>
      </p:grpSpPr>
      <p:sp>
        <p:nvSpPr>
          <p:cNvPr id="71" name="Google Shape;71;p6"/>
          <p:cNvSpPr txBox="1"/>
          <p:nvPr>
            <p:ph idx="1" type="subTitle"/>
          </p:nvPr>
        </p:nvSpPr>
        <p:spPr>
          <a:xfrm>
            <a:off x="6750600" y="1283963"/>
            <a:ext cx="20262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000"/>
              <a:buNone/>
              <a:defRPr sz="1000"/>
            </a:lvl1pPr>
            <a:lvl2pPr lvl="1" algn="l">
              <a:lnSpc>
                <a:spcPct val="115000"/>
              </a:lnSpc>
              <a:spcBef>
                <a:spcPts val="0"/>
              </a:spcBef>
              <a:spcAft>
                <a:spcPts val="0"/>
              </a:spcAft>
              <a:buSzPts val="1000"/>
              <a:buNone/>
              <a:defRPr sz="1000"/>
            </a:lvl2pPr>
            <a:lvl3pPr lvl="2" algn="l">
              <a:lnSpc>
                <a:spcPct val="115000"/>
              </a:lnSpc>
              <a:spcBef>
                <a:spcPts val="0"/>
              </a:spcBef>
              <a:spcAft>
                <a:spcPts val="0"/>
              </a:spcAft>
              <a:buSzPts val="1000"/>
              <a:buNone/>
              <a:defRPr sz="1000"/>
            </a:lvl3pPr>
            <a:lvl4pPr lvl="3" algn="l">
              <a:lnSpc>
                <a:spcPct val="115000"/>
              </a:lnSpc>
              <a:spcBef>
                <a:spcPts val="0"/>
              </a:spcBef>
              <a:spcAft>
                <a:spcPts val="0"/>
              </a:spcAft>
              <a:buSzPts val="1000"/>
              <a:buNone/>
              <a:defRPr sz="1000"/>
            </a:lvl4pPr>
            <a:lvl5pPr lvl="4" algn="l">
              <a:lnSpc>
                <a:spcPct val="115000"/>
              </a:lnSpc>
              <a:spcBef>
                <a:spcPts val="0"/>
              </a:spcBef>
              <a:spcAft>
                <a:spcPts val="0"/>
              </a:spcAft>
              <a:buSzPts val="1000"/>
              <a:buNone/>
              <a:defRPr sz="1000"/>
            </a:lvl5pPr>
            <a:lvl6pPr lvl="5" algn="l">
              <a:lnSpc>
                <a:spcPct val="115000"/>
              </a:lnSpc>
              <a:spcBef>
                <a:spcPts val="0"/>
              </a:spcBef>
              <a:spcAft>
                <a:spcPts val="0"/>
              </a:spcAft>
              <a:buSzPts val="1000"/>
              <a:buNone/>
              <a:defRPr sz="1000"/>
            </a:lvl6pPr>
            <a:lvl7pPr lvl="6" algn="l">
              <a:lnSpc>
                <a:spcPct val="115000"/>
              </a:lnSpc>
              <a:spcBef>
                <a:spcPts val="0"/>
              </a:spcBef>
              <a:spcAft>
                <a:spcPts val="0"/>
              </a:spcAft>
              <a:buSzPts val="1000"/>
              <a:buNone/>
              <a:defRPr sz="1000"/>
            </a:lvl7pPr>
            <a:lvl8pPr lvl="7" algn="l">
              <a:lnSpc>
                <a:spcPct val="115000"/>
              </a:lnSpc>
              <a:spcBef>
                <a:spcPts val="0"/>
              </a:spcBef>
              <a:spcAft>
                <a:spcPts val="0"/>
              </a:spcAft>
              <a:buSzPts val="1000"/>
              <a:buNone/>
              <a:defRPr sz="1000"/>
            </a:lvl8pPr>
            <a:lvl9pPr lvl="8" algn="l">
              <a:lnSpc>
                <a:spcPct val="115000"/>
              </a:lnSpc>
              <a:spcBef>
                <a:spcPts val="0"/>
              </a:spcBef>
              <a:spcAft>
                <a:spcPts val="0"/>
              </a:spcAft>
              <a:buSzPts val="1000"/>
              <a:buNone/>
              <a:defRPr sz="1000"/>
            </a:lvl9pPr>
          </a:lstStyle>
          <a:p/>
        </p:txBody>
      </p:sp>
      <p:sp>
        <p:nvSpPr>
          <p:cNvPr id="72" name="Google Shape;72;p6"/>
          <p:cNvSpPr txBox="1"/>
          <p:nvPr>
            <p:ph idx="2" type="subTitle"/>
          </p:nvPr>
        </p:nvSpPr>
        <p:spPr>
          <a:xfrm>
            <a:off x="6750600" y="1054750"/>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800"/>
              <a:buNone/>
              <a:defRPr sz="800"/>
            </a:lvl2pPr>
            <a:lvl3pPr lvl="2" algn="l">
              <a:lnSpc>
                <a:spcPct val="115000"/>
              </a:lnSpc>
              <a:spcBef>
                <a:spcPts val="0"/>
              </a:spcBef>
              <a:spcAft>
                <a:spcPts val="0"/>
              </a:spcAft>
              <a:buSzPts val="800"/>
              <a:buNone/>
              <a:defRPr sz="800"/>
            </a:lvl3pPr>
            <a:lvl4pPr lvl="3" algn="l">
              <a:lnSpc>
                <a:spcPct val="115000"/>
              </a:lnSpc>
              <a:spcBef>
                <a:spcPts val="0"/>
              </a:spcBef>
              <a:spcAft>
                <a:spcPts val="0"/>
              </a:spcAft>
              <a:buSzPts val="800"/>
              <a:buNone/>
              <a:defRPr sz="800"/>
            </a:lvl4pPr>
            <a:lvl5pPr lvl="4" algn="l">
              <a:lnSpc>
                <a:spcPct val="115000"/>
              </a:lnSpc>
              <a:spcBef>
                <a:spcPts val="0"/>
              </a:spcBef>
              <a:spcAft>
                <a:spcPts val="0"/>
              </a:spcAft>
              <a:buSzPts val="800"/>
              <a:buNone/>
              <a:defRPr sz="800"/>
            </a:lvl5pPr>
            <a:lvl6pPr lvl="5" algn="l">
              <a:lnSpc>
                <a:spcPct val="115000"/>
              </a:lnSpc>
              <a:spcBef>
                <a:spcPts val="0"/>
              </a:spcBef>
              <a:spcAft>
                <a:spcPts val="0"/>
              </a:spcAft>
              <a:buSzPts val="800"/>
              <a:buNone/>
              <a:defRPr sz="800"/>
            </a:lvl6pPr>
            <a:lvl7pPr lvl="6" algn="l">
              <a:lnSpc>
                <a:spcPct val="115000"/>
              </a:lnSpc>
              <a:spcBef>
                <a:spcPts val="0"/>
              </a:spcBef>
              <a:spcAft>
                <a:spcPts val="0"/>
              </a:spcAft>
              <a:buSzPts val="800"/>
              <a:buNone/>
              <a:defRPr sz="800"/>
            </a:lvl7pPr>
            <a:lvl8pPr lvl="7" algn="l">
              <a:lnSpc>
                <a:spcPct val="115000"/>
              </a:lnSpc>
              <a:spcBef>
                <a:spcPts val="0"/>
              </a:spcBef>
              <a:spcAft>
                <a:spcPts val="0"/>
              </a:spcAft>
              <a:buSzPts val="800"/>
              <a:buNone/>
              <a:defRPr sz="800"/>
            </a:lvl8pPr>
            <a:lvl9pPr lvl="8" algn="l">
              <a:lnSpc>
                <a:spcPct val="115000"/>
              </a:lnSpc>
              <a:spcBef>
                <a:spcPts val="0"/>
              </a:spcBef>
              <a:spcAft>
                <a:spcPts val="0"/>
              </a:spcAft>
              <a:buSzPts val="800"/>
              <a:buNone/>
              <a:defRPr sz="800"/>
            </a:lvl9pPr>
          </a:lstStyle>
          <a:p/>
        </p:txBody>
      </p:sp>
      <p:sp>
        <p:nvSpPr>
          <p:cNvPr id="73" name="Google Shape;73;p6"/>
          <p:cNvSpPr txBox="1"/>
          <p:nvPr>
            <p:ph idx="3" type="subTitle"/>
          </p:nvPr>
        </p:nvSpPr>
        <p:spPr>
          <a:xfrm>
            <a:off x="6750600" y="1427900"/>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1pPr>
            <a:lvl2pPr lvl="1"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2pPr>
            <a:lvl3pPr lvl="2"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3pPr>
            <a:lvl4pPr lvl="3"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4pPr>
            <a:lvl5pPr lvl="4"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5pPr>
            <a:lvl6pPr lvl="5"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6pPr>
            <a:lvl7pPr lvl="6"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7pPr>
            <a:lvl8pPr lvl="7"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8pPr>
            <a:lvl9pPr lvl="8"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74" name="Google Shape;74;p6"/>
          <p:cNvSpPr/>
          <p:nvPr>
            <p:ph idx="4" type="pic"/>
          </p:nvPr>
        </p:nvSpPr>
        <p:spPr>
          <a:xfrm>
            <a:off x="6080709" y="1066100"/>
            <a:ext cx="530400" cy="530400"/>
          </a:xfrm>
          <a:prstGeom prst="rect">
            <a:avLst/>
          </a:prstGeom>
          <a:noFill/>
          <a:ln>
            <a:noFill/>
          </a:ln>
        </p:spPr>
      </p:sp>
      <p:sp>
        <p:nvSpPr>
          <p:cNvPr id="75" name="Google Shape;75;p6"/>
          <p:cNvSpPr txBox="1"/>
          <p:nvPr>
            <p:ph idx="5" type="subTitle"/>
          </p:nvPr>
        </p:nvSpPr>
        <p:spPr>
          <a:xfrm>
            <a:off x="3824550" y="1283963"/>
            <a:ext cx="20262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000"/>
              <a:buNone/>
              <a:defRPr sz="1000"/>
            </a:lvl1pPr>
            <a:lvl2pPr lvl="1" algn="l">
              <a:lnSpc>
                <a:spcPct val="115000"/>
              </a:lnSpc>
              <a:spcBef>
                <a:spcPts val="0"/>
              </a:spcBef>
              <a:spcAft>
                <a:spcPts val="0"/>
              </a:spcAft>
              <a:buSzPts val="1000"/>
              <a:buNone/>
              <a:defRPr sz="1000"/>
            </a:lvl2pPr>
            <a:lvl3pPr lvl="2" algn="l">
              <a:lnSpc>
                <a:spcPct val="115000"/>
              </a:lnSpc>
              <a:spcBef>
                <a:spcPts val="0"/>
              </a:spcBef>
              <a:spcAft>
                <a:spcPts val="0"/>
              </a:spcAft>
              <a:buSzPts val="1000"/>
              <a:buNone/>
              <a:defRPr sz="1000"/>
            </a:lvl3pPr>
            <a:lvl4pPr lvl="3" algn="l">
              <a:lnSpc>
                <a:spcPct val="115000"/>
              </a:lnSpc>
              <a:spcBef>
                <a:spcPts val="0"/>
              </a:spcBef>
              <a:spcAft>
                <a:spcPts val="0"/>
              </a:spcAft>
              <a:buSzPts val="1000"/>
              <a:buNone/>
              <a:defRPr sz="1000"/>
            </a:lvl4pPr>
            <a:lvl5pPr lvl="4" algn="l">
              <a:lnSpc>
                <a:spcPct val="115000"/>
              </a:lnSpc>
              <a:spcBef>
                <a:spcPts val="0"/>
              </a:spcBef>
              <a:spcAft>
                <a:spcPts val="0"/>
              </a:spcAft>
              <a:buSzPts val="1000"/>
              <a:buNone/>
              <a:defRPr sz="1000"/>
            </a:lvl5pPr>
            <a:lvl6pPr lvl="5" algn="l">
              <a:lnSpc>
                <a:spcPct val="115000"/>
              </a:lnSpc>
              <a:spcBef>
                <a:spcPts val="0"/>
              </a:spcBef>
              <a:spcAft>
                <a:spcPts val="0"/>
              </a:spcAft>
              <a:buSzPts val="1000"/>
              <a:buNone/>
              <a:defRPr sz="1000"/>
            </a:lvl6pPr>
            <a:lvl7pPr lvl="6" algn="l">
              <a:lnSpc>
                <a:spcPct val="115000"/>
              </a:lnSpc>
              <a:spcBef>
                <a:spcPts val="0"/>
              </a:spcBef>
              <a:spcAft>
                <a:spcPts val="0"/>
              </a:spcAft>
              <a:buSzPts val="1000"/>
              <a:buNone/>
              <a:defRPr sz="1000"/>
            </a:lvl7pPr>
            <a:lvl8pPr lvl="7" algn="l">
              <a:lnSpc>
                <a:spcPct val="115000"/>
              </a:lnSpc>
              <a:spcBef>
                <a:spcPts val="0"/>
              </a:spcBef>
              <a:spcAft>
                <a:spcPts val="0"/>
              </a:spcAft>
              <a:buSzPts val="1000"/>
              <a:buNone/>
              <a:defRPr sz="1000"/>
            </a:lvl8pPr>
            <a:lvl9pPr lvl="8" algn="l">
              <a:lnSpc>
                <a:spcPct val="115000"/>
              </a:lnSpc>
              <a:spcBef>
                <a:spcPts val="0"/>
              </a:spcBef>
              <a:spcAft>
                <a:spcPts val="0"/>
              </a:spcAft>
              <a:buSzPts val="1000"/>
              <a:buNone/>
              <a:defRPr sz="1000"/>
            </a:lvl9pPr>
          </a:lstStyle>
          <a:p/>
        </p:txBody>
      </p:sp>
      <p:sp>
        <p:nvSpPr>
          <p:cNvPr id="76" name="Google Shape;76;p6"/>
          <p:cNvSpPr txBox="1"/>
          <p:nvPr>
            <p:ph idx="6" type="subTitle"/>
          </p:nvPr>
        </p:nvSpPr>
        <p:spPr>
          <a:xfrm>
            <a:off x="3824550" y="1054750"/>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800"/>
              <a:buNone/>
              <a:defRPr sz="800"/>
            </a:lvl2pPr>
            <a:lvl3pPr lvl="2" algn="l">
              <a:lnSpc>
                <a:spcPct val="115000"/>
              </a:lnSpc>
              <a:spcBef>
                <a:spcPts val="0"/>
              </a:spcBef>
              <a:spcAft>
                <a:spcPts val="0"/>
              </a:spcAft>
              <a:buSzPts val="800"/>
              <a:buNone/>
              <a:defRPr sz="800"/>
            </a:lvl3pPr>
            <a:lvl4pPr lvl="3" algn="l">
              <a:lnSpc>
                <a:spcPct val="115000"/>
              </a:lnSpc>
              <a:spcBef>
                <a:spcPts val="0"/>
              </a:spcBef>
              <a:spcAft>
                <a:spcPts val="0"/>
              </a:spcAft>
              <a:buSzPts val="800"/>
              <a:buNone/>
              <a:defRPr sz="800"/>
            </a:lvl4pPr>
            <a:lvl5pPr lvl="4" algn="l">
              <a:lnSpc>
                <a:spcPct val="115000"/>
              </a:lnSpc>
              <a:spcBef>
                <a:spcPts val="0"/>
              </a:spcBef>
              <a:spcAft>
                <a:spcPts val="0"/>
              </a:spcAft>
              <a:buSzPts val="800"/>
              <a:buNone/>
              <a:defRPr sz="800"/>
            </a:lvl5pPr>
            <a:lvl6pPr lvl="5" algn="l">
              <a:lnSpc>
                <a:spcPct val="115000"/>
              </a:lnSpc>
              <a:spcBef>
                <a:spcPts val="0"/>
              </a:spcBef>
              <a:spcAft>
                <a:spcPts val="0"/>
              </a:spcAft>
              <a:buSzPts val="800"/>
              <a:buNone/>
              <a:defRPr sz="800"/>
            </a:lvl6pPr>
            <a:lvl7pPr lvl="6" algn="l">
              <a:lnSpc>
                <a:spcPct val="115000"/>
              </a:lnSpc>
              <a:spcBef>
                <a:spcPts val="0"/>
              </a:spcBef>
              <a:spcAft>
                <a:spcPts val="0"/>
              </a:spcAft>
              <a:buSzPts val="800"/>
              <a:buNone/>
              <a:defRPr sz="800"/>
            </a:lvl7pPr>
            <a:lvl8pPr lvl="7" algn="l">
              <a:lnSpc>
                <a:spcPct val="115000"/>
              </a:lnSpc>
              <a:spcBef>
                <a:spcPts val="0"/>
              </a:spcBef>
              <a:spcAft>
                <a:spcPts val="0"/>
              </a:spcAft>
              <a:buSzPts val="800"/>
              <a:buNone/>
              <a:defRPr sz="800"/>
            </a:lvl8pPr>
            <a:lvl9pPr lvl="8" algn="l">
              <a:lnSpc>
                <a:spcPct val="115000"/>
              </a:lnSpc>
              <a:spcBef>
                <a:spcPts val="0"/>
              </a:spcBef>
              <a:spcAft>
                <a:spcPts val="0"/>
              </a:spcAft>
              <a:buSzPts val="800"/>
              <a:buNone/>
              <a:defRPr sz="800"/>
            </a:lvl9pPr>
          </a:lstStyle>
          <a:p/>
        </p:txBody>
      </p:sp>
      <p:sp>
        <p:nvSpPr>
          <p:cNvPr id="77" name="Google Shape;77;p6"/>
          <p:cNvSpPr txBox="1"/>
          <p:nvPr>
            <p:ph idx="7" type="subTitle"/>
          </p:nvPr>
        </p:nvSpPr>
        <p:spPr>
          <a:xfrm>
            <a:off x="3824550" y="1427900"/>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1pPr>
            <a:lvl2pPr lvl="1"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2pPr>
            <a:lvl3pPr lvl="2"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3pPr>
            <a:lvl4pPr lvl="3"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4pPr>
            <a:lvl5pPr lvl="4"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5pPr>
            <a:lvl6pPr lvl="5"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6pPr>
            <a:lvl7pPr lvl="6"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7pPr>
            <a:lvl8pPr lvl="7"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8pPr>
            <a:lvl9pPr lvl="8"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78" name="Google Shape;78;p6"/>
          <p:cNvSpPr/>
          <p:nvPr>
            <p:ph idx="8" type="pic"/>
          </p:nvPr>
        </p:nvSpPr>
        <p:spPr>
          <a:xfrm>
            <a:off x="3154659" y="1066100"/>
            <a:ext cx="530400" cy="530400"/>
          </a:xfrm>
          <a:prstGeom prst="rect">
            <a:avLst/>
          </a:prstGeom>
          <a:noFill/>
          <a:ln>
            <a:noFill/>
          </a:ln>
        </p:spPr>
      </p:sp>
      <p:sp>
        <p:nvSpPr>
          <p:cNvPr id="79" name="Google Shape;79;p6"/>
          <p:cNvSpPr txBox="1"/>
          <p:nvPr>
            <p:ph idx="9" type="subTitle"/>
          </p:nvPr>
        </p:nvSpPr>
        <p:spPr>
          <a:xfrm>
            <a:off x="6750600" y="2193728"/>
            <a:ext cx="20262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000"/>
              <a:buNone/>
              <a:defRPr sz="1000"/>
            </a:lvl1pPr>
            <a:lvl2pPr lvl="1" algn="l">
              <a:lnSpc>
                <a:spcPct val="115000"/>
              </a:lnSpc>
              <a:spcBef>
                <a:spcPts val="0"/>
              </a:spcBef>
              <a:spcAft>
                <a:spcPts val="0"/>
              </a:spcAft>
              <a:buSzPts val="1000"/>
              <a:buNone/>
              <a:defRPr sz="1000"/>
            </a:lvl2pPr>
            <a:lvl3pPr lvl="2" algn="l">
              <a:lnSpc>
                <a:spcPct val="115000"/>
              </a:lnSpc>
              <a:spcBef>
                <a:spcPts val="0"/>
              </a:spcBef>
              <a:spcAft>
                <a:spcPts val="0"/>
              </a:spcAft>
              <a:buSzPts val="1000"/>
              <a:buNone/>
              <a:defRPr sz="1000"/>
            </a:lvl3pPr>
            <a:lvl4pPr lvl="3" algn="l">
              <a:lnSpc>
                <a:spcPct val="115000"/>
              </a:lnSpc>
              <a:spcBef>
                <a:spcPts val="0"/>
              </a:spcBef>
              <a:spcAft>
                <a:spcPts val="0"/>
              </a:spcAft>
              <a:buSzPts val="1000"/>
              <a:buNone/>
              <a:defRPr sz="1000"/>
            </a:lvl4pPr>
            <a:lvl5pPr lvl="4" algn="l">
              <a:lnSpc>
                <a:spcPct val="115000"/>
              </a:lnSpc>
              <a:spcBef>
                <a:spcPts val="0"/>
              </a:spcBef>
              <a:spcAft>
                <a:spcPts val="0"/>
              </a:spcAft>
              <a:buSzPts val="1000"/>
              <a:buNone/>
              <a:defRPr sz="1000"/>
            </a:lvl5pPr>
            <a:lvl6pPr lvl="5" algn="l">
              <a:lnSpc>
                <a:spcPct val="115000"/>
              </a:lnSpc>
              <a:spcBef>
                <a:spcPts val="0"/>
              </a:spcBef>
              <a:spcAft>
                <a:spcPts val="0"/>
              </a:spcAft>
              <a:buSzPts val="1000"/>
              <a:buNone/>
              <a:defRPr sz="1000"/>
            </a:lvl6pPr>
            <a:lvl7pPr lvl="6" algn="l">
              <a:lnSpc>
                <a:spcPct val="115000"/>
              </a:lnSpc>
              <a:spcBef>
                <a:spcPts val="0"/>
              </a:spcBef>
              <a:spcAft>
                <a:spcPts val="0"/>
              </a:spcAft>
              <a:buSzPts val="1000"/>
              <a:buNone/>
              <a:defRPr sz="1000"/>
            </a:lvl7pPr>
            <a:lvl8pPr lvl="7" algn="l">
              <a:lnSpc>
                <a:spcPct val="115000"/>
              </a:lnSpc>
              <a:spcBef>
                <a:spcPts val="0"/>
              </a:spcBef>
              <a:spcAft>
                <a:spcPts val="0"/>
              </a:spcAft>
              <a:buSzPts val="1000"/>
              <a:buNone/>
              <a:defRPr sz="1000"/>
            </a:lvl8pPr>
            <a:lvl9pPr lvl="8" algn="l">
              <a:lnSpc>
                <a:spcPct val="115000"/>
              </a:lnSpc>
              <a:spcBef>
                <a:spcPts val="0"/>
              </a:spcBef>
              <a:spcAft>
                <a:spcPts val="0"/>
              </a:spcAft>
              <a:buSzPts val="1000"/>
              <a:buNone/>
              <a:defRPr sz="1000"/>
            </a:lvl9pPr>
          </a:lstStyle>
          <a:p/>
        </p:txBody>
      </p:sp>
      <p:sp>
        <p:nvSpPr>
          <p:cNvPr id="80" name="Google Shape;80;p6"/>
          <p:cNvSpPr txBox="1"/>
          <p:nvPr>
            <p:ph idx="13" type="subTitle"/>
          </p:nvPr>
        </p:nvSpPr>
        <p:spPr>
          <a:xfrm>
            <a:off x="6750600" y="1964514"/>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800"/>
              <a:buNone/>
              <a:defRPr sz="800"/>
            </a:lvl2pPr>
            <a:lvl3pPr lvl="2" algn="l">
              <a:lnSpc>
                <a:spcPct val="115000"/>
              </a:lnSpc>
              <a:spcBef>
                <a:spcPts val="0"/>
              </a:spcBef>
              <a:spcAft>
                <a:spcPts val="0"/>
              </a:spcAft>
              <a:buSzPts val="800"/>
              <a:buNone/>
              <a:defRPr sz="800"/>
            </a:lvl3pPr>
            <a:lvl4pPr lvl="3" algn="l">
              <a:lnSpc>
                <a:spcPct val="115000"/>
              </a:lnSpc>
              <a:spcBef>
                <a:spcPts val="0"/>
              </a:spcBef>
              <a:spcAft>
                <a:spcPts val="0"/>
              </a:spcAft>
              <a:buSzPts val="800"/>
              <a:buNone/>
              <a:defRPr sz="800"/>
            </a:lvl4pPr>
            <a:lvl5pPr lvl="4" algn="l">
              <a:lnSpc>
                <a:spcPct val="115000"/>
              </a:lnSpc>
              <a:spcBef>
                <a:spcPts val="0"/>
              </a:spcBef>
              <a:spcAft>
                <a:spcPts val="0"/>
              </a:spcAft>
              <a:buSzPts val="800"/>
              <a:buNone/>
              <a:defRPr sz="800"/>
            </a:lvl5pPr>
            <a:lvl6pPr lvl="5" algn="l">
              <a:lnSpc>
                <a:spcPct val="115000"/>
              </a:lnSpc>
              <a:spcBef>
                <a:spcPts val="0"/>
              </a:spcBef>
              <a:spcAft>
                <a:spcPts val="0"/>
              </a:spcAft>
              <a:buSzPts val="800"/>
              <a:buNone/>
              <a:defRPr sz="800"/>
            </a:lvl6pPr>
            <a:lvl7pPr lvl="6" algn="l">
              <a:lnSpc>
                <a:spcPct val="115000"/>
              </a:lnSpc>
              <a:spcBef>
                <a:spcPts val="0"/>
              </a:spcBef>
              <a:spcAft>
                <a:spcPts val="0"/>
              </a:spcAft>
              <a:buSzPts val="800"/>
              <a:buNone/>
              <a:defRPr sz="800"/>
            </a:lvl7pPr>
            <a:lvl8pPr lvl="7" algn="l">
              <a:lnSpc>
                <a:spcPct val="115000"/>
              </a:lnSpc>
              <a:spcBef>
                <a:spcPts val="0"/>
              </a:spcBef>
              <a:spcAft>
                <a:spcPts val="0"/>
              </a:spcAft>
              <a:buSzPts val="800"/>
              <a:buNone/>
              <a:defRPr sz="800"/>
            </a:lvl8pPr>
            <a:lvl9pPr lvl="8" algn="l">
              <a:lnSpc>
                <a:spcPct val="115000"/>
              </a:lnSpc>
              <a:spcBef>
                <a:spcPts val="0"/>
              </a:spcBef>
              <a:spcAft>
                <a:spcPts val="0"/>
              </a:spcAft>
              <a:buSzPts val="800"/>
              <a:buNone/>
              <a:defRPr sz="800"/>
            </a:lvl9pPr>
          </a:lstStyle>
          <a:p/>
        </p:txBody>
      </p:sp>
      <p:sp>
        <p:nvSpPr>
          <p:cNvPr id="81" name="Google Shape;81;p6"/>
          <p:cNvSpPr txBox="1"/>
          <p:nvPr>
            <p:ph idx="14" type="subTitle"/>
          </p:nvPr>
        </p:nvSpPr>
        <p:spPr>
          <a:xfrm>
            <a:off x="6750600" y="2337664"/>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1pPr>
            <a:lvl2pPr lvl="1"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2pPr>
            <a:lvl3pPr lvl="2"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3pPr>
            <a:lvl4pPr lvl="3"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4pPr>
            <a:lvl5pPr lvl="4"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5pPr>
            <a:lvl6pPr lvl="5"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6pPr>
            <a:lvl7pPr lvl="6"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7pPr>
            <a:lvl8pPr lvl="7"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8pPr>
            <a:lvl9pPr lvl="8"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82" name="Google Shape;82;p6"/>
          <p:cNvSpPr/>
          <p:nvPr>
            <p:ph idx="15" type="pic"/>
          </p:nvPr>
        </p:nvSpPr>
        <p:spPr>
          <a:xfrm>
            <a:off x="6080709" y="1975864"/>
            <a:ext cx="530400" cy="530400"/>
          </a:xfrm>
          <a:prstGeom prst="rect">
            <a:avLst/>
          </a:prstGeom>
          <a:noFill/>
          <a:ln>
            <a:noFill/>
          </a:ln>
        </p:spPr>
      </p:sp>
      <p:sp>
        <p:nvSpPr>
          <p:cNvPr id="83" name="Google Shape;83;p6"/>
          <p:cNvSpPr txBox="1"/>
          <p:nvPr>
            <p:ph idx="16" type="subTitle"/>
          </p:nvPr>
        </p:nvSpPr>
        <p:spPr>
          <a:xfrm>
            <a:off x="3824550" y="2193728"/>
            <a:ext cx="20262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000"/>
              <a:buNone/>
              <a:defRPr sz="1000"/>
            </a:lvl1pPr>
            <a:lvl2pPr lvl="1" algn="l">
              <a:lnSpc>
                <a:spcPct val="115000"/>
              </a:lnSpc>
              <a:spcBef>
                <a:spcPts val="0"/>
              </a:spcBef>
              <a:spcAft>
                <a:spcPts val="0"/>
              </a:spcAft>
              <a:buSzPts val="1000"/>
              <a:buNone/>
              <a:defRPr sz="1000"/>
            </a:lvl2pPr>
            <a:lvl3pPr lvl="2" algn="l">
              <a:lnSpc>
                <a:spcPct val="115000"/>
              </a:lnSpc>
              <a:spcBef>
                <a:spcPts val="0"/>
              </a:spcBef>
              <a:spcAft>
                <a:spcPts val="0"/>
              </a:spcAft>
              <a:buSzPts val="1000"/>
              <a:buNone/>
              <a:defRPr sz="1000"/>
            </a:lvl3pPr>
            <a:lvl4pPr lvl="3" algn="l">
              <a:lnSpc>
                <a:spcPct val="115000"/>
              </a:lnSpc>
              <a:spcBef>
                <a:spcPts val="0"/>
              </a:spcBef>
              <a:spcAft>
                <a:spcPts val="0"/>
              </a:spcAft>
              <a:buSzPts val="1000"/>
              <a:buNone/>
              <a:defRPr sz="1000"/>
            </a:lvl4pPr>
            <a:lvl5pPr lvl="4" algn="l">
              <a:lnSpc>
                <a:spcPct val="115000"/>
              </a:lnSpc>
              <a:spcBef>
                <a:spcPts val="0"/>
              </a:spcBef>
              <a:spcAft>
                <a:spcPts val="0"/>
              </a:spcAft>
              <a:buSzPts val="1000"/>
              <a:buNone/>
              <a:defRPr sz="1000"/>
            </a:lvl5pPr>
            <a:lvl6pPr lvl="5" algn="l">
              <a:lnSpc>
                <a:spcPct val="115000"/>
              </a:lnSpc>
              <a:spcBef>
                <a:spcPts val="0"/>
              </a:spcBef>
              <a:spcAft>
                <a:spcPts val="0"/>
              </a:spcAft>
              <a:buSzPts val="1000"/>
              <a:buNone/>
              <a:defRPr sz="1000"/>
            </a:lvl6pPr>
            <a:lvl7pPr lvl="6" algn="l">
              <a:lnSpc>
                <a:spcPct val="115000"/>
              </a:lnSpc>
              <a:spcBef>
                <a:spcPts val="0"/>
              </a:spcBef>
              <a:spcAft>
                <a:spcPts val="0"/>
              </a:spcAft>
              <a:buSzPts val="1000"/>
              <a:buNone/>
              <a:defRPr sz="1000"/>
            </a:lvl7pPr>
            <a:lvl8pPr lvl="7" algn="l">
              <a:lnSpc>
                <a:spcPct val="115000"/>
              </a:lnSpc>
              <a:spcBef>
                <a:spcPts val="0"/>
              </a:spcBef>
              <a:spcAft>
                <a:spcPts val="0"/>
              </a:spcAft>
              <a:buSzPts val="1000"/>
              <a:buNone/>
              <a:defRPr sz="1000"/>
            </a:lvl8pPr>
            <a:lvl9pPr lvl="8" algn="l">
              <a:lnSpc>
                <a:spcPct val="115000"/>
              </a:lnSpc>
              <a:spcBef>
                <a:spcPts val="0"/>
              </a:spcBef>
              <a:spcAft>
                <a:spcPts val="0"/>
              </a:spcAft>
              <a:buSzPts val="1000"/>
              <a:buNone/>
              <a:defRPr sz="1000"/>
            </a:lvl9pPr>
          </a:lstStyle>
          <a:p/>
        </p:txBody>
      </p:sp>
      <p:sp>
        <p:nvSpPr>
          <p:cNvPr id="84" name="Google Shape;84;p6"/>
          <p:cNvSpPr txBox="1"/>
          <p:nvPr>
            <p:ph idx="17" type="subTitle"/>
          </p:nvPr>
        </p:nvSpPr>
        <p:spPr>
          <a:xfrm>
            <a:off x="3824550" y="1964514"/>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800"/>
              <a:buNone/>
              <a:defRPr sz="800"/>
            </a:lvl2pPr>
            <a:lvl3pPr lvl="2" algn="l">
              <a:lnSpc>
                <a:spcPct val="115000"/>
              </a:lnSpc>
              <a:spcBef>
                <a:spcPts val="0"/>
              </a:spcBef>
              <a:spcAft>
                <a:spcPts val="0"/>
              </a:spcAft>
              <a:buSzPts val="800"/>
              <a:buNone/>
              <a:defRPr sz="800"/>
            </a:lvl3pPr>
            <a:lvl4pPr lvl="3" algn="l">
              <a:lnSpc>
                <a:spcPct val="115000"/>
              </a:lnSpc>
              <a:spcBef>
                <a:spcPts val="0"/>
              </a:spcBef>
              <a:spcAft>
                <a:spcPts val="0"/>
              </a:spcAft>
              <a:buSzPts val="800"/>
              <a:buNone/>
              <a:defRPr sz="800"/>
            </a:lvl4pPr>
            <a:lvl5pPr lvl="4" algn="l">
              <a:lnSpc>
                <a:spcPct val="115000"/>
              </a:lnSpc>
              <a:spcBef>
                <a:spcPts val="0"/>
              </a:spcBef>
              <a:spcAft>
                <a:spcPts val="0"/>
              </a:spcAft>
              <a:buSzPts val="800"/>
              <a:buNone/>
              <a:defRPr sz="800"/>
            </a:lvl5pPr>
            <a:lvl6pPr lvl="5" algn="l">
              <a:lnSpc>
                <a:spcPct val="115000"/>
              </a:lnSpc>
              <a:spcBef>
                <a:spcPts val="0"/>
              </a:spcBef>
              <a:spcAft>
                <a:spcPts val="0"/>
              </a:spcAft>
              <a:buSzPts val="800"/>
              <a:buNone/>
              <a:defRPr sz="800"/>
            </a:lvl6pPr>
            <a:lvl7pPr lvl="6" algn="l">
              <a:lnSpc>
                <a:spcPct val="115000"/>
              </a:lnSpc>
              <a:spcBef>
                <a:spcPts val="0"/>
              </a:spcBef>
              <a:spcAft>
                <a:spcPts val="0"/>
              </a:spcAft>
              <a:buSzPts val="800"/>
              <a:buNone/>
              <a:defRPr sz="800"/>
            </a:lvl7pPr>
            <a:lvl8pPr lvl="7" algn="l">
              <a:lnSpc>
                <a:spcPct val="115000"/>
              </a:lnSpc>
              <a:spcBef>
                <a:spcPts val="0"/>
              </a:spcBef>
              <a:spcAft>
                <a:spcPts val="0"/>
              </a:spcAft>
              <a:buSzPts val="800"/>
              <a:buNone/>
              <a:defRPr sz="800"/>
            </a:lvl8pPr>
            <a:lvl9pPr lvl="8" algn="l">
              <a:lnSpc>
                <a:spcPct val="115000"/>
              </a:lnSpc>
              <a:spcBef>
                <a:spcPts val="0"/>
              </a:spcBef>
              <a:spcAft>
                <a:spcPts val="0"/>
              </a:spcAft>
              <a:buSzPts val="800"/>
              <a:buNone/>
              <a:defRPr sz="800"/>
            </a:lvl9pPr>
          </a:lstStyle>
          <a:p/>
        </p:txBody>
      </p:sp>
      <p:sp>
        <p:nvSpPr>
          <p:cNvPr id="85" name="Google Shape;85;p6"/>
          <p:cNvSpPr txBox="1"/>
          <p:nvPr>
            <p:ph idx="18" type="subTitle"/>
          </p:nvPr>
        </p:nvSpPr>
        <p:spPr>
          <a:xfrm>
            <a:off x="3824550" y="2337664"/>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1pPr>
            <a:lvl2pPr lvl="1"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2pPr>
            <a:lvl3pPr lvl="2"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3pPr>
            <a:lvl4pPr lvl="3"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4pPr>
            <a:lvl5pPr lvl="4"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5pPr>
            <a:lvl6pPr lvl="5"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6pPr>
            <a:lvl7pPr lvl="6"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7pPr>
            <a:lvl8pPr lvl="7"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8pPr>
            <a:lvl9pPr lvl="8"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86" name="Google Shape;86;p6"/>
          <p:cNvSpPr/>
          <p:nvPr>
            <p:ph idx="19" type="pic"/>
          </p:nvPr>
        </p:nvSpPr>
        <p:spPr>
          <a:xfrm>
            <a:off x="3154659" y="1975864"/>
            <a:ext cx="530400" cy="530400"/>
          </a:xfrm>
          <a:prstGeom prst="rect">
            <a:avLst/>
          </a:prstGeom>
          <a:noFill/>
          <a:ln>
            <a:noFill/>
          </a:ln>
        </p:spPr>
      </p:sp>
      <p:sp>
        <p:nvSpPr>
          <p:cNvPr id="87" name="Google Shape;87;p6"/>
          <p:cNvSpPr txBox="1"/>
          <p:nvPr>
            <p:ph idx="20" type="subTitle"/>
          </p:nvPr>
        </p:nvSpPr>
        <p:spPr>
          <a:xfrm>
            <a:off x="6750600" y="3101715"/>
            <a:ext cx="20262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000"/>
              <a:buNone/>
              <a:defRPr sz="1000"/>
            </a:lvl1pPr>
            <a:lvl2pPr lvl="1" algn="l">
              <a:lnSpc>
                <a:spcPct val="115000"/>
              </a:lnSpc>
              <a:spcBef>
                <a:spcPts val="0"/>
              </a:spcBef>
              <a:spcAft>
                <a:spcPts val="0"/>
              </a:spcAft>
              <a:buSzPts val="1000"/>
              <a:buNone/>
              <a:defRPr sz="1000"/>
            </a:lvl2pPr>
            <a:lvl3pPr lvl="2" algn="l">
              <a:lnSpc>
                <a:spcPct val="115000"/>
              </a:lnSpc>
              <a:spcBef>
                <a:spcPts val="0"/>
              </a:spcBef>
              <a:spcAft>
                <a:spcPts val="0"/>
              </a:spcAft>
              <a:buSzPts val="1000"/>
              <a:buNone/>
              <a:defRPr sz="1000"/>
            </a:lvl3pPr>
            <a:lvl4pPr lvl="3" algn="l">
              <a:lnSpc>
                <a:spcPct val="115000"/>
              </a:lnSpc>
              <a:spcBef>
                <a:spcPts val="0"/>
              </a:spcBef>
              <a:spcAft>
                <a:spcPts val="0"/>
              </a:spcAft>
              <a:buSzPts val="1000"/>
              <a:buNone/>
              <a:defRPr sz="1000"/>
            </a:lvl4pPr>
            <a:lvl5pPr lvl="4" algn="l">
              <a:lnSpc>
                <a:spcPct val="115000"/>
              </a:lnSpc>
              <a:spcBef>
                <a:spcPts val="0"/>
              </a:spcBef>
              <a:spcAft>
                <a:spcPts val="0"/>
              </a:spcAft>
              <a:buSzPts val="1000"/>
              <a:buNone/>
              <a:defRPr sz="1000"/>
            </a:lvl5pPr>
            <a:lvl6pPr lvl="5" algn="l">
              <a:lnSpc>
                <a:spcPct val="115000"/>
              </a:lnSpc>
              <a:spcBef>
                <a:spcPts val="0"/>
              </a:spcBef>
              <a:spcAft>
                <a:spcPts val="0"/>
              </a:spcAft>
              <a:buSzPts val="1000"/>
              <a:buNone/>
              <a:defRPr sz="1000"/>
            </a:lvl6pPr>
            <a:lvl7pPr lvl="6" algn="l">
              <a:lnSpc>
                <a:spcPct val="115000"/>
              </a:lnSpc>
              <a:spcBef>
                <a:spcPts val="0"/>
              </a:spcBef>
              <a:spcAft>
                <a:spcPts val="0"/>
              </a:spcAft>
              <a:buSzPts val="1000"/>
              <a:buNone/>
              <a:defRPr sz="1000"/>
            </a:lvl7pPr>
            <a:lvl8pPr lvl="7" algn="l">
              <a:lnSpc>
                <a:spcPct val="115000"/>
              </a:lnSpc>
              <a:spcBef>
                <a:spcPts val="0"/>
              </a:spcBef>
              <a:spcAft>
                <a:spcPts val="0"/>
              </a:spcAft>
              <a:buSzPts val="1000"/>
              <a:buNone/>
              <a:defRPr sz="1000"/>
            </a:lvl8pPr>
            <a:lvl9pPr lvl="8" algn="l">
              <a:lnSpc>
                <a:spcPct val="115000"/>
              </a:lnSpc>
              <a:spcBef>
                <a:spcPts val="0"/>
              </a:spcBef>
              <a:spcAft>
                <a:spcPts val="0"/>
              </a:spcAft>
              <a:buSzPts val="1000"/>
              <a:buNone/>
              <a:defRPr sz="1000"/>
            </a:lvl9pPr>
          </a:lstStyle>
          <a:p/>
        </p:txBody>
      </p:sp>
      <p:sp>
        <p:nvSpPr>
          <p:cNvPr id="88" name="Google Shape;88;p6"/>
          <p:cNvSpPr txBox="1"/>
          <p:nvPr>
            <p:ph idx="21" type="subTitle"/>
          </p:nvPr>
        </p:nvSpPr>
        <p:spPr>
          <a:xfrm>
            <a:off x="6750600" y="2872502"/>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800"/>
              <a:buNone/>
              <a:defRPr sz="800"/>
            </a:lvl2pPr>
            <a:lvl3pPr lvl="2" algn="l">
              <a:lnSpc>
                <a:spcPct val="115000"/>
              </a:lnSpc>
              <a:spcBef>
                <a:spcPts val="0"/>
              </a:spcBef>
              <a:spcAft>
                <a:spcPts val="0"/>
              </a:spcAft>
              <a:buSzPts val="800"/>
              <a:buNone/>
              <a:defRPr sz="800"/>
            </a:lvl3pPr>
            <a:lvl4pPr lvl="3" algn="l">
              <a:lnSpc>
                <a:spcPct val="115000"/>
              </a:lnSpc>
              <a:spcBef>
                <a:spcPts val="0"/>
              </a:spcBef>
              <a:spcAft>
                <a:spcPts val="0"/>
              </a:spcAft>
              <a:buSzPts val="800"/>
              <a:buNone/>
              <a:defRPr sz="800"/>
            </a:lvl4pPr>
            <a:lvl5pPr lvl="4" algn="l">
              <a:lnSpc>
                <a:spcPct val="115000"/>
              </a:lnSpc>
              <a:spcBef>
                <a:spcPts val="0"/>
              </a:spcBef>
              <a:spcAft>
                <a:spcPts val="0"/>
              </a:spcAft>
              <a:buSzPts val="800"/>
              <a:buNone/>
              <a:defRPr sz="800"/>
            </a:lvl5pPr>
            <a:lvl6pPr lvl="5" algn="l">
              <a:lnSpc>
                <a:spcPct val="115000"/>
              </a:lnSpc>
              <a:spcBef>
                <a:spcPts val="0"/>
              </a:spcBef>
              <a:spcAft>
                <a:spcPts val="0"/>
              </a:spcAft>
              <a:buSzPts val="800"/>
              <a:buNone/>
              <a:defRPr sz="800"/>
            </a:lvl6pPr>
            <a:lvl7pPr lvl="6" algn="l">
              <a:lnSpc>
                <a:spcPct val="115000"/>
              </a:lnSpc>
              <a:spcBef>
                <a:spcPts val="0"/>
              </a:spcBef>
              <a:spcAft>
                <a:spcPts val="0"/>
              </a:spcAft>
              <a:buSzPts val="800"/>
              <a:buNone/>
              <a:defRPr sz="800"/>
            </a:lvl7pPr>
            <a:lvl8pPr lvl="7" algn="l">
              <a:lnSpc>
                <a:spcPct val="115000"/>
              </a:lnSpc>
              <a:spcBef>
                <a:spcPts val="0"/>
              </a:spcBef>
              <a:spcAft>
                <a:spcPts val="0"/>
              </a:spcAft>
              <a:buSzPts val="800"/>
              <a:buNone/>
              <a:defRPr sz="800"/>
            </a:lvl8pPr>
            <a:lvl9pPr lvl="8" algn="l">
              <a:lnSpc>
                <a:spcPct val="115000"/>
              </a:lnSpc>
              <a:spcBef>
                <a:spcPts val="0"/>
              </a:spcBef>
              <a:spcAft>
                <a:spcPts val="0"/>
              </a:spcAft>
              <a:buSzPts val="800"/>
              <a:buNone/>
              <a:defRPr sz="800"/>
            </a:lvl9pPr>
          </a:lstStyle>
          <a:p/>
        </p:txBody>
      </p:sp>
      <p:sp>
        <p:nvSpPr>
          <p:cNvPr id="89" name="Google Shape;89;p6"/>
          <p:cNvSpPr txBox="1"/>
          <p:nvPr>
            <p:ph idx="22" type="subTitle"/>
          </p:nvPr>
        </p:nvSpPr>
        <p:spPr>
          <a:xfrm>
            <a:off x="6750600" y="3245652"/>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1pPr>
            <a:lvl2pPr lvl="1"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2pPr>
            <a:lvl3pPr lvl="2"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3pPr>
            <a:lvl4pPr lvl="3"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4pPr>
            <a:lvl5pPr lvl="4"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5pPr>
            <a:lvl6pPr lvl="5"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6pPr>
            <a:lvl7pPr lvl="6"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7pPr>
            <a:lvl8pPr lvl="7"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8pPr>
            <a:lvl9pPr lvl="8"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90" name="Google Shape;90;p6"/>
          <p:cNvSpPr/>
          <p:nvPr>
            <p:ph idx="23" type="pic"/>
          </p:nvPr>
        </p:nvSpPr>
        <p:spPr>
          <a:xfrm>
            <a:off x="6080709" y="2883852"/>
            <a:ext cx="530400" cy="530400"/>
          </a:xfrm>
          <a:prstGeom prst="rect">
            <a:avLst/>
          </a:prstGeom>
          <a:noFill/>
          <a:ln>
            <a:noFill/>
          </a:ln>
        </p:spPr>
      </p:sp>
      <p:sp>
        <p:nvSpPr>
          <p:cNvPr id="91" name="Google Shape;91;p6"/>
          <p:cNvSpPr txBox="1"/>
          <p:nvPr>
            <p:ph idx="24" type="subTitle"/>
          </p:nvPr>
        </p:nvSpPr>
        <p:spPr>
          <a:xfrm>
            <a:off x="3824550" y="3101715"/>
            <a:ext cx="20262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000"/>
              <a:buNone/>
              <a:defRPr sz="1000"/>
            </a:lvl1pPr>
            <a:lvl2pPr lvl="1" algn="l">
              <a:lnSpc>
                <a:spcPct val="115000"/>
              </a:lnSpc>
              <a:spcBef>
                <a:spcPts val="0"/>
              </a:spcBef>
              <a:spcAft>
                <a:spcPts val="0"/>
              </a:spcAft>
              <a:buSzPts val="1000"/>
              <a:buNone/>
              <a:defRPr sz="1000"/>
            </a:lvl2pPr>
            <a:lvl3pPr lvl="2" algn="l">
              <a:lnSpc>
                <a:spcPct val="115000"/>
              </a:lnSpc>
              <a:spcBef>
                <a:spcPts val="0"/>
              </a:spcBef>
              <a:spcAft>
                <a:spcPts val="0"/>
              </a:spcAft>
              <a:buSzPts val="1000"/>
              <a:buNone/>
              <a:defRPr sz="1000"/>
            </a:lvl3pPr>
            <a:lvl4pPr lvl="3" algn="l">
              <a:lnSpc>
                <a:spcPct val="115000"/>
              </a:lnSpc>
              <a:spcBef>
                <a:spcPts val="0"/>
              </a:spcBef>
              <a:spcAft>
                <a:spcPts val="0"/>
              </a:spcAft>
              <a:buSzPts val="1000"/>
              <a:buNone/>
              <a:defRPr sz="1000"/>
            </a:lvl4pPr>
            <a:lvl5pPr lvl="4" algn="l">
              <a:lnSpc>
                <a:spcPct val="115000"/>
              </a:lnSpc>
              <a:spcBef>
                <a:spcPts val="0"/>
              </a:spcBef>
              <a:spcAft>
                <a:spcPts val="0"/>
              </a:spcAft>
              <a:buSzPts val="1000"/>
              <a:buNone/>
              <a:defRPr sz="1000"/>
            </a:lvl5pPr>
            <a:lvl6pPr lvl="5" algn="l">
              <a:lnSpc>
                <a:spcPct val="115000"/>
              </a:lnSpc>
              <a:spcBef>
                <a:spcPts val="0"/>
              </a:spcBef>
              <a:spcAft>
                <a:spcPts val="0"/>
              </a:spcAft>
              <a:buSzPts val="1000"/>
              <a:buNone/>
              <a:defRPr sz="1000"/>
            </a:lvl6pPr>
            <a:lvl7pPr lvl="6" algn="l">
              <a:lnSpc>
                <a:spcPct val="115000"/>
              </a:lnSpc>
              <a:spcBef>
                <a:spcPts val="0"/>
              </a:spcBef>
              <a:spcAft>
                <a:spcPts val="0"/>
              </a:spcAft>
              <a:buSzPts val="1000"/>
              <a:buNone/>
              <a:defRPr sz="1000"/>
            </a:lvl7pPr>
            <a:lvl8pPr lvl="7" algn="l">
              <a:lnSpc>
                <a:spcPct val="115000"/>
              </a:lnSpc>
              <a:spcBef>
                <a:spcPts val="0"/>
              </a:spcBef>
              <a:spcAft>
                <a:spcPts val="0"/>
              </a:spcAft>
              <a:buSzPts val="1000"/>
              <a:buNone/>
              <a:defRPr sz="1000"/>
            </a:lvl8pPr>
            <a:lvl9pPr lvl="8" algn="l">
              <a:lnSpc>
                <a:spcPct val="115000"/>
              </a:lnSpc>
              <a:spcBef>
                <a:spcPts val="0"/>
              </a:spcBef>
              <a:spcAft>
                <a:spcPts val="0"/>
              </a:spcAft>
              <a:buSzPts val="1000"/>
              <a:buNone/>
              <a:defRPr sz="1000"/>
            </a:lvl9pPr>
          </a:lstStyle>
          <a:p/>
        </p:txBody>
      </p:sp>
      <p:sp>
        <p:nvSpPr>
          <p:cNvPr id="92" name="Google Shape;92;p6"/>
          <p:cNvSpPr txBox="1"/>
          <p:nvPr>
            <p:ph idx="25" type="subTitle"/>
          </p:nvPr>
        </p:nvSpPr>
        <p:spPr>
          <a:xfrm>
            <a:off x="3824550" y="2872502"/>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800"/>
              <a:buNone/>
              <a:defRPr sz="800"/>
            </a:lvl2pPr>
            <a:lvl3pPr lvl="2" algn="l">
              <a:lnSpc>
                <a:spcPct val="115000"/>
              </a:lnSpc>
              <a:spcBef>
                <a:spcPts val="0"/>
              </a:spcBef>
              <a:spcAft>
                <a:spcPts val="0"/>
              </a:spcAft>
              <a:buSzPts val="800"/>
              <a:buNone/>
              <a:defRPr sz="800"/>
            </a:lvl3pPr>
            <a:lvl4pPr lvl="3" algn="l">
              <a:lnSpc>
                <a:spcPct val="115000"/>
              </a:lnSpc>
              <a:spcBef>
                <a:spcPts val="0"/>
              </a:spcBef>
              <a:spcAft>
                <a:spcPts val="0"/>
              </a:spcAft>
              <a:buSzPts val="800"/>
              <a:buNone/>
              <a:defRPr sz="800"/>
            </a:lvl4pPr>
            <a:lvl5pPr lvl="4" algn="l">
              <a:lnSpc>
                <a:spcPct val="115000"/>
              </a:lnSpc>
              <a:spcBef>
                <a:spcPts val="0"/>
              </a:spcBef>
              <a:spcAft>
                <a:spcPts val="0"/>
              </a:spcAft>
              <a:buSzPts val="800"/>
              <a:buNone/>
              <a:defRPr sz="800"/>
            </a:lvl5pPr>
            <a:lvl6pPr lvl="5" algn="l">
              <a:lnSpc>
                <a:spcPct val="115000"/>
              </a:lnSpc>
              <a:spcBef>
                <a:spcPts val="0"/>
              </a:spcBef>
              <a:spcAft>
                <a:spcPts val="0"/>
              </a:spcAft>
              <a:buSzPts val="800"/>
              <a:buNone/>
              <a:defRPr sz="800"/>
            </a:lvl6pPr>
            <a:lvl7pPr lvl="6" algn="l">
              <a:lnSpc>
                <a:spcPct val="115000"/>
              </a:lnSpc>
              <a:spcBef>
                <a:spcPts val="0"/>
              </a:spcBef>
              <a:spcAft>
                <a:spcPts val="0"/>
              </a:spcAft>
              <a:buSzPts val="800"/>
              <a:buNone/>
              <a:defRPr sz="800"/>
            </a:lvl7pPr>
            <a:lvl8pPr lvl="7" algn="l">
              <a:lnSpc>
                <a:spcPct val="115000"/>
              </a:lnSpc>
              <a:spcBef>
                <a:spcPts val="0"/>
              </a:spcBef>
              <a:spcAft>
                <a:spcPts val="0"/>
              </a:spcAft>
              <a:buSzPts val="800"/>
              <a:buNone/>
              <a:defRPr sz="800"/>
            </a:lvl8pPr>
            <a:lvl9pPr lvl="8" algn="l">
              <a:lnSpc>
                <a:spcPct val="115000"/>
              </a:lnSpc>
              <a:spcBef>
                <a:spcPts val="0"/>
              </a:spcBef>
              <a:spcAft>
                <a:spcPts val="0"/>
              </a:spcAft>
              <a:buSzPts val="800"/>
              <a:buNone/>
              <a:defRPr sz="800"/>
            </a:lvl9pPr>
          </a:lstStyle>
          <a:p/>
        </p:txBody>
      </p:sp>
      <p:sp>
        <p:nvSpPr>
          <p:cNvPr id="93" name="Google Shape;93;p6"/>
          <p:cNvSpPr txBox="1"/>
          <p:nvPr>
            <p:ph idx="26" type="subTitle"/>
          </p:nvPr>
        </p:nvSpPr>
        <p:spPr>
          <a:xfrm>
            <a:off x="3824550" y="3245652"/>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1pPr>
            <a:lvl2pPr lvl="1"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2pPr>
            <a:lvl3pPr lvl="2"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3pPr>
            <a:lvl4pPr lvl="3"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4pPr>
            <a:lvl5pPr lvl="4"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5pPr>
            <a:lvl6pPr lvl="5"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6pPr>
            <a:lvl7pPr lvl="6"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7pPr>
            <a:lvl8pPr lvl="7"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8pPr>
            <a:lvl9pPr lvl="8"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94" name="Google Shape;94;p6"/>
          <p:cNvSpPr/>
          <p:nvPr>
            <p:ph idx="27" type="pic"/>
          </p:nvPr>
        </p:nvSpPr>
        <p:spPr>
          <a:xfrm>
            <a:off x="3154659" y="2883852"/>
            <a:ext cx="530400" cy="530400"/>
          </a:xfrm>
          <a:prstGeom prst="rect">
            <a:avLst/>
          </a:prstGeom>
          <a:noFill/>
          <a:ln>
            <a:noFill/>
          </a:ln>
        </p:spPr>
      </p:sp>
      <p:sp>
        <p:nvSpPr>
          <p:cNvPr id="95" name="Google Shape;95;p6"/>
          <p:cNvSpPr txBox="1"/>
          <p:nvPr>
            <p:ph idx="28" type="subTitle"/>
          </p:nvPr>
        </p:nvSpPr>
        <p:spPr>
          <a:xfrm>
            <a:off x="6750600" y="4022919"/>
            <a:ext cx="20262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000"/>
              <a:buNone/>
              <a:defRPr sz="1000"/>
            </a:lvl1pPr>
            <a:lvl2pPr lvl="1" algn="l">
              <a:lnSpc>
                <a:spcPct val="115000"/>
              </a:lnSpc>
              <a:spcBef>
                <a:spcPts val="0"/>
              </a:spcBef>
              <a:spcAft>
                <a:spcPts val="0"/>
              </a:spcAft>
              <a:buSzPts val="1000"/>
              <a:buNone/>
              <a:defRPr sz="1000"/>
            </a:lvl2pPr>
            <a:lvl3pPr lvl="2" algn="l">
              <a:lnSpc>
                <a:spcPct val="115000"/>
              </a:lnSpc>
              <a:spcBef>
                <a:spcPts val="0"/>
              </a:spcBef>
              <a:spcAft>
                <a:spcPts val="0"/>
              </a:spcAft>
              <a:buSzPts val="1000"/>
              <a:buNone/>
              <a:defRPr sz="1000"/>
            </a:lvl3pPr>
            <a:lvl4pPr lvl="3" algn="l">
              <a:lnSpc>
                <a:spcPct val="115000"/>
              </a:lnSpc>
              <a:spcBef>
                <a:spcPts val="0"/>
              </a:spcBef>
              <a:spcAft>
                <a:spcPts val="0"/>
              </a:spcAft>
              <a:buSzPts val="1000"/>
              <a:buNone/>
              <a:defRPr sz="1000"/>
            </a:lvl4pPr>
            <a:lvl5pPr lvl="4" algn="l">
              <a:lnSpc>
                <a:spcPct val="115000"/>
              </a:lnSpc>
              <a:spcBef>
                <a:spcPts val="0"/>
              </a:spcBef>
              <a:spcAft>
                <a:spcPts val="0"/>
              </a:spcAft>
              <a:buSzPts val="1000"/>
              <a:buNone/>
              <a:defRPr sz="1000"/>
            </a:lvl5pPr>
            <a:lvl6pPr lvl="5" algn="l">
              <a:lnSpc>
                <a:spcPct val="115000"/>
              </a:lnSpc>
              <a:spcBef>
                <a:spcPts val="0"/>
              </a:spcBef>
              <a:spcAft>
                <a:spcPts val="0"/>
              </a:spcAft>
              <a:buSzPts val="1000"/>
              <a:buNone/>
              <a:defRPr sz="1000"/>
            </a:lvl6pPr>
            <a:lvl7pPr lvl="6" algn="l">
              <a:lnSpc>
                <a:spcPct val="115000"/>
              </a:lnSpc>
              <a:spcBef>
                <a:spcPts val="0"/>
              </a:spcBef>
              <a:spcAft>
                <a:spcPts val="0"/>
              </a:spcAft>
              <a:buSzPts val="1000"/>
              <a:buNone/>
              <a:defRPr sz="1000"/>
            </a:lvl7pPr>
            <a:lvl8pPr lvl="7" algn="l">
              <a:lnSpc>
                <a:spcPct val="115000"/>
              </a:lnSpc>
              <a:spcBef>
                <a:spcPts val="0"/>
              </a:spcBef>
              <a:spcAft>
                <a:spcPts val="0"/>
              </a:spcAft>
              <a:buSzPts val="1000"/>
              <a:buNone/>
              <a:defRPr sz="1000"/>
            </a:lvl8pPr>
            <a:lvl9pPr lvl="8" algn="l">
              <a:lnSpc>
                <a:spcPct val="115000"/>
              </a:lnSpc>
              <a:spcBef>
                <a:spcPts val="0"/>
              </a:spcBef>
              <a:spcAft>
                <a:spcPts val="0"/>
              </a:spcAft>
              <a:buSzPts val="1000"/>
              <a:buNone/>
              <a:defRPr sz="1000"/>
            </a:lvl9pPr>
          </a:lstStyle>
          <a:p/>
        </p:txBody>
      </p:sp>
      <p:sp>
        <p:nvSpPr>
          <p:cNvPr id="96" name="Google Shape;96;p6"/>
          <p:cNvSpPr txBox="1"/>
          <p:nvPr>
            <p:ph idx="29" type="subTitle"/>
          </p:nvPr>
        </p:nvSpPr>
        <p:spPr>
          <a:xfrm>
            <a:off x="6750600" y="3793706"/>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800"/>
              <a:buNone/>
              <a:defRPr sz="800"/>
            </a:lvl2pPr>
            <a:lvl3pPr lvl="2" algn="l">
              <a:lnSpc>
                <a:spcPct val="115000"/>
              </a:lnSpc>
              <a:spcBef>
                <a:spcPts val="0"/>
              </a:spcBef>
              <a:spcAft>
                <a:spcPts val="0"/>
              </a:spcAft>
              <a:buSzPts val="800"/>
              <a:buNone/>
              <a:defRPr sz="800"/>
            </a:lvl3pPr>
            <a:lvl4pPr lvl="3" algn="l">
              <a:lnSpc>
                <a:spcPct val="115000"/>
              </a:lnSpc>
              <a:spcBef>
                <a:spcPts val="0"/>
              </a:spcBef>
              <a:spcAft>
                <a:spcPts val="0"/>
              </a:spcAft>
              <a:buSzPts val="800"/>
              <a:buNone/>
              <a:defRPr sz="800"/>
            </a:lvl4pPr>
            <a:lvl5pPr lvl="4" algn="l">
              <a:lnSpc>
                <a:spcPct val="115000"/>
              </a:lnSpc>
              <a:spcBef>
                <a:spcPts val="0"/>
              </a:spcBef>
              <a:spcAft>
                <a:spcPts val="0"/>
              </a:spcAft>
              <a:buSzPts val="800"/>
              <a:buNone/>
              <a:defRPr sz="800"/>
            </a:lvl5pPr>
            <a:lvl6pPr lvl="5" algn="l">
              <a:lnSpc>
                <a:spcPct val="115000"/>
              </a:lnSpc>
              <a:spcBef>
                <a:spcPts val="0"/>
              </a:spcBef>
              <a:spcAft>
                <a:spcPts val="0"/>
              </a:spcAft>
              <a:buSzPts val="800"/>
              <a:buNone/>
              <a:defRPr sz="800"/>
            </a:lvl6pPr>
            <a:lvl7pPr lvl="6" algn="l">
              <a:lnSpc>
                <a:spcPct val="115000"/>
              </a:lnSpc>
              <a:spcBef>
                <a:spcPts val="0"/>
              </a:spcBef>
              <a:spcAft>
                <a:spcPts val="0"/>
              </a:spcAft>
              <a:buSzPts val="800"/>
              <a:buNone/>
              <a:defRPr sz="800"/>
            </a:lvl7pPr>
            <a:lvl8pPr lvl="7" algn="l">
              <a:lnSpc>
                <a:spcPct val="115000"/>
              </a:lnSpc>
              <a:spcBef>
                <a:spcPts val="0"/>
              </a:spcBef>
              <a:spcAft>
                <a:spcPts val="0"/>
              </a:spcAft>
              <a:buSzPts val="800"/>
              <a:buNone/>
              <a:defRPr sz="800"/>
            </a:lvl8pPr>
            <a:lvl9pPr lvl="8" algn="l">
              <a:lnSpc>
                <a:spcPct val="115000"/>
              </a:lnSpc>
              <a:spcBef>
                <a:spcPts val="0"/>
              </a:spcBef>
              <a:spcAft>
                <a:spcPts val="0"/>
              </a:spcAft>
              <a:buSzPts val="800"/>
              <a:buNone/>
              <a:defRPr sz="800"/>
            </a:lvl9pPr>
          </a:lstStyle>
          <a:p/>
        </p:txBody>
      </p:sp>
      <p:sp>
        <p:nvSpPr>
          <p:cNvPr id="97" name="Google Shape;97;p6"/>
          <p:cNvSpPr txBox="1"/>
          <p:nvPr>
            <p:ph idx="30" type="subTitle"/>
          </p:nvPr>
        </p:nvSpPr>
        <p:spPr>
          <a:xfrm>
            <a:off x="6750600" y="4166856"/>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1pPr>
            <a:lvl2pPr lvl="1"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2pPr>
            <a:lvl3pPr lvl="2"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3pPr>
            <a:lvl4pPr lvl="3"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4pPr>
            <a:lvl5pPr lvl="4"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5pPr>
            <a:lvl6pPr lvl="5"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6pPr>
            <a:lvl7pPr lvl="6"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7pPr>
            <a:lvl8pPr lvl="7"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8pPr>
            <a:lvl9pPr lvl="8"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98" name="Google Shape;98;p6"/>
          <p:cNvSpPr/>
          <p:nvPr>
            <p:ph idx="31" type="pic"/>
          </p:nvPr>
        </p:nvSpPr>
        <p:spPr>
          <a:xfrm>
            <a:off x="6080709" y="3805056"/>
            <a:ext cx="530400" cy="530400"/>
          </a:xfrm>
          <a:prstGeom prst="rect">
            <a:avLst/>
          </a:prstGeom>
          <a:noFill/>
          <a:ln>
            <a:noFill/>
          </a:ln>
        </p:spPr>
      </p:sp>
      <p:sp>
        <p:nvSpPr>
          <p:cNvPr id="99" name="Google Shape;99;p6"/>
          <p:cNvSpPr txBox="1"/>
          <p:nvPr>
            <p:ph idx="32" type="subTitle"/>
          </p:nvPr>
        </p:nvSpPr>
        <p:spPr>
          <a:xfrm>
            <a:off x="3824550" y="4022919"/>
            <a:ext cx="20262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000"/>
              <a:buNone/>
              <a:defRPr sz="1000"/>
            </a:lvl1pPr>
            <a:lvl2pPr lvl="1" algn="l">
              <a:lnSpc>
                <a:spcPct val="115000"/>
              </a:lnSpc>
              <a:spcBef>
                <a:spcPts val="0"/>
              </a:spcBef>
              <a:spcAft>
                <a:spcPts val="0"/>
              </a:spcAft>
              <a:buSzPts val="1000"/>
              <a:buNone/>
              <a:defRPr sz="1000"/>
            </a:lvl2pPr>
            <a:lvl3pPr lvl="2" algn="l">
              <a:lnSpc>
                <a:spcPct val="115000"/>
              </a:lnSpc>
              <a:spcBef>
                <a:spcPts val="0"/>
              </a:spcBef>
              <a:spcAft>
                <a:spcPts val="0"/>
              </a:spcAft>
              <a:buSzPts val="1000"/>
              <a:buNone/>
              <a:defRPr sz="1000"/>
            </a:lvl3pPr>
            <a:lvl4pPr lvl="3" algn="l">
              <a:lnSpc>
                <a:spcPct val="115000"/>
              </a:lnSpc>
              <a:spcBef>
                <a:spcPts val="0"/>
              </a:spcBef>
              <a:spcAft>
                <a:spcPts val="0"/>
              </a:spcAft>
              <a:buSzPts val="1000"/>
              <a:buNone/>
              <a:defRPr sz="1000"/>
            </a:lvl4pPr>
            <a:lvl5pPr lvl="4" algn="l">
              <a:lnSpc>
                <a:spcPct val="115000"/>
              </a:lnSpc>
              <a:spcBef>
                <a:spcPts val="0"/>
              </a:spcBef>
              <a:spcAft>
                <a:spcPts val="0"/>
              </a:spcAft>
              <a:buSzPts val="1000"/>
              <a:buNone/>
              <a:defRPr sz="1000"/>
            </a:lvl5pPr>
            <a:lvl6pPr lvl="5" algn="l">
              <a:lnSpc>
                <a:spcPct val="115000"/>
              </a:lnSpc>
              <a:spcBef>
                <a:spcPts val="0"/>
              </a:spcBef>
              <a:spcAft>
                <a:spcPts val="0"/>
              </a:spcAft>
              <a:buSzPts val="1000"/>
              <a:buNone/>
              <a:defRPr sz="1000"/>
            </a:lvl6pPr>
            <a:lvl7pPr lvl="6" algn="l">
              <a:lnSpc>
                <a:spcPct val="115000"/>
              </a:lnSpc>
              <a:spcBef>
                <a:spcPts val="0"/>
              </a:spcBef>
              <a:spcAft>
                <a:spcPts val="0"/>
              </a:spcAft>
              <a:buSzPts val="1000"/>
              <a:buNone/>
              <a:defRPr sz="1000"/>
            </a:lvl7pPr>
            <a:lvl8pPr lvl="7" algn="l">
              <a:lnSpc>
                <a:spcPct val="115000"/>
              </a:lnSpc>
              <a:spcBef>
                <a:spcPts val="0"/>
              </a:spcBef>
              <a:spcAft>
                <a:spcPts val="0"/>
              </a:spcAft>
              <a:buSzPts val="1000"/>
              <a:buNone/>
              <a:defRPr sz="1000"/>
            </a:lvl8pPr>
            <a:lvl9pPr lvl="8" algn="l">
              <a:lnSpc>
                <a:spcPct val="115000"/>
              </a:lnSpc>
              <a:spcBef>
                <a:spcPts val="0"/>
              </a:spcBef>
              <a:spcAft>
                <a:spcPts val="0"/>
              </a:spcAft>
              <a:buSzPts val="1000"/>
              <a:buNone/>
              <a:defRPr sz="1000"/>
            </a:lvl9pPr>
          </a:lstStyle>
          <a:p/>
        </p:txBody>
      </p:sp>
      <p:sp>
        <p:nvSpPr>
          <p:cNvPr id="100" name="Google Shape;100;p6"/>
          <p:cNvSpPr txBox="1"/>
          <p:nvPr>
            <p:ph idx="33" type="subTitle"/>
          </p:nvPr>
        </p:nvSpPr>
        <p:spPr>
          <a:xfrm>
            <a:off x="3824550" y="3793706"/>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800"/>
              <a:buNone/>
              <a:defRPr sz="800"/>
            </a:lvl2pPr>
            <a:lvl3pPr lvl="2" algn="l">
              <a:lnSpc>
                <a:spcPct val="115000"/>
              </a:lnSpc>
              <a:spcBef>
                <a:spcPts val="0"/>
              </a:spcBef>
              <a:spcAft>
                <a:spcPts val="0"/>
              </a:spcAft>
              <a:buSzPts val="800"/>
              <a:buNone/>
              <a:defRPr sz="800"/>
            </a:lvl3pPr>
            <a:lvl4pPr lvl="3" algn="l">
              <a:lnSpc>
                <a:spcPct val="115000"/>
              </a:lnSpc>
              <a:spcBef>
                <a:spcPts val="0"/>
              </a:spcBef>
              <a:spcAft>
                <a:spcPts val="0"/>
              </a:spcAft>
              <a:buSzPts val="800"/>
              <a:buNone/>
              <a:defRPr sz="800"/>
            </a:lvl4pPr>
            <a:lvl5pPr lvl="4" algn="l">
              <a:lnSpc>
                <a:spcPct val="115000"/>
              </a:lnSpc>
              <a:spcBef>
                <a:spcPts val="0"/>
              </a:spcBef>
              <a:spcAft>
                <a:spcPts val="0"/>
              </a:spcAft>
              <a:buSzPts val="800"/>
              <a:buNone/>
              <a:defRPr sz="800"/>
            </a:lvl5pPr>
            <a:lvl6pPr lvl="5" algn="l">
              <a:lnSpc>
                <a:spcPct val="115000"/>
              </a:lnSpc>
              <a:spcBef>
                <a:spcPts val="0"/>
              </a:spcBef>
              <a:spcAft>
                <a:spcPts val="0"/>
              </a:spcAft>
              <a:buSzPts val="800"/>
              <a:buNone/>
              <a:defRPr sz="800"/>
            </a:lvl6pPr>
            <a:lvl7pPr lvl="6" algn="l">
              <a:lnSpc>
                <a:spcPct val="115000"/>
              </a:lnSpc>
              <a:spcBef>
                <a:spcPts val="0"/>
              </a:spcBef>
              <a:spcAft>
                <a:spcPts val="0"/>
              </a:spcAft>
              <a:buSzPts val="800"/>
              <a:buNone/>
              <a:defRPr sz="800"/>
            </a:lvl7pPr>
            <a:lvl8pPr lvl="7" algn="l">
              <a:lnSpc>
                <a:spcPct val="115000"/>
              </a:lnSpc>
              <a:spcBef>
                <a:spcPts val="0"/>
              </a:spcBef>
              <a:spcAft>
                <a:spcPts val="0"/>
              </a:spcAft>
              <a:buSzPts val="800"/>
              <a:buNone/>
              <a:defRPr sz="800"/>
            </a:lvl8pPr>
            <a:lvl9pPr lvl="8" algn="l">
              <a:lnSpc>
                <a:spcPct val="115000"/>
              </a:lnSpc>
              <a:spcBef>
                <a:spcPts val="0"/>
              </a:spcBef>
              <a:spcAft>
                <a:spcPts val="0"/>
              </a:spcAft>
              <a:buSzPts val="800"/>
              <a:buNone/>
              <a:defRPr sz="800"/>
            </a:lvl9pPr>
          </a:lstStyle>
          <a:p/>
        </p:txBody>
      </p:sp>
      <p:sp>
        <p:nvSpPr>
          <p:cNvPr id="101" name="Google Shape;101;p6"/>
          <p:cNvSpPr txBox="1"/>
          <p:nvPr>
            <p:ph idx="34" type="subTitle"/>
          </p:nvPr>
        </p:nvSpPr>
        <p:spPr>
          <a:xfrm>
            <a:off x="3824550" y="4166856"/>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1pPr>
            <a:lvl2pPr lvl="1"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2pPr>
            <a:lvl3pPr lvl="2"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3pPr>
            <a:lvl4pPr lvl="3"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4pPr>
            <a:lvl5pPr lvl="4"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5pPr>
            <a:lvl6pPr lvl="5"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6pPr>
            <a:lvl7pPr lvl="6"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7pPr>
            <a:lvl8pPr lvl="7"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8pPr>
            <a:lvl9pPr lvl="8"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102" name="Google Shape;102;p6"/>
          <p:cNvSpPr/>
          <p:nvPr>
            <p:ph idx="35" type="pic"/>
          </p:nvPr>
        </p:nvSpPr>
        <p:spPr>
          <a:xfrm>
            <a:off x="3154659" y="3805056"/>
            <a:ext cx="530400" cy="530400"/>
          </a:xfrm>
          <a:prstGeom prst="rect">
            <a:avLst/>
          </a:prstGeom>
          <a:noFill/>
          <a:ln>
            <a:noFill/>
          </a:ln>
        </p:spPr>
      </p:sp>
      <p:sp>
        <p:nvSpPr>
          <p:cNvPr id="103" name="Google Shape;103;p6"/>
          <p:cNvSpPr txBox="1"/>
          <p:nvPr>
            <p:ph type="title"/>
          </p:nvPr>
        </p:nvSpPr>
        <p:spPr>
          <a:xfrm>
            <a:off x="361975" y="962100"/>
            <a:ext cx="24507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3600"/>
            </a:lvl1pPr>
            <a:lvl2pPr lvl="1" algn="l">
              <a:lnSpc>
                <a:spcPct val="90000"/>
              </a:lnSpc>
              <a:spcBef>
                <a:spcPts val="0"/>
              </a:spcBef>
              <a:spcAft>
                <a:spcPts val="0"/>
              </a:spcAft>
              <a:buSzPts val="1400"/>
              <a:buNone/>
              <a:defRPr sz="3600"/>
            </a:lvl2pPr>
            <a:lvl3pPr lvl="2" algn="l">
              <a:lnSpc>
                <a:spcPct val="90000"/>
              </a:lnSpc>
              <a:spcBef>
                <a:spcPts val="0"/>
              </a:spcBef>
              <a:spcAft>
                <a:spcPts val="0"/>
              </a:spcAft>
              <a:buSzPts val="1400"/>
              <a:buNone/>
              <a:defRPr sz="3600"/>
            </a:lvl3pPr>
            <a:lvl4pPr lvl="3" algn="l">
              <a:lnSpc>
                <a:spcPct val="90000"/>
              </a:lnSpc>
              <a:spcBef>
                <a:spcPts val="0"/>
              </a:spcBef>
              <a:spcAft>
                <a:spcPts val="0"/>
              </a:spcAft>
              <a:buSzPts val="1400"/>
              <a:buNone/>
              <a:defRPr sz="3600"/>
            </a:lvl4pPr>
            <a:lvl5pPr lvl="4" algn="l">
              <a:lnSpc>
                <a:spcPct val="90000"/>
              </a:lnSpc>
              <a:spcBef>
                <a:spcPts val="0"/>
              </a:spcBef>
              <a:spcAft>
                <a:spcPts val="0"/>
              </a:spcAft>
              <a:buSzPts val="1400"/>
              <a:buNone/>
              <a:defRPr sz="3600"/>
            </a:lvl5pPr>
            <a:lvl6pPr lvl="5" algn="l">
              <a:lnSpc>
                <a:spcPct val="90000"/>
              </a:lnSpc>
              <a:spcBef>
                <a:spcPts val="0"/>
              </a:spcBef>
              <a:spcAft>
                <a:spcPts val="0"/>
              </a:spcAft>
              <a:buSzPts val="1400"/>
              <a:buNone/>
              <a:defRPr sz="3600"/>
            </a:lvl6pPr>
            <a:lvl7pPr lvl="6" algn="l">
              <a:lnSpc>
                <a:spcPct val="90000"/>
              </a:lnSpc>
              <a:spcBef>
                <a:spcPts val="0"/>
              </a:spcBef>
              <a:spcAft>
                <a:spcPts val="0"/>
              </a:spcAft>
              <a:buSzPts val="1400"/>
              <a:buNone/>
              <a:defRPr sz="3600"/>
            </a:lvl7pPr>
            <a:lvl8pPr lvl="7" algn="l">
              <a:lnSpc>
                <a:spcPct val="90000"/>
              </a:lnSpc>
              <a:spcBef>
                <a:spcPts val="0"/>
              </a:spcBef>
              <a:spcAft>
                <a:spcPts val="0"/>
              </a:spcAft>
              <a:buSzPts val="1400"/>
              <a:buNone/>
              <a:defRPr sz="3600"/>
            </a:lvl8pPr>
            <a:lvl9pPr lvl="8" algn="l">
              <a:lnSpc>
                <a:spcPct val="90000"/>
              </a:lnSpc>
              <a:spcBef>
                <a:spcPts val="0"/>
              </a:spcBef>
              <a:spcAft>
                <a:spcPts val="0"/>
              </a:spcAft>
              <a:buSzPts val="1400"/>
              <a:buNone/>
              <a:defRPr sz="3600"/>
            </a:lvl9pPr>
          </a:lstStyle>
          <a:p/>
        </p:txBody>
      </p:sp>
      <p:sp>
        <p:nvSpPr>
          <p:cNvPr id="104" name="Google Shape;104;p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6"/>
          <p:cNvSpPr txBox="1"/>
          <p:nvPr>
            <p:ph idx="36"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otlight - Alt 2">
  <p:cSld name="CUSTOM_7_1">
    <p:bg>
      <p:bgPr>
        <a:solidFill>
          <a:schemeClr val="accent2"/>
        </a:solidFill>
      </p:bgPr>
    </p:bg>
    <p:spTree>
      <p:nvGrpSpPr>
        <p:cNvPr id="106" name="Shape 106"/>
        <p:cNvGrpSpPr/>
        <p:nvPr/>
      </p:nvGrpSpPr>
      <p:grpSpPr>
        <a:xfrm>
          <a:off x="0" y="0"/>
          <a:ext cx="0" cy="0"/>
          <a:chOff x="0" y="0"/>
          <a:chExt cx="0" cy="0"/>
        </a:xfrm>
      </p:grpSpPr>
      <p:sp>
        <p:nvSpPr>
          <p:cNvPr id="107" name="Google Shape;107;p7"/>
          <p:cNvSpPr/>
          <p:nvPr/>
        </p:nvSpPr>
        <p:spPr>
          <a:xfrm>
            <a:off x="0" y="0"/>
            <a:ext cx="45675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DM Sans"/>
              <a:ea typeface="DM Sans"/>
              <a:cs typeface="DM Sans"/>
              <a:sym typeface="DM Sans"/>
            </a:endParaRPr>
          </a:p>
        </p:txBody>
      </p:sp>
      <p:sp>
        <p:nvSpPr>
          <p:cNvPr id="108" name="Google Shape;108;p7"/>
          <p:cNvSpPr txBox="1"/>
          <p:nvPr>
            <p:ph type="title"/>
          </p:nvPr>
        </p:nvSpPr>
        <p:spPr>
          <a:xfrm>
            <a:off x="4975925" y="989088"/>
            <a:ext cx="3783600" cy="5877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3000"/>
              <a:buNone/>
              <a:defRPr sz="3600"/>
            </a:lvl1pPr>
            <a:lvl2pPr lvl="1" algn="l">
              <a:lnSpc>
                <a:spcPct val="90000"/>
              </a:lnSpc>
              <a:spcBef>
                <a:spcPts val="0"/>
              </a:spcBef>
              <a:spcAft>
                <a:spcPts val="0"/>
              </a:spcAft>
              <a:buSzPts val="1400"/>
              <a:buNone/>
              <a:defRPr sz="3600"/>
            </a:lvl2pPr>
            <a:lvl3pPr lvl="2" algn="l">
              <a:lnSpc>
                <a:spcPct val="90000"/>
              </a:lnSpc>
              <a:spcBef>
                <a:spcPts val="0"/>
              </a:spcBef>
              <a:spcAft>
                <a:spcPts val="0"/>
              </a:spcAft>
              <a:buSzPts val="1400"/>
              <a:buNone/>
              <a:defRPr sz="3600"/>
            </a:lvl3pPr>
            <a:lvl4pPr lvl="3" algn="l">
              <a:lnSpc>
                <a:spcPct val="90000"/>
              </a:lnSpc>
              <a:spcBef>
                <a:spcPts val="0"/>
              </a:spcBef>
              <a:spcAft>
                <a:spcPts val="0"/>
              </a:spcAft>
              <a:buSzPts val="1400"/>
              <a:buNone/>
              <a:defRPr sz="3600"/>
            </a:lvl4pPr>
            <a:lvl5pPr lvl="4" algn="l">
              <a:lnSpc>
                <a:spcPct val="90000"/>
              </a:lnSpc>
              <a:spcBef>
                <a:spcPts val="0"/>
              </a:spcBef>
              <a:spcAft>
                <a:spcPts val="0"/>
              </a:spcAft>
              <a:buSzPts val="1400"/>
              <a:buNone/>
              <a:defRPr sz="3600"/>
            </a:lvl5pPr>
            <a:lvl6pPr lvl="5" algn="l">
              <a:lnSpc>
                <a:spcPct val="90000"/>
              </a:lnSpc>
              <a:spcBef>
                <a:spcPts val="0"/>
              </a:spcBef>
              <a:spcAft>
                <a:spcPts val="0"/>
              </a:spcAft>
              <a:buSzPts val="1400"/>
              <a:buNone/>
              <a:defRPr sz="3600"/>
            </a:lvl6pPr>
            <a:lvl7pPr lvl="6" algn="l">
              <a:lnSpc>
                <a:spcPct val="90000"/>
              </a:lnSpc>
              <a:spcBef>
                <a:spcPts val="0"/>
              </a:spcBef>
              <a:spcAft>
                <a:spcPts val="0"/>
              </a:spcAft>
              <a:buSzPts val="1400"/>
              <a:buNone/>
              <a:defRPr sz="3600"/>
            </a:lvl7pPr>
            <a:lvl8pPr lvl="7" algn="l">
              <a:lnSpc>
                <a:spcPct val="90000"/>
              </a:lnSpc>
              <a:spcBef>
                <a:spcPts val="0"/>
              </a:spcBef>
              <a:spcAft>
                <a:spcPts val="0"/>
              </a:spcAft>
              <a:buSzPts val="1400"/>
              <a:buNone/>
              <a:defRPr sz="3600"/>
            </a:lvl8pPr>
            <a:lvl9pPr lvl="8" algn="l">
              <a:lnSpc>
                <a:spcPct val="90000"/>
              </a:lnSpc>
              <a:spcBef>
                <a:spcPts val="0"/>
              </a:spcBef>
              <a:spcAft>
                <a:spcPts val="0"/>
              </a:spcAft>
              <a:buSzPts val="1400"/>
              <a:buNone/>
              <a:defRPr sz="3600"/>
            </a:lvl9pPr>
          </a:lstStyle>
          <a:p/>
        </p:txBody>
      </p:sp>
      <p:sp>
        <p:nvSpPr>
          <p:cNvPr id="109" name="Google Shape;109;p7"/>
          <p:cNvSpPr/>
          <p:nvPr>
            <p:ph idx="2" type="pic"/>
          </p:nvPr>
        </p:nvSpPr>
        <p:spPr>
          <a:xfrm flipH="1">
            <a:off x="953803" y="1066100"/>
            <a:ext cx="2664300" cy="3002700"/>
          </a:xfrm>
          <a:prstGeom prst="rect">
            <a:avLst/>
          </a:prstGeom>
          <a:noFill/>
          <a:ln>
            <a:noFill/>
          </a:ln>
        </p:spPr>
      </p:sp>
      <p:sp>
        <p:nvSpPr>
          <p:cNvPr id="110" name="Google Shape;110;p7"/>
          <p:cNvSpPr txBox="1"/>
          <p:nvPr>
            <p:ph idx="1" type="body"/>
          </p:nvPr>
        </p:nvSpPr>
        <p:spPr>
          <a:xfrm>
            <a:off x="4975925" y="4125662"/>
            <a:ext cx="3783600" cy="461700"/>
          </a:xfrm>
          <a:prstGeom prst="rect">
            <a:avLst/>
          </a:prstGeom>
          <a:noFill/>
          <a:ln>
            <a:noFill/>
          </a:ln>
        </p:spPr>
        <p:txBody>
          <a:bodyPr anchorCtr="0" anchor="b"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11" name="Google Shape;111;p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12" name="Google Shape;112;p7"/>
          <p:cNvSpPr txBox="1"/>
          <p:nvPr>
            <p:ph idx="3" type="body"/>
          </p:nvPr>
        </p:nvSpPr>
        <p:spPr>
          <a:xfrm>
            <a:off x="4975925" y="1943891"/>
            <a:ext cx="3783600" cy="1243200"/>
          </a:xfrm>
          <a:prstGeom prst="rect">
            <a:avLst/>
          </a:prstGeom>
          <a:noFill/>
          <a:ln>
            <a:noFill/>
          </a:ln>
        </p:spPr>
        <p:txBody>
          <a:bodyPr anchorCtr="0" anchor="t" bIns="0" lIns="0" spcFirstLastPara="1" rIns="0" wrap="square" tIns="0">
            <a:noAutofit/>
          </a:bodyPr>
          <a:lstStyle>
            <a:lvl1pPr indent="-330200" lvl="0" marL="457200" algn="l">
              <a:lnSpc>
                <a:spcPct val="115000"/>
              </a:lnSpc>
              <a:spcBef>
                <a:spcPts val="0"/>
              </a:spcBef>
              <a:spcAft>
                <a:spcPts val="0"/>
              </a:spcAft>
              <a:buClr>
                <a:schemeClr val="lt1"/>
              </a:buClr>
              <a:buSzPts val="1600"/>
              <a:buFont typeface="Newsreader"/>
              <a:buChar char="●"/>
              <a:defRPr sz="1600">
                <a:latin typeface="Newsreader"/>
                <a:ea typeface="Newsreader"/>
                <a:cs typeface="Newsreader"/>
                <a:sym typeface="Newsreader"/>
              </a:defRPr>
            </a:lvl1pPr>
            <a:lvl2pPr indent="-330200" lvl="1" marL="914400" algn="l">
              <a:lnSpc>
                <a:spcPct val="115000"/>
              </a:lnSpc>
              <a:spcBef>
                <a:spcPts val="0"/>
              </a:spcBef>
              <a:spcAft>
                <a:spcPts val="0"/>
              </a:spcAft>
              <a:buClr>
                <a:schemeClr val="lt1"/>
              </a:buClr>
              <a:buSzPts val="1600"/>
              <a:buFont typeface="Newsreader"/>
              <a:buChar char="○"/>
              <a:defRPr sz="1600">
                <a:latin typeface="Newsreader"/>
                <a:ea typeface="Newsreader"/>
                <a:cs typeface="Newsreader"/>
                <a:sym typeface="Newsreader"/>
              </a:defRPr>
            </a:lvl2pPr>
            <a:lvl3pPr indent="-330200" lvl="2" marL="1371600" algn="l">
              <a:lnSpc>
                <a:spcPct val="115000"/>
              </a:lnSpc>
              <a:spcBef>
                <a:spcPts val="0"/>
              </a:spcBef>
              <a:spcAft>
                <a:spcPts val="0"/>
              </a:spcAft>
              <a:buClr>
                <a:schemeClr val="lt1"/>
              </a:buClr>
              <a:buSzPts val="1600"/>
              <a:buFont typeface="Newsreader"/>
              <a:buChar char="■"/>
              <a:defRPr sz="1600">
                <a:latin typeface="Newsreader"/>
                <a:ea typeface="Newsreader"/>
                <a:cs typeface="Newsreader"/>
                <a:sym typeface="Newsreader"/>
              </a:defRPr>
            </a:lvl3pPr>
            <a:lvl4pPr indent="-330200" lvl="3" marL="1828800" algn="l">
              <a:lnSpc>
                <a:spcPct val="115000"/>
              </a:lnSpc>
              <a:spcBef>
                <a:spcPts val="0"/>
              </a:spcBef>
              <a:spcAft>
                <a:spcPts val="0"/>
              </a:spcAft>
              <a:buClr>
                <a:schemeClr val="lt1"/>
              </a:buClr>
              <a:buSzPts val="1600"/>
              <a:buFont typeface="Newsreader"/>
              <a:buChar char="●"/>
              <a:defRPr sz="1600">
                <a:latin typeface="Newsreader"/>
                <a:ea typeface="Newsreader"/>
                <a:cs typeface="Newsreader"/>
                <a:sym typeface="Newsreader"/>
              </a:defRPr>
            </a:lvl4pPr>
            <a:lvl5pPr indent="-330200" lvl="4" marL="2286000" algn="l">
              <a:lnSpc>
                <a:spcPct val="115000"/>
              </a:lnSpc>
              <a:spcBef>
                <a:spcPts val="0"/>
              </a:spcBef>
              <a:spcAft>
                <a:spcPts val="0"/>
              </a:spcAft>
              <a:buClr>
                <a:schemeClr val="lt1"/>
              </a:buClr>
              <a:buSzPts val="1600"/>
              <a:buFont typeface="Newsreader"/>
              <a:buChar char="○"/>
              <a:defRPr sz="1600">
                <a:latin typeface="Newsreader"/>
                <a:ea typeface="Newsreader"/>
                <a:cs typeface="Newsreader"/>
                <a:sym typeface="Newsreader"/>
              </a:defRPr>
            </a:lvl5pPr>
            <a:lvl6pPr indent="-330200" lvl="5" marL="2743200" algn="l">
              <a:lnSpc>
                <a:spcPct val="115000"/>
              </a:lnSpc>
              <a:spcBef>
                <a:spcPts val="0"/>
              </a:spcBef>
              <a:spcAft>
                <a:spcPts val="0"/>
              </a:spcAft>
              <a:buClr>
                <a:schemeClr val="lt1"/>
              </a:buClr>
              <a:buSzPts val="1600"/>
              <a:buFont typeface="Newsreader"/>
              <a:buChar char="■"/>
              <a:defRPr sz="1600">
                <a:latin typeface="Newsreader"/>
                <a:ea typeface="Newsreader"/>
                <a:cs typeface="Newsreader"/>
                <a:sym typeface="Newsreader"/>
              </a:defRPr>
            </a:lvl6pPr>
            <a:lvl7pPr indent="-330200" lvl="6" marL="3200400" algn="l">
              <a:lnSpc>
                <a:spcPct val="115000"/>
              </a:lnSpc>
              <a:spcBef>
                <a:spcPts val="0"/>
              </a:spcBef>
              <a:spcAft>
                <a:spcPts val="0"/>
              </a:spcAft>
              <a:buClr>
                <a:schemeClr val="lt1"/>
              </a:buClr>
              <a:buSzPts val="1600"/>
              <a:buFont typeface="Newsreader"/>
              <a:buChar char="●"/>
              <a:defRPr sz="1600">
                <a:latin typeface="Newsreader"/>
                <a:ea typeface="Newsreader"/>
                <a:cs typeface="Newsreader"/>
                <a:sym typeface="Newsreader"/>
              </a:defRPr>
            </a:lvl7pPr>
            <a:lvl8pPr indent="-330200" lvl="7" marL="3657600" algn="l">
              <a:lnSpc>
                <a:spcPct val="115000"/>
              </a:lnSpc>
              <a:spcBef>
                <a:spcPts val="0"/>
              </a:spcBef>
              <a:spcAft>
                <a:spcPts val="0"/>
              </a:spcAft>
              <a:buClr>
                <a:schemeClr val="lt1"/>
              </a:buClr>
              <a:buSzPts val="1600"/>
              <a:buFont typeface="Newsreader"/>
              <a:buChar char="○"/>
              <a:defRPr sz="1600">
                <a:latin typeface="Newsreader"/>
                <a:ea typeface="Newsreader"/>
                <a:cs typeface="Newsreader"/>
                <a:sym typeface="Newsreader"/>
              </a:defRPr>
            </a:lvl8pPr>
            <a:lvl9pPr indent="-330200" lvl="8" marL="4114800" algn="l">
              <a:lnSpc>
                <a:spcPct val="115000"/>
              </a:lnSpc>
              <a:spcBef>
                <a:spcPts val="0"/>
              </a:spcBef>
              <a:spcAft>
                <a:spcPts val="0"/>
              </a:spcAft>
              <a:buClr>
                <a:schemeClr val="lt1"/>
              </a:buClr>
              <a:buSzPts val="1600"/>
              <a:buFont typeface="Newsreader"/>
              <a:buChar char="■"/>
              <a:defRPr sz="1600">
                <a:latin typeface="Newsreader"/>
                <a:ea typeface="Newsreader"/>
                <a:cs typeface="Newsreader"/>
                <a:sym typeface="Newsreader"/>
              </a:defRPr>
            </a:lvl9pPr>
          </a:lstStyle>
          <a:p/>
        </p:txBody>
      </p:sp>
      <p:sp>
        <p:nvSpPr>
          <p:cNvPr id="113" name="Google Shape;113;p7"/>
          <p:cNvSpPr txBox="1"/>
          <p:nvPr>
            <p:ph idx="4" type="subTitle"/>
          </p:nvPr>
        </p:nvSpPr>
        <p:spPr>
          <a:xfrm>
            <a:off x="4975925" y="732775"/>
            <a:ext cx="37836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2pPr>
            <a:lvl3pPr lvl="2"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3pPr>
            <a:lvl4pPr lvl="3"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4pPr>
            <a:lvl5pPr lvl="4"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5pPr>
            <a:lvl6pPr lvl="5"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6pPr>
            <a:lvl7pPr lvl="6"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7pPr>
            <a:lvl8pPr lvl="7"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8pPr>
            <a:lvl9pPr lvl="8"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14" name="Google Shape;114;p7"/>
          <p:cNvSpPr txBox="1"/>
          <p:nvPr>
            <p:ph idx="5" type="subTitle"/>
          </p:nvPr>
        </p:nvSpPr>
        <p:spPr>
          <a:xfrm>
            <a:off x="4975925" y="1647132"/>
            <a:ext cx="3783600" cy="138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900"/>
              <a:buNone/>
              <a:defRPr sz="900"/>
            </a:lvl1pPr>
            <a:lvl2pPr lvl="1" algn="l">
              <a:lnSpc>
                <a:spcPct val="115000"/>
              </a:lnSpc>
              <a:spcBef>
                <a:spcPts val="0"/>
              </a:spcBef>
              <a:spcAft>
                <a:spcPts val="0"/>
              </a:spcAft>
              <a:buSzPts val="900"/>
              <a:buNone/>
              <a:defRPr sz="900"/>
            </a:lvl2pPr>
            <a:lvl3pPr lvl="2" algn="l">
              <a:lnSpc>
                <a:spcPct val="115000"/>
              </a:lnSpc>
              <a:spcBef>
                <a:spcPts val="0"/>
              </a:spcBef>
              <a:spcAft>
                <a:spcPts val="0"/>
              </a:spcAft>
              <a:buSzPts val="900"/>
              <a:buNone/>
              <a:defRPr sz="900"/>
            </a:lvl3pPr>
            <a:lvl4pPr lvl="3" algn="l">
              <a:lnSpc>
                <a:spcPct val="115000"/>
              </a:lnSpc>
              <a:spcBef>
                <a:spcPts val="0"/>
              </a:spcBef>
              <a:spcAft>
                <a:spcPts val="0"/>
              </a:spcAft>
              <a:buSzPts val="900"/>
              <a:buNone/>
              <a:defRPr sz="900"/>
            </a:lvl4pPr>
            <a:lvl5pPr lvl="4" algn="l">
              <a:lnSpc>
                <a:spcPct val="115000"/>
              </a:lnSpc>
              <a:spcBef>
                <a:spcPts val="0"/>
              </a:spcBef>
              <a:spcAft>
                <a:spcPts val="0"/>
              </a:spcAft>
              <a:buSzPts val="900"/>
              <a:buNone/>
              <a:defRPr sz="900"/>
            </a:lvl5pPr>
            <a:lvl6pPr lvl="5" algn="l">
              <a:lnSpc>
                <a:spcPct val="115000"/>
              </a:lnSpc>
              <a:spcBef>
                <a:spcPts val="0"/>
              </a:spcBef>
              <a:spcAft>
                <a:spcPts val="0"/>
              </a:spcAft>
              <a:buSzPts val="900"/>
              <a:buNone/>
              <a:defRPr sz="900"/>
            </a:lvl6pPr>
            <a:lvl7pPr lvl="6" algn="l">
              <a:lnSpc>
                <a:spcPct val="115000"/>
              </a:lnSpc>
              <a:spcBef>
                <a:spcPts val="0"/>
              </a:spcBef>
              <a:spcAft>
                <a:spcPts val="0"/>
              </a:spcAft>
              <a:buSzPts val="900"/>
              <a:buNone/>
              <a:defRPr sz="900"/>
            </a:lvl7pPr>
            <a:lvl8pPr lvl="7" algn="l">
              <a:lnSpc>
                <a:spcPct val="115000"/>
              </a:lnSpc>
              <a:spcBef>
                <a:spcPts val="0"/>
              </a:spcBef>
              <a:spcAft>
                <a:spcPts val="0"/>
              </a:spcAft>
              <a:buSzPts val="900"/>
              <a:buNone/>
              <a:defRPr sz="900"/>
            </a:lvl8pPr>
            <a:lvl9pPr lvl="8" algn="l">
              <a:lnSpc>
                <a:spcPct val="115000"/>
              </a:lnSpc>
              <a:spcBef>
                <a:spcPts val="0"/>
              </a:spcBef>
              <a:spcAft>
                <a:spcPts val="0"/>
              </a:spcAft>
              <a:buSzPts val="900"/>
              <a:buNone/>
              <a:defRPr sz="900"/>
            </a:lvl9pPr>
          </a:lstStyle>
          <a:p/>
        </p:txBody>
      </p:sp>
      <p:sp>
        <p:nvSpPr>
          <p:cNvPr id="115" name="Google Shape;115;p7"/>
          <p:cNvSpPr txBox="1"/>
          <p:nvPr>
            <p:ph idx="6"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1">
  <p:cSld name="CUSTOM_2">
    <p:spTree>
      <p:nvGrpSpPr>
        <p:cNvPr id="116" name="Shape 116"/>
        <p:cNvGrpSpPr/>
        <p:nvPr/>
      </p:nvGrpSpPr>
      <p:grpSpPr>
        <a:xfrm>
          <a:off x="0" y="0"/>
          <a:ext cx="0" cy="0"/>
          <a:chOff x="0" y="0"/>
          <a:chExt cx="0" cy="0"/>
        </a:xfrm>
      </p:grpSpPr>
      <p:sp>
        <p:nvSpPr>
          <p:cNvPr id="117" name="Google Shape;117;p8"/>
          <p:cNvSpPr/>
          <p:nvPr>
            <p:ph idx="2" type="pic"/>
          </p:nvPr>
        </p:nvSpPr>
        <p:spPr>
          <a:xfrm>
            <a:off x="6289075" y="1793300"/>
            <a:ext cx="2853300" cy="3350400"/>
          </a:xfrm>
          <a:prstGeom prst="rect">
            <a:avLst/>
          </a:prstGeom>
          <a:noFill/>
          <a:ln>
            <a:noFill/>
          </a:ln>
        </p:spPr>
      </p:sp>
      <p:sp>
        <p:nvSpPr>
          <p:cNvPr id="118" name="Google Shape;118;p8"/>
          <p:cNvSpPr/>
          <p:nvPr/>
        </p:nvSpPr>
        <p:spPr>
          <a:xfrm>
            <a:off x="6289085" y="0"/>
            <a:ext cx="2853300" cy="1793100"/>
          </a:xfrm>
          <a:prstGeom prst="roundRect">
            <a:avLst>
              <a:gd fmla="val 0" name="adj"/>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1"/>
              </a:solidFill>
              <a:latin typeface="DM Sans"/>
              <a:ea typeface="DM Sans"/>
              <a:cs typeface="DM Sans"/>
              <a:sym typeface="DM Sans"/>
            </a:endParaRPr>
          </a:p>
        </p:txBody>
      </p:sp>
      <p:sp>
        <p:nvSpPr>
          <p:cNvPr id="119" name="Google Shape;119;p8"/>
          <p:cNvSpPr txBox="1"/>
          <p:nvPr>
            <p:ph type="title"/>
          </p:nvPr>
        </p:nvSpPr>
        <p:spPr>
          <a:xfrm>
            <a:off x="361975" y="988550"/>
            <a:ext cx="5356800" cy="2255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2200"/>
            </a:lvl1pPr>
            <a:lvl2pPr lvl="1" algn="l">
              <a:lnSpc>
                <a:spcPct val="100000"/>
              </a:lnSpc>
              <a:spcBef>
                <a:spcPts val="0"/>
              </a:spcBef>
              <a:spcAft>
                <a:spcPts val="0"/>
              </a:spcAft>
              <a:buSzPts val="1400"/>
              <a:buNone/>
              <a:defRPr sz="2200"/>
            </a:lvl2pPr>
            <a:lvl3pPr lvl="2" algn="l">
              <a:lnSpc>
                <a:spcPct val="100000"/>
              </a:lnSpc>
              <a:spcBef>
                <a:spcPts val="0"/>
              </a:spcBef>
              <a:spcAft>
                <a:spcPts val="0"/>
              </a:spcAft>
              <a:buSzPts val="1400"/>
              <a:buNone/>
              <a:defRPr sz="2200"/>
            </a:lvl3pPr>
            <a:lvl4pPr lvl="3" algn="l">
              <a:lnSpc>
                <a:spcPct val="100000"/>
              </a:lnSpc>
              <a:spcBef>
                <a:spcPts val="0"/>
              </a:spcBef>
              <a:spcAft>
                <a:spcPts val="0"/>
              </a:spcAft>
              <a:buSzPts val="1400"/>
              <a:buNone/>
              <a:defRPr sz="2200"/>
            </a:lvl4pPr>
            <a:lvl5pPr lvl="4" algn="l">
              <a:lnSpc>
                <a:spcPct val="100000"/>
              </a:lnSpc>
              <a:spcBef>
                <a:spcPts val="0"/>
              </a:spcBef>
              <a:spcAft>
                <a:spcPts val="0"/>
              </a:spcAft>
              <a:buSzPts val="1400"/>
              <a:buNone/>
              <a:defRPr sz="2200"/>
            </a:lvl5pPr>
            <a:lvl6pPr lvl="5" algn="l">
              <a:lnSpc>
                <a:spcPct val="100000"/>
              </a:lnSpc>
              <a:spcBef>
                <a:spcPts val="0"/>
              </a:spcBef>
              <a:spcAft>
                <a:spcPts val="0"/>
              </a:spcAft>
              <a:buSzPts val="1400"/>
              <a:buNone/>
              <a:defRPr sz="2200"/>
            </a:lvl6pPr>
            <a:lvl7pPr lvl="6" algn="l">
              <a:lnSpc>
                <a:spcPct val="100000"/>
              </a:lnSpc>
              <a:spcBef>
                <a:spcPts val="0"/>
              </a:spcBef>
              <a:spcAft>
                <a:spcPts val="0"/>
              </a:spcAft>
              <a:buSzPts val="1400"/>
              <a:buNone/>
              <a:defRPr sz="2200"/>
            </a:lvl7pPr>
            <a:lvl8pPr lvl="7" algn="l">
              <a:lnSpc>
                <a:spcPct val="100000"/>
              </a:lnSpc>
              <a:spcBef>
                <a:spcPts val="0"/>
              </a:spcBef>
              <a:spcAft>
                <a:spcPts val="0"/>
              </a:spcAft>
              <a:buSzPts val="1400"/>
              <a:buNone/>
              <a:defRPr sz="2200"/>
            </a:lvl8pPr>
            <a:lvl9pPr lvl="8" algn="l">
              <a:lnSpc>
                <a:spcPct val="100000"/>
              </a:lnSpc>
              <a:spcBef>
                <a:spcPts val="0"/>
              </a:spcBef>
              <a:spcAft>
                <a:spcPts val="0"/>
              </a:spcAft>
              <a:buSzPts val="1400"/>
              <a:buNone/>
              <a:defRPr sz="2200"/>
            </a:lvl9pPr>
          </a:lstStyle>
          <a:p/>
        </p:txBody>
      </p:sp>
      <p:sp>
        <p:nvSpPr>
          <p:cNvPr id="120" name="Google Shape;120;p8"/>
          <p:cNvSpPr txBox="1"/>
          <p:nvPr>
            <p:ph idx="1" type="body"/>
          </p:nvPr>
        </p:nvSpPr>
        <p:spPr>
          <a:xfrm>
            <a:off x="361975" y="3541582"/>
            <a:ext cx="3777000" cy="1044300"/>
          </a:xfrm>
          <a:prstGeom prst="rect">
            <a:avLst/>
          </a:prstGeom>
          <a:noFill/>
          <a:ln>
            <a:noFill/>
          </a:ln>
        </p:spPr>
        <p:txBody>
          <a:bodyPr anchorCtr="0" anchor="b"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21" name="Google Shape;121;p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22" name="Google Shape;122;p8"/>
          <p:cNvSpPr txBox="1"/>
          <p:nvPr>
            <p:ph idx="3"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2">
  <p:cSld name="CUSTOM_2_1">
    <p:spTree>
      <p:nvGrpSpPr>
        <p:cNvPr id="123" name="Shape 123"/>
        <p:cNvGrpSpPr/>
        <p:nvPr/>
      </p:nvGrpSpPr>
      <p:grpSpPr>
        <a:xfrm>
          <a:off x="0" y="0"/>
          <a:ext cx="0" cy="0"/>
          <a:chOff x="0" y="0"/>
          <a:chExt cx="0" cy="0"/>
        </a:xfrm>
      </p:grpSpPr>
      <p:sp>
        <p:nvSpPr>
          <p:cNvPr id="124" name="Google Shape;124;p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25" name="Google Shape;125;p9"/>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26" name="Google Shape;126;p9"/>
          <p:cNvSpPr txBox="1"/>
          <p:nvPr>
            <p:ph idx="2" type="body"/>
          </p:nvPr>
        </p:nvSpPr>
        <p:spPr>
          <a:xfrm>
            <a:off x="1957800" y="4195275"/>
            <a:ext cx="5228400" cy="390600"/>
          </a:xfrm>
          <a:prstGeom prst="rect">
            <a:avLst/>
          </a:prstGeom>
          <a:noFill/>
          <a:ln>
            <a:noFill/>
          </a:ln>
        </p:spPr>
        <p:txBody>
          <a:bodyPr anchorCtr="0" anchor="b" bIns="0" lIns="0" spcFirstLastPara="1" rIns="0" wrap="square" tIns="0">
            <a:noAutofit/>
          </a:bodyPr>
          <a:lstStyle>
            <a:lvl1pPr indent="-292100" lvl="0" marL="457200" algn="ctr">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ctr">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ctr">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ctr">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ctr">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ctr">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ctr">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ctr">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ctr">
              <a:lnSpc>
                <a:spcPct val="115000"/>
              </a:lnSpc>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27" name="Google Shape;127;p9"/>
          <p:cNvSpPr txBox="1"/>
          <p:nvPr>
            <p:ph idx="3" type="subTitle"/>
          </p:nvPr>
        </p:nvSpPr>
        <p:spPr>
          <a:xfrm>
            <a:off x="2490450" y="732775"/>
            <a:ext cx="4163100" cy="138600"/>
          </a:xfrm>
          <a:prstGeom prst="rect">
            <a:avLst/>
          </a:prstGeom>
          <a:noFill/>
          <a:ln>
            <a:noFill/>
          </a:ln>
        </p:spPr>
        <p:txBody>
          <a:bodyPr anchorCtr="0" anchor="b" bIns="0" lIns="0" spcFirstLastPara="1" rIns="0" wrap="square" tIns="0">
            <a:spAutoFit/>
          </a:bodyPr>
          <a:lstStyle>
            <a:lvl1pPr lvl="0" algn="ctr">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2pPr>
            <a:lvl3pPr lvl="2"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3pPr>
            <a:lvl4pPr lvl="3"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4pPr>
            <a:lvl5pPr lvl="4"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5pPr>
            <a:lvl6pPr lvl="5"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6pPr>
            <a:lvl7pPr lvl="6"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7pPr>
            <a:lvl8pPr lvl="7"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8pPr>
            <a:lvl9pPr lvl="8"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28" name="Google Shape;128;p9"/>
          <p:cNvSpPr txBox="1"/>
          <p:nvPr>
            <p:ph type="title"/>
          </p:nvPr>
        </p:nvSpPr>
        <p:spPr>
          <a:xfrm>
            <a:off x="719400" y="988550"/>
            <a:ext cx="7705200" cy="587700"/>
          </a:xfrm>
          <a:prstGeom prst="rect">
            <a:avLst/>
          </a:prstGeom>
          <a:noFill/>
          <a:ln>
            <a:noFill/>
          </a:ln>
        </p:spPr>
        <p:txBody>
          <a:bodyPr anchorCtr="0" anchor="t" bIns="0" lIns="0" spcFirstLastPara="1" rIns="0" wrap="square" tIns="0">
            <a:spAutoFit/>
          </a:bodyPr>
          <a:lstStyle>
            <a:lvl1pPr lvl="0" algn="ctr">
              <a:lnSpc>
                <a:spcPct val="90000"/>
              </a:lnSpc>
              <a:spcBef>
                <a:spcPts val="0"/>
              </a:spcBef>
              <a:spcAft>
                <a:spcPts val="0"/>
              </a:spcAft>
              <a:buSzPts val="3000"/>
              <a:buNone/>
              <a:defRPr sz="2200"/>
            </a:lvl1pPr>
            <a:lvl2pPr lvl="1" algn="ctr">
              <a:lnSpc>
                <a:spcPct val="90000"/>
              </a:lnSpc>
              <a:spcBef>
                <a:spcPts val="0"/>
              </a:spcBef>
              <a:spcAft>
                <a:spcPts val="0"/>
              </a:spcAft>
              <a:buSzPts val="1400"/>
              <a:buNone/>
              <a:defRPr sz="2200"/>
            </a:lvl2pPr>
            <a:lvl3pPr lvl="2" algn="ctr">
              <a:lnSpc>
                <a:spcPct val="90000"/>
              </a:lnSpc>
              <a:spcBef>
                <a:spcPts val="0"/>
              </a:spcBef>
              <a:spcAft>
                <a:spcPts val="0"/>
              </a:spcAft>
              <a:buSzPts val="1400"/>
              <a:buNone/>
              <a:defRPr sz="2200"/>
            </a:lvl3pPr>
            <a:lvl4pPr lvl="3" algn="ctr">
              <a:lnSpc>
                <a:spcPct val="90000"/>
              </a:lnSpc>
              <a:spcBef>
                <a:spcPts val="0"/>
              </a:spcBef>
              <a:spcAft>
                <a:spcPts val="0"/>
              </a:spcAft>
              <a:buSzPts val="1400"/>
              <a:buNone/>
              <a:defRPr sz="2200"/>
            </a:lvl4pPr>
            <a:lvl5pPr lvl="4" algn="ctr">
              <a:lnSpc>
                <a:spcPct val="90000"/>
              </a:lnSpc>
              <a:spcBef>
                <a:spcPts val="0"/>
              </a:spcBef>
              <a:spcAft>
                <a:spcPts val="0"/>
              </a:spcAft>
              <a:buSzPts val="1400"/>
              <a:buNone/>
              <a:defRPr sz="2200"/>
            </a:lvl5pPr>
            <a:lvl6pPr lvl="5" algn="ctr">
              <a:lnSpc>
                <a:spcPct val="90000"/>
              </a:lnSpc>
              <a:spcBef>
                <a:spcPts val="0"/>
              </a:spcBef>
              <a:spcAft>
                <a:spcPts val="0"/>
              </a:spcAft>
              <a:buSzPts val="1400"/>
              <a:buNone/>
              <a:defRPr sz="2200"/>
            </a:lvl6pPr>
            <a:lvl7pPr lvl="6" algn="ctr">
              <a:lnSpc>
                <a:spcPct val="90000"/>
              </a:lnSpc>
              <a:spcBef>
                <a:spcPts val="0"/>
              </a:spcBef>
              <a:spcAft>
                <a:spcPts val="0"/>
              </a:spcAft>
              <a:buSzPts val="1400"/>
              <a:buNone/>
              <a:defRPr sz="2200"/>
            </a:lvl7pPr>
            <a:lvl8pPr lvl="7" algn="ctr">
              <a:lnSpc>
                <a:spcPct val="90000"/>
              </a:lnSpc>
              <a:spcBef>
                <a:spcPts val="0"/>
              </a:spcBef>
              <a:spcAft>
                <a:spcPts val="0"/>
              </a:spcAft>
              <a:buSzPts val="1400"/>
              <a:buNone/>
              <a:defRPr sz="2200"/>
            </a:lvl8pPr>
            <a:lvl9pPr lvl="8" algn="ctr">
              <a:lnSpc>
                <a:spcPct val="90000"/>
              </a:lnSpc>
              <a:spcBef>
                <a:spcPts val="0"/>
              </a:spcBef>
              <a:spcAft>
                <a:spcPts val="0"/>
              </a:spcAft>
              <a:buSzPts val="1400"/>
              <a:buNone/>
              <a:defRPr sz="2200"/>
            </a:lvl9pPr>
          </a:lstStyle>
          <a:p/>
        </p:txBody>
      </p:sp>
      <p:sp>
        <p:nvSpPr>
          <p:cNvPr id="129" name="Google Shape;129;p9"/>
          <p:cNvSpPr/>
          <p:nvPr>
            <p:ph idx="4" type="pic"/>
          </p:nvPr>
        </p:nvSpPr>
        <p:spPr>
          <a:xfrm>
            <a:off x="3982589" y="2427948"/>
            <a:ext cx="1179600" cy="1417200"/>
          </a:xfrm>
          <a:prstGeom prst="rect">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p:cSld name="CUSTOM_7_1_1_1_1_1_1_1_1_1_1_1_1_1_1_1_1_1_1_1_1">
    <p:bg>
      <p:bgPr>
        <a:solidFill>
          <a:schemeClr val="lt1"/>
        </a:solidFill>
      </p:bgPr>
    </p:bg>
    <p:spTree>
      <p:nvGrpSpPr>
        <p:cNvPr id="130" name="Shape 130"/>
        <p:cNvGrpSpPr/>
        <p:nvPr/>
      </p:nvGrpSpPr>
      <p:grpSpPr>
        <a:xfrm>
          <a:off x="0" y="0"/>
          <a:ext cx="0" cy="0"/>
          <a:chOff x="0" y="0"/>
          <a:chExt cx="0" cy="0"/>
        </a:xfrm>
      </p:grpSpPr>
      <p:sp>
        <p:nvSpPr>
          <p:cNvPr id="131" name="Google Shape;131;p1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32" name="Google Shape;132;p10"/>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33" name="Google Shape;133;p10"/>
          <p:cNvSpPr txBox="1"/>
          <p:nvPr>
            <p:ph type="title"/>
          </p:nvPr>
        </p:nvSpPr>
        <p:spPr>
          <a:xfrm>
            <a:off x="1453650" y="1325938"/>
            <a:ext cx="6236700" cy="2011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2500">
                <a:solidFill>
                  <a:schemeClr val="dk1"/>
                </a:solidFill>
              </a:defRPr>
            </a:lvl1pPr>
            <a:lvl2pPr lvl="1" algn="l">
              <a:lnSpc>
                <a:spcPct val="100000"/>
              </a:lnSpc>
              <a:spcBef>
                <a:spcPts val="0"/>
              </a:spcBef>
              <a:spcAft>
                <a:spcPts val="0"/>
              </a:spcAft>
              <a:buSzPts val="1400"/>
              <a:buNone/>
              <a:defRPr sz="2500">
                <a:solidFill>
                  <a:schemeClr val="dk1"/>
                </a:solidFill>
              </a:defRPr>
            </a:lvl2pPr>
            <a:lvl3pPr lvl="2" algn="l">
              <a:lnSpc>
                <a:spcPct val="100000"/>
              </a:lnSpc>
              <a:spcBef>
                <a:spcPts val="0"/>
              </a:spcBef>
              <a:spcAft>
                <a:spcPts val="0"/>
              </a:spcAft>
              <a:buSzPts val="1400"/>
              <a:buNone/>
              <a:defRPr sz="2500">
                <a:solidFill>
                  <a:schemeClr val="dk1"/>
                </a:solidFill>
              </a:defRPr>
            </a:lvl3pPr>
            <a:lvl4pPr lvl="3" algn="l">
              <a:lnSpc>
                <a:spcPct val="100000"/>
              </a:lnSpc>
              <a:spcBef>
                <a:spcPts val="0"/>
              </a:spcBef>
              <a:spcAft>
                <a:spcPts val="0"/>
              </a:spcAft>
              <a:buSzPts val="1400"/>
              <a:buNone/>
              <a:defRPr sz="2500">
                <a:solidFill>
                  <a:schemeClr val="dk1"/>
                </a:solidFill>
              </a:defRPr>
            </a:lvl4pPr>
            <a:lvl5pPr lvl="4" algn="l">
              <a:lnSpc>
                <a:spcPct val="100000"/>
              </a:lnSpc>
              <a:spcBef>
                <a:spcPts val="0"/>
              </a:spcBef>
              <a:spcAft>
                <a:spcPts val="0"/>
              </a:spcAft>
              <a:buSzPts val="1400"/>
              <a:buNone/>
              <a:defRPr sz="2500">
                <a:solidFill>
                  <a:schemeClr val="dk1"/>
                </a:solidFill>
              </a:defRPr>
            </a:lvl5pPr>
            <a:lvl6pPr lvl="5" algn="l">
              <a:lnSpc>
                <a:spcPct val="100000"/>
              </a:lnSpc>
              <a:spcBef>
                <a:spcPts val="0"/>
              </a:spcBef>
              <a:spcAft>
                <a:spcPts val="0"/>
              </a:spcAft>
              <a:buSzPts val="1400"/>
              <a:buNone/>
              <a:defRPr sz="2500">
                <a:solidFill>
                  <a:schemeClr val="dk1"/>
                </a:solidFill>
              </a:defRPr>
            </a:lvl6pPr>
            <a:lvl7pPr lvl="6" algn="l">
              <a:lnSpc>
                <a:spcPct val="100000"/>
              </a:lnSpc>
              <a:spcBef>
                <a:spcPts val="0"/>
              </a:spcBef>
              <a:spcAft>
                <a:spcPts val="0"/>
              </a:spcAft>
              <a:buSzPts val="1400"/>
              <a:buNone/>
              <a:defRPr sz="2500">
                <a:solidFill>
                  <a:schemeClr val="dk1"/>
                </a:solidFill>
              </a:defRPr>
            </a:lvl7pPr>
            <a:lvl8pPr lvl="7" algn="l">
              <a:lnSpc>
                <a:spcPct val="100000"/>
              </a:lnSpc>
              <a:spcBef>
                <a:spcPts val="0"/>
              </a:spcBef>
              <a:spcAft>
                <a:spcPts val="0"/>
              </a:spcAft>
              <a:buSzPts val="1400"/>
              <a:buNone/>
              <a:defRPr sz="2500">
                <a:solidFill>
                  <a:schemeClr val="dk1"/>
                </a:solidFill>
              </a:defRPr>
            </a:lvl8pPr>
            <a:lvl9pPr lvl="8" algn="l">
              <a:lnSpc>
                <a:spcPct val="100000"/>
              </a:lnSpc>
              <a:spcBef>
                <a:spcPts val="0"/>
              </a:spcBef>
              <a:spcAft>
                <a:spcPts val="0"/>
              </a:spcAft>
              <a:buSzPts val="1400"/>
              <a:buNone/>
              <a:defRPr sz="2500">
                <a:solidFill>
                  <a:schemeClr val="dk1"/>
                </a:solidFill>
              </a:defRPr>
            </a:lvl9pPr>
          </a:lstStyle>
          <a:p/>
        </p:txBody>
      </p:sp>
      <p:sp>
        <p:nvSpPr>
          <p:cNvPr id="134" name="Google Shape;134;p10"/>
          <p:cNvSpPr/>
          <p:nvPr>
            <p:ph idx="2" type="pic"/>
          </p:nvPr>
        </p:nvSpPr>
        <p:spPr>
          <a:xfrm>
            <a:off x="1442350" y="3492500"/>
            <a:ext cx="408900" cy="408900"/>
          </a:xfrm>
          <a:prstGeom prst="ellipse">
            <a:avLst/>
          </a:prstGeom>
          <a:noFill/>
          <a:ln>
            <a:noFill/>
          </a:ln>
        </p:spPr>
      </p:sp>
      <p:sp>
        <p:nvSpPr>
          <p:cNvPr id="135" name="Google Shape;135;p10"/>
          <p:cNvSpPr txBox="1"/>
          <p:nvPr>
            <p:ph idx="3" type="subTitle"/>
          </p:nvPr>
        </p:nvSpPr>
        <p:spPr>
          <a:xfrm>
            <a:off x="1957375" y="3536000"/>
            <a:ext cx="26616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lgn="l">
              <a:lnSpc>
                <a:spcPct val="115000"/>
              </a:lnSpc>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2pPr>
            <a:lvl3pPr lvl="2" algn="l">
              <a:lnSpc>
                <a:spcPct val="115000"/>
              </a:lnSpc>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3pPr>
            <a:lvl4pPr lvl="3" algn="l">
              <a:lnSpc>
                <a:spcPct val="115000"/>
              </a:lnSpc>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4pPr>
            <a:lvl5pPr lvl="4" algn="l">
              <a:lnSpc>
                <a:spcPct val="115000"/>
              </a:lnSpc>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5pPr>
            <a:lvl6pPr lvl="5" algn="l">
              <a:lnSpc>
                <a:spcPct val="115000"/>
              </a:lnSpc>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6pPr>
            <a:lvl7pPr lvl="6" algn="l">
              <a:lnSpc>
                <a:spcPct val="115000"/>
              </a:lnSpc>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7pPr>
            <a:lvl8pPr lvl="7" algn="l">
              <a:lnSpc>
                <a:spcPct val="115000"/>
              </a:lnSpc>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8pPr>
            <a:lvl9pPr lvl="8" algn="l">
              <a:lnSpc>
                <a:spcPct val="115000"/>
              </a:lnSpc>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9pPr>
          </a:lstStyle>
          <a:p/>
        </p:txBody>
      </p:sp>
      <p:sp>
        <p:nvSpPr>
          <p:cNvPr id="136" name="Google Shape;136;p10"/>
          <p:cNvSpPr txBox="1"/>
          <p:nvPr>
            <p:ph idx="4" type="subTitle"/>
          </p:nvPr>
        </p:nvSpPr>
        <p:spPr>
          <a:xfrm>
            <a:off x="1957375" y="3678443"/>
            <a:ext cx="26616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Light">
  <p:cSld name="CUSTOM_7_1_1_1_1_1_1_1_1_1_1_1_1_1_1_1_1_1_1_1">
    <p:spTree>
      <p:nvGrpSpPr>
        <p:cNvPr id="137" name="Shape 137"/>
        <p:cNvGrpSpPr/>
        <p:nvPr/>
      </p:nvGrpSpPr>
      <p:grpSpPr>
        <a:xfrm>
          <a:off x="0" y="0"/>
          <a:ext cx="0" cy="0"/>
          <a:chOff x="0" y="0"/>
          <a:chExt cx="0" cy="0"/>
        </a:xfrm>
      </p:grpSpPr>
      <p:sp>
        <p:nvSpPr>
          <p:cNvPr id="138" name="Google Shape;138;p1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39" name="Google Shape;139;p11"/>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40" name="Google Shape;140;p11"/>
          <p:cNvSpPr txBox="1"/>
          <p:nvPr>
            <p:ph type="title"/>
          </p:nvPr>
        </p:nvSpPr>
        <p:spPr>
          <a:xfrm>
            <a:off x="1453650" y="1325938"/>
            <a:ext cx="6236700" cy="2011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2500"/>
            </a:lvl1pPr>
            <a:lvl2pPr lvl="1" algn="l">
              <a:lnSpc>
                <a:spcPct val="100000"/>
              </a:lnSpc>
              <a:spcBef>
                <a:spcPts val="0"/>
              </a:spcBef>
              <a:spcAft>
                <a:spcPts val="0"/>
              </a:spcAft>
              <a:buSzPts val="1400"/>
              <a:buNone/>
              <a:defRPr sz="2500"/>
            </a:lvl2pPr>
            <a:lvl3pPr lvl="2" algn="l">
              <a:lnSpc>
                <a:spcPct val="100000"/>
              </a:lnSpc>
              <a:spcBef>
                <a:spcPts val="0"/>
              </a:spcBef>
              <a:spcAft>
                <a:spcPts val="0"/>
              </a:spcAft>
              <a:buSzPts val="1400"/>
              <a:buNone/>
              <a:defRPr sz="2500"/>
            </a:lvl3pPr>
            <a:lvl4pPr lvl="3" algn="l">
              <a:lnSpc>
                <a:spcPct val="100000"/>
              </a:lnSpc>
              <a:spcBef>
                <a:spcPts val="0"/>
              </a:spcBef>
              <a:spcAft>
                <a:spcPts val="0"/>
              </a:spcAft>
              <a:buSzPts val="1400"/>
              <a:buNone/>
              <a:defRPr sz="2500"/>
            </a:lvl4pPr>
            <a:lvl5pPr lvl="4" algn="l">
              <a:lnSpc>
                <a:spcPct val="100000"/>
              </a:lnSpc>
              <a:spcBef>
                <a:spcPts val="0"/>
              </a:spcBef>
              <a:spcAft>
                <a:spcPts val="0"/>
              </a:spcAft>
              <a:buSzPts val="1400"/>
              <a:buNone/>
              <a:defRPr sz="2500"/>
            </a:lvl5pPr>
            <a:lvl6pPr lvl="5" algn="l">
              <a:lnSpc>
                <a:spcPct val="100000"/>
              </a:lnSpc>
              <a:spcBef>
                <a:spcPts val="0"/>
              </a:spcBef>
              <a:spcAft>
                <a:spcPts val="0"/>
              </a:spcAft>
              <a:buSzPts val="1400"/>
              <a:buNone/>
              <a:defRPr sz="2500"/>
            </a:lvl6pPr>
            <a:lvl7pPr lvl="6" algn="l">
              <a:lnSpc>
                <a:spcPct val="100000"/>
              </a:lnSpc>
              <a:spcBef>
                <a:spcPts val="0"/>
              </a:spcBef>
              <a:spcAft>
                <a:spcPts val="0"/>
              </a:spcAft>
              <a:buSzPts val="1400"/>
              <a:buNone/>
              <a:defRPr sz="2500"/>
            </a:lvl7pPr>
            <a:lvl8pPr lvl="7" algn="l">
              <a:lnSpc>
                <a:spcPct val="100000"/>
              </a:lnSpc>
              <a:spcBef>
                <a:spcPts val="0"/>
              </a:spcBef>
              <a:spcAft>
                <a:spcPts val="0"/>
              </a:spcAft>
              <a:buSzPts val="1400"/>
              <a:buNone/>
              <a:defRPr sz="2500"/>
            </a:lvl8pPr>
            <a:lvl9pPr lvl="8" algn="l">
              <a:lnSpc>
                <a:spcPct val="100000"/>
              </a:lnSpc>
              <a:spcBef>
                <a:spcPts val="0"/>
              </a:spcBef>
              <a:spcAft>
                <a:spcPts val="0"/>
              </a:spcAft>
              <a:buSzPts val="1400"/>
              <a:buNone/>
              <a:defRPr sz="2500"/>
            </a:lvl9pPr>
          </a:lstStyle>
          <a:p/>
        </p:txBody>
      </p:sp>
      <p:sp>
        <p:nvSpPr>
          <p:cNvPr id="141" name="Google Shape;141;p11"/>
          <p:cNvSpPr/>
          <p:nvPr>
            <p:ph idx="2" type="pic"/>
          </p:nvPr>
        </p:nvSpPr>
        <p:spPr>
          <a:xfrm>
            <a:off x="1442350" y="3492500"/>
            <a:ext cx="408900" cy="408900"/>
          </a:xfrm>
          <a:prstGeom prst="ellipse">
            <a:avLst/>
          </a:prstGeom>
          <a:noFill/>
          <a:ln>
            <a:noFill/>
          </a:ln>
        </p:spPr>
      </p:sp>
      <p:sp>
        <p:nvSpPr>
          <p:cNvPr id="142" name="Google Shape;142;p11"/>
          <p:cNvSpPr txBox="1"/>
          <p:nvPr>
            <p:ph idx="3" type="subTitle"/>
          </p:nvPr>
        </p:nvSpPr>
        <p:spPr>
          <a:xfrm>
            <a:off x="1957375" y="3536000"/>
            <a:ext cx="26616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2pPr>
            <a:lvl3pPr lvl="2"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3pPr>
            <a:lvl4pPr lvl="3"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4pPr>
            <a:lvl5pPr lvl="4"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5pPr>
            <a:lvl6pPr lvl="5"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6pPr>
            <a:lvl7pPr lvl="6"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7pPr>
            <a:lvl8pPr lvl="7"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8pPr>
            <a:lvl9pPr lvl="8"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9pPr>
          </a:lstStyle>
          <a:p/>
        </p:txBody>
      </p:sp>
      <p:sp>
        <p:nvSpPr>
          <p:cNvPr id="143" name="Google Shape;143;p11"/>
          <p:cNvSpPr txBox="1"/>
          <p:nvPr>
            <p:ph idx="4" type="subTitle"/>
          </p:nvPr>
        </p:nvSpPr>
        <p:spPr>
          <a:xfrm>
            <a:off x="1957375" y="3678443"/>
            <a:ext cx="26616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2pPr>
            <a:lvl3pPr lvl="2"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3pPr>
            <a:lvl4pPr lvl="3"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4pPr>
            <a:lvl5pPr lvl="4"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5pPr>
            <a:lvl6pPr lvl="5"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6pPr>
            <a:lvl7pPr lvl="6"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7pPr>
            <a:lvl8pPr lvl="7"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8pPr>
            <a:lvl9pPr lvl="8"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3">
  <p:cSld name="CUSTOM_2_1_2">
    <p:bg>
      <p:bgPr>
        <a:solidFill>
          <a:schemeClr val="accent1"/>
        </a:solidFill>
      </p:bgPr>
    </p:bg>
    <p:spTree>
      <p:nvGrpSpPr>
        <p:cNvPr id="144" name="Shape 144"/>
        <p:cNvGrpSpPr/>
        <p:nvPr/>
      </p:nvGrpSpPr>
      <p:grpSpPr>
        <a:xfrm>
          <a:off x="0" y="0"/>
          <a:ext cx="0" cy="0"/>
          <a:chOff x="0" y="0"/>
          <a:chExt cx="0" cy="0"/>
        </a:xfrm>
      </p:grpSpPr>
      <p:sp>
        <p:nvSpPr>
          <p:cNvPr id="145" name="Google Shape;145;p1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46" name="Google Shape;146;p12"/>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47" name="Google Shape;147;p12"/>
          <p:cNvSpPr txBox="1"/>
          <p:nvPr>
            <p:ph idx="2" type="subTitle"/>
          </p:nvPr>
        </p:nvSpPr>
        <p:spPr>
          <a:xfrm>
            <a:off x="3154650" y="1051772"/>
            <a:ext cx="4163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SzPts val="1000"/>
              <a:buFont typeface="DM Sans"/>
              <a:buNone/>
              <a:defRPr sz="1000">
                <a:latin typeface="DM Sans"/>
                <a:ea typeface="DM Sans"/>
                <a:cs typeface="DM Sans"/>
                <a:sym typeface="DM Sans"/>
              </a:defRPr>
            </a:lvl1pPr>
            <a:lvl2pPr lvl="1" algn="l">
              <a:lnSpc>
                <a:spcPct val="115000"/>
              </a:lnSpc>
              <a:spcBef>
                <a:spcPts val="0"/>
              </a:spcBef>
              <a:spcAft>
                <a:spcPts val="0"/>
              </a:spcAft>
              <a:buSzPts val="1400"/>
              <a:buFont typeface="DM Sans"/>
              <a:buNone/>
              <a:defRPr>
                <a:latin typeface="DM Sans"/>
                <a:ea typeface="DM Sans"/>
                <a:cs typeface="DM Sans"/>
                <a:sym typeface="DM Sans"/>
              </a:defRPr>
            </a:lvl2pPr>
            <a:lvl3pPr lvl="2" algn="l">
              <a:lnSpc>
                <a:spcPct val="115000"/>
              </a:lnSpc>
              <a:spcBef>
                <a:spcPts val="0"/>
              </a:spcBef>
              <a:spcAft>
                <a:spcPts val="0"/>
              </a:spcAft>
              <a:buSzPts val="1400"/>
              <a:buFont typeface="DM Sans"/>
              <a:buNone/>
              <a:defRPr>
                <a:latin typeface="DM Sans"/>
                <a:ea typeface="DM Sans"/>
                <a:cs typeface="DM Sans"/>
                <a:sym typeface="DM Sans"/>
              </a:defRPr>
            </a:lvl3pPr>
            <a:lvl4pPr lvl="3" algn="l">
              <a:lnSpc>
                <a:spcPct val="115000"/>
              </a:lnSpc>
              <a:spcBef>
                <a:spcPts val="0"/>
              </a:spcBef>
              <a:spcAft>
                <a:spcPts val="0"/>
              </a:spcAft>
              <a:buSzPts val="1400"/>
              <a:buFont typeface="DM Sans"/>
              <a:buNone/>
              <a:defRPr>
                <a:latin typeface="DM Sans"/>
                <a:ea typeface="DM Sans"/>
                <a:cs typeface="DM Sans"/>
                <a:sym typeface="DM Sans"/>
              </a:defRPr>
            </a:lvl4pPr>
            <a:lvl5pPr lvl="4" algn="l">
              <a:lnSpc>
                <a:spcPct val="115000"/>
              </a:lnSpc>
              <a:spcBef>
                <a:spcPts val="0"/>
              </a:spcBef>
              <a:spcAft>
                <a:spcPts val="0"/>
              </a:spcAft>
              <a:buSzPts val="1400"/>
              <a:buFont typeface="DM Sans"/>
              <a:buNone/>
              <a:defRPr>
                <a:latin typeface="DM Sans"/>
                <a:ea typeface="DM Sans"/>
                <a:cs typeface="DM Sans"/>
                <a:sym typeface="DM Sans"/>
              </a:defRPr>
            </a:lvl5pPr>
            <a:lvl6pPr lvl="5" algn="l">
              <a:lnSpc>
                <a:spcPct val="115000"/>
              </a:lnSpc>
              <a:spcBef>
                <a:spcPts val="0"/>
              </a:spcBef>
              <a:spcAft>
                <a:spcPts val="0"/>
              </a:spcAft>
              <a:buSzPts val="1400"/>
              <a:buFont typeface="DM Sans"/>
              <a:buNone/>
              <a:defRPr>
                <a:latin typeface="DM Sans"/>
                <a:ea typeface="DM Sans"/>
                <a:cs typeface="DM Sans"/>
                <a:sym typeface="DM Sans"/>
              </a:defRPr>
            </a:lvl6pPr>
            <a:lvl7pPr lvl="6" algn="l">
              <a:lnSpc>
                <a:spcPct val="115000"/>
              </a:lnSpc>
              <a:spcBef>
                <a:spcPts val="0"/>
              </a:spcBef>
              <a:spcAft>
                <a:spcPts val="0"/>
              </a:spcAft>
              <a:buSzPts val="1400"/>
              <a:buFont typeface="DM Sans"/>
              <a:buNone/>
              <a:defRPr>
                <a:latin typeface="DM Sans"/>
                <a:ea typeface="DM Sans"/>
                <a:cs typeface="DM Sans"/>
                <a:sym typeface="DM Sans"/>
              </a:defRPr>
            </a:lvl7pPr>
            <a:lvl8pPr lvl="7" algn="l">
              <a:lnSpc>
                <a:spcPct val="115000"/>
              </a:lnSpc>
              <a:spcBef>
                <a:spcPts val="0"/>
              </a:spcBef>
              <a:spcAft>
                <a:spcPts val="0"/>
              </a:spcAft>
              <a:buSzPts val="1400"/>
              <a:buFont typeface="DM Sans"/>
              <a:buNone/>
              <a:defRPr>
                <a:latin typeface="DM Sans"/>
                <a:ea typeface="DM Sans"/>
                <a:cs typeface="DM Sans"/>
                <a:sym typeface="DM Sans"/>
              </a:defRPr>
            </a:lvl8pPr>
            <a:lvl9pPr lvl="8" algn="l">
              <a:lnSpc>
                <a:spcPct val="115000"/>
              </a:lnSpc>
              <a:spcBef>
                <a:spcPts val="0"/>
              </a:spcBef>
              <a:spcAft>
                <a:spcPts val="0"/>
              </a:spcAft>
              <a:buSzPts val="1400"/>
              <a:buFont typeface="DM Sans"/>
              <a:buNone/>
              <a:defRPr>
                <a:latin typeface="DM Sans"/>
                <a:ea typeface="DM Sans"/>
                <a:cs typeface="DM Sans"/>
                <a:sym typeface="DM Sans"/>
              </a:defRPr>
            </a:lvl9pPr>
          </a:lstStyle>
          <a:p/>
        </p:txBody>
      </p:sp>
      <p:sp>
        <p:nvSpPr>
          <p:cNvPr id="148" name="Google Shape;148;p12"/>
          <p:cNvSpPr txBox="1"/>
          <p:nvPr>
            <p:ph type="title"/>
          </p:nvPr>
        </p:nvSpPr>
        <p:spPr>
          <a:xfrm>
            <a:off x="3154650" y="1801500"/>
            <a:ext cx="5622000" cy="28320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SzPts val="3000"/>
              <a:buNone/>
              <a:defRPr sz="2800"/>
            </a:lvl1pPr>
            <a:lvl2pPr lvl="1" algn="l">
              <a:lnSpc>
                <a:spcPct val="90000"/>
              </a:lnSpc>
              <a:spcBef>
                <a:spcPts val="0"/>
              </a:spcBef>
              <a:spcAft>
                <a:spcPts val="0"/>
              </a:spcAft>
              <a:buSzPts val="1400"/>
              <a:buNone/>
              <a:defRPr sz="2800"/>
            </a:lvl2pPr>
            <a:lvl3pPr lvl="2" algn="l">
              <a:lnSpc>
                <a:spcPct val="90000"/>
              </a:lnSpc>
              <a:spcBef>
                <a:spcPts val="0"/>
              </a:spcBef>
              <a:spcAft>
                <a:spcPts val="0"/>
              </a:spcAft>
              <a:buSzPts val="1400"/>
              <a:buNone/>
              <a:defRPr sz="2800"/>
            </a:lvl3pPr>
            <a:lvl4pPr lvl="3" algn="l">
              <a:lnSpc>
                <a:spcPct val="90000"/>
              </a:lnSpc>
              <a:spcBef>
                <a:spcPts val="0"/>
              </a:spcBef>
              <a:spcAft>
                <a:spcPts val="0"/>
              </a:spcAft>
              <a:buSzPts val="1400"/>
              <a:buNone/>
              <a:defRPr sz="2800"/>
            </a:lvl4pPr>
            <a:lvl5pPr lvl="4" algn="l">
              <a:lnSpc>
                <a:spcPct val="90000"/>
              </a:lnSpc>
              <a:spcBef>
                <a:spcPts val="0"/>
              </a:spcBef>
              <a:spcAft>
                <a:spcPts val="0"/>
              </a:spcAft>
              <a:buSzPts val="1400"/>
              <a:buNone/>
              <a:defRPr sz="2800"/>
            </a:lvl5pPr>
            <a:lvl6pPr lvl="5" algn="l">
              <a:lnSpc>
                <a:spcPct val="90000"/>
              </a:lnSpc>
              <a:spcBef>
                <a:spcPts val="0"/>
              </a:spcBef>
              <a:spcAft>
                <a:spcPts val="0"/>
              </a:spcAft>
              <a:buSzPts val="1400"/>
              <a:buNone/>
              <a:defRPr sz="2800"/>
            </a:lvl6pPr>
            <a:lvl7pPr lvl="6" algn="l">
              <a:lnSpc>
                <a:spcPct val="90000"/>
              </a:lnSpc>
              <a:spcBef>
                <a:spcPts val="0"/>
              </a:spcBef>
              <a:spcAft>
                <a:spcPts val="0"/>
              </a:spcAft>
              <a:buSzPts val="1400"/>
              <a:buNone/>
              <a:defRPr sz="2800"/>
            </a:lvl7pPr>
            <a:lvl8pPr lvl="7" algn="l">
              <a:lnSpc>
                <a:spcPct val="90000"/>
              </a:lnSpc>
              <a:spcBef>
                <a:spcPts val="0"/>
              </a:spcBef>
              <a:spcAft>
                <a:spcPts val="0"/>
              </a:spcAft>
              <a:buSzPts val="1400"/>
              <a:buNone/>
              <a:defRPr sz="2800"/>
            </a:lvl8pPr>
            <a:lvl9pPr lvl="8" algn="l">
              <a:lnSpc>
                <a:spcPct val="90000"/>
              </a:lnSpc>
              <a:spcBef>
                <a:spcPts val="0"/>
              </a:spcBef>
              <a:spcAft>
                <a:spcPts val="0"/>
              </a:spcAft>
              <a:buSzPts val="1400"/>
              <a:buNone/>
              <a:defRPr sz="2800"/>
            </a:lvl9pPr>
          </a:lstStyle>
          <a:p/>
        </p:txBody>
      </p:sp>
      <p:sp>
        <p:nvSpPr>
          <p:cNvPr id="149" name="Google Shape;149;p12"/>
          <p:cNvSpPr/>
          <p:nvPr>
            <p:ph idx="3" type="pic"/>
          </p:nvPr>
        </p:nvSpPr>
        <p:spPr>
          <a:xfrm>
            <a:off x="361975" y="1066100"/>
            <a:ext cx="1967700" cy="1311600"/>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_2">
    <p:bg>
      <p:bgPr>
        <a:solidFill>
          <a:schemeClr val="lt1"/>
        </a:solidFill>
      </p:bgPr>
    </p:bg>
    <p:spTree>
      <p:nvGrpSpPr>
        <p:cNvPr id="150" name="Shape 150"/>
        <p:cNvGrpSpPr/>
        <p:nvPr/>
      </p:nvGrpSpPr>
      <p:grpSpPr>
        <a:xfrm>
          <a:off x="0" y="0"/>
          <a:ext cx="0" cy="0"/>
          <a:chOff x="0" y="0"/>
          <a:chExt cx="0" cy="0"/>
        </a:xfrm>
      </p:grpSpPr>
      <p:sp>
        <p:nvSpPr>
          <p:cNvPr id="151" name="Google Shape;151;p1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52" name="Google Shape;152;p13"/>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53" name="Google Shape;153;p13"/>
          <p:cNvSpPr txBox="1"/>
          <p:nvPr>
            <p:ph idx="2" type="body"/>
          </p:nvPr>
        </p:nvSpPr>
        <p:spPr>
          <a:xfrm>
            <a:off x="7130875" y="3628800"/>
            <a:ext cx="1645800" cy="6801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l">
              <a:lnSpc>
                <a:spcPct val="115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54" name="Google Shape;154;p13"/>
          <p:cNvSpPr txBox="1"/>
          <p:nvPr>
            <p:ph idx="3" type="subTitle"/>
          </p:nvPr>
        </p:nvSpPr>
        <p:spPr>
          <a:xfrm>
            <a:off x="7130875" y="2586820"/>
            <a:ext cx="1645800" cy="152400"/>
          </a:xfrm>
          <a:prstGeom prst="rect">
            <a:avLst/>
          </a:prstGeom>
          <a:noFill/>
          <a:ln>
            <a:noFill/>
          </a:ln>
        </p:spPr>
        <p:txBody>
          <a:bodyPr anchorCtr="0" anchor="b" bIns="0" lIns="0" spcFirstLastPara="1" rIns="0" wrap="square" tIns="0">
            <a:noAutofit/>
          </a:bodyPr>
          <a:lstStyle>
            <a:lvl1pPr lvl="0" algn="l">
              <a:lnSpc>
                <a:spcPct val="115000"/>
              </a:lnSpc>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55" name="Google Shape;155;p13"/>
          <p:cNvSpPr txBox="1"/>
          <p:nvPr>
            <p:ph idx="4" type="subTitle"/>
          </p:nvPr>
        </p:nvSpPr>
        <p:spPr>
          <a:xfrm>
            <a:off x="7130875" y="2791120"/>
            <a:ext cx="1645800" cy="1524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56" name="Google Shape;156;p13"/>
          <p:cNvSpPr txBox="1"/>
          <p:nvPr>
            <p:ph idx="5" type="body"/>
          </p:nvPr>
        </p:nvSpPr>
        <p:spPr>
          <a:xfrm>
            <a:off x="4892138" y="3628800"/>
            <a:ext cx="1645800" cy="6801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l">
              <a:lnSpc>
                <a:spcPct val="115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57" name="Google Shape;157;p13"/>
          <p:cNvSpPr txBox="1"/>
          <p:nvPr>
            <p:ph idx="6" type="subTitle"/>
          </p:nvPr>
        </p:nvSpPr>
        <p:spPr>
          <a:xfrm>
            <a:off x="4892138" y="2586820"/>
            <a:ext cx="1645800" cy="152400"/>
          </a:xfrm>
          <a:prstGeom prst="rect">
            <a:avLst/>
          </a:prstGeom>
          <a:noFill/>
          <a:ln>
            <a:noFill/>
          </a:ln>
        </p:spPr>
        <p:txBody>
          <a:bodyPr anchorCtr="0" anchor="b" bIns="0" lIns="0" spcFirstLastPara="1" rIns="0" wrap="square" tIns="0">
            <a:noAutofit/>
          </a:bodyPr>
          <a:lstStyle>
            <a:lvl1pPr lvl="0" algn="l">
              <a:lnSpc>
                <a:spcPct val="115000"/>
              </a:lnSpc>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58" name="Google Shape;158;p13"/>
          <p:cNvSpPr txBox="1"/>
          <p:nvPr>
            <p:ph idx="7" type="subTitle"/>
          </p:nvPr>
        </p:nvSpPr>
        <p:spPr>
          <a:xfrm>
            <a:off x="4892138" y="2791120"/>
            <a:ext cx="1645800" cy="1524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59" name="Google Shape;159;p13"/>
          <p:cNvSpPr txBox="1"/>
          <p:nvPr>
            <p:ph idx="8" type="body"/>
          </p:nvPr>
        </p:nvSpPr>
        <p:spPr>
          <a:xfrm>
            <a:off x="2607050" y="3628800"/>
            <a:ext cx="1645800" cy="6801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l">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60" name="Google Shape;160;p13"/>
          <p:cNvSpPr txBox="1"/>
          <p:nvPr>
            <p:ph idx="9" type="subTitle"/>
          </p:nvPr>
        </p:nvSpPr>
        <p:spPr>
          <a:xfrm>
            <a:off x="2607050" y="2586820"/>
            <a:ext cx="1645800" cy="152400"/>
          </a:xfrm>
          <a:prstGeom prst="rect">
            <a:avLst/>
          </a:prstGeom>
          <a:noFill/>
          <a:ln>
            <a:noFill/>
          </a:ln>
        </p:spPr>
        <p:txBody>
          <a:bodyPr anchorCtr="0" anchor="b" bIns="0" lIns="0" spcFirstLastPara="1" rIns="0" wrap="square" tIns="0">
            <a:noAutofit/>
          </a:bodyPr>
          <a:lstStyle>
            <a:lvl1pPr lvl="0" algn="l">
              <a:lnSpc>
                <a:spcPct val="115000"/>
              </a:lnSpc>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61" name="Google Shape;161;p13"/>
          <p:cNvSpPr txBox="1"/>
          <p:nvPr>
            <p:ph idx="13" type="subTitle"/>
          </p:nvPr>
        </p:nvSpPr>
        <p:spPr>
          <a:xfrm>
            <a:off x="2607050" y="2791120"/>
            <a:ext cx="1645800" cy="1524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62" name="Google Shape;162;p13"/>
          <p:cNvSpPr txBox="1"/>
          <p:nvPr>
            <p:ph idx="14" type="body"/>
          </p:nvPr>
        </p:nvSpPr>
        <p:spPr>
          <a:xfrm>
            <a:off x="361975" y="3628800"/>
            <a:ext cx="1645800" cy="6801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l">
              <a:lnSpc>
                <a:spcPct val="115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63" name="Google Shape;163;p13"/>
          <p:cNvSpPr txBox="1"/>
          <p:nvPr>
            <p:ph idx="15" type="subTitle"/>
          </p:nvPr>
        </p:nvSpPr>
        <p:spPr>
          <a:xfrm>
            <a:off x="361975" y="2586820"/>
            <a:ext cx="1645800" cy="152400"/>
          </a:xfrm>
          <a:prstGeom prst="rect">
            <a:avLst/>
          </a:prstGeom>
          <a:noFill/>
          <a:ln>
            <a:noFill/>
          </a:ln>
        </p:spPr>
        <p:txBody>
          <a:bodyPr anchorCtr="0" anchor="b" bIns="0" lIns="0" spcFirstLastPara="1" rIns="0" wrap="square" tIns="0">
            <a:noAutofit/>
          </a:bodyPr>
          <a:lstStyle>
            <a:lvl1pPr lvl="0" algn="l">
              <a:lnSpc>
                <a:spcPct val="115000"/>
              </a:lnSpc>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64" name="Google Shape;164;p13"/>
          <p:cNvSpPr txBox="1"/>
          <p:nvPr>
            <p:ph idx="16" type="subTitle"/>
          </p:nvPr>
        </p:nvSpPr>
        <p:spPr>
          <a:xfrm>
            <a:off x="361975" y="2791120"/>
            <a:ext cx="1645800" cy="1524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65" name="Google Shape;165;p13"/>
          <p:cNvSpPr txBox="1"/>
          <p:nvPr>
            <p:ph idx="17" type="subTitle"/>
          </p:nvPr>
        </p:nvSpPr>
        <p:spPr>
          <a:xfrm>
            <a:off x="2490450" y="732775"/>
            <a:ext cx="4163100" cy="138600"/>
          </a:xfrm>
          <a:prstGeom prst="rect">
            <a:avLst/>
          </a:prstGeom>
          <a:noFill/>
          <a:ln>
            <a:noFill/>
          </a:ln>
        </p:spPr>
        <p:txBody>
          <a:bodyPr anchorCtr="0" anchor="b" bIns="0" lIns="0" spcFirstLastPara="1" rIns="0" wrap="square" tIns="0">
            <a:spAutoFit/>
          </a:bodyPr>
          <a:lstStyle>
            <a:lvl1pPr lvl="0" algn="ctr">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166" name="Google Shape;166;p13"/>
          <p:cNvSpPr txBox="1"/>
          <p:nvPr>
            <p:ph type="title"/>
          </p:nvPr>
        </p:nvSpPr>
        <p:spPr>
          <a:xfrm>
            <a:off x="1406600" y="988557"/>
            <a:ext cx="6330900" cy="587700"/>
          </a:xfrm>
          <a:prstGeom prst="rect">
            <a:avLst/>
          </a:prstGeom>
          <a:noFill/>
          <a:ln>
            <a:noFill/>
          </a:ln>
        </p:spPr>
        <p:txBody>
          <a:bodyPr anchorCtr="0" anchor="t" bIns="0" lIns="0" spcFirstLastPara="1" rIns="0" wrap="square" tIns="0">
            <a:noAutofit/>
          </a:bodyPr>
          <a:lstStyle>
            <a:lvl1pPr lvl="0" algn="ctr">
              <a:lnSpc>
                <a:spcPct val="90000"/>
              </a:lnSpc>
              <a:spcBef>
                <a:spcPts val="0"/>
              </a:spcBef>
              <a:spcAft>
                <a:spcPts val="0"/>
              </a:spcAft>
              <a:buSzPts val="3000"/>
              <a:buNone/>
              <a:defRPr sz="2200">
                <a:solidFill>
                  <a:schemeClr val="dk1"/>
                </a:solidFill>
              </a:defRPr>
            </a:lvl1pPr>
            <a:lvl2pPr lvl="1" algn="ctr">
              <a:lnSpc>
                <a:spcPct val="90000"/>
              </a:lnSpc>
              <a:spcBef>
                <a:spcPts val="0"/>
              </a:spcBef>
              <a:spcAft>
                <a:spcPts val="0"/>
              </a:spcAft>
              <a:buSzPts val="1400"/>
              <a:buNone/>
              <a:defRPr sz="2200">
                <a:solidFill>
                  <a:schemeClr val="dk1"/>
                </a:solidFill>
              </a:defRPr>
            </a:lvl2pPr>
            <a:lvl3pPr lvl="2" algn="ctr">
              <a:lnSpc>
                <a:spcPct val="90000"/>
              </a:lnSpc>
              <a:spcBef>
                <a:spcPts val="0"/>
              </a:spcBef>
              <a:spcAft>
                <a:spcPts val="0"/>
              </a:spcAft>
              <a:buSzPts val="1400"/>
              <a:buNone/>
              <a:defRPr sz="2200">
                <a:solidFill>
                  <a:schemeClr val="dk1"/>
                </a:solidFill>
              </a:defRPr>
            </a:lvl3pPr>
            <a:lvl4pPr lvl="3" algn="ctr">
              <a:lnSpc>
                <a:spcPct val="90000"/>
              </a:lnSpc>
              <a:spcBef>
                <a:spcPts val="0"/>
              </a:spcBef>
              <a:spcAft>
                <a:spcPts val="0"/>
              </a:spcAft>
              <a:buSzPts val="1400"/>
              <a:buNone/>
              <a:defRPr sz="2200">
                <a:solidFill>
                  <a:schemeClr val="dk1"/>
                </a:solidFill>
              </a:defRPr>
            </a:lvl4pPr>
            <a:lvl5pPr lvl="4" algn="ctr">
              <a:lnSpc>
                <a:spcPct val="90000"/>
              </a:lnSpc>
              <a:spcBef>
                <a:spcPts val="0"/>
              </a:spcBef>
              <a:spcAft>
                <a:spcPts val="0"/>
              </a:spcAft>
              <a:buSzPts val="1400"/>
              <a:buNone/>
              <a:defRPr sz="2200">
                <a:solidFill>
                  <a:schemeClr val="dk1"/>
                </a:solidFill>
              </a:defRPr>
            </a:lvl5pPr>
            <a:lvl6pPr lvl="5" algn="ctr">
              <a:lnSpc>
                <a:spcPct val="90000"/>
              </a:lnSpc>
              <a:spcBef>
                <a:spcPts val="0"/>
              </a:spcBef>
              <a:spcAft>
                <a:spcPts val="0"/>
              </a:spcAft>
              <a:buSzPts val="1400"/>
              <a:buNone/>
              <a:defRPr sz="2200">
                <a:solidFill>
                  <a:schemeClr val="dk1"/>
                </a:solidFill>
              </a:defRPr>
            </a:lvl6pPr>
            <a:lvl7pPr lvl="6" algn="ctr">
              <a:lnSpc>
                <a:spcPct val="90000"/>
              </a:lnSpc>
              <a:spcBef>
                <a:spcPts val="0"/>
              </a:spcBef>
              <a:spcAft>
                <a:spcPts val="0"/>
              </a:spcAft>
              <a:buSzPts val="1400"/>
              <a:buNone/>
              <a:defRPr sz="2200">
                <a:solidFill>
                  <a:schemeClr val="dk1"/>
                </a:solidFill>
              </a:defRPr>
            </a:lvl7pPr>
            <a:lvl8pPr lvl="7" algn="ctr">
              <a:lnSpc>
                <a:spcPct val="90000"/>
              </a:lnSpc>
              <a:spcBef>
                <a:spcPts val="0"/>
              </a:spcBef>
              <a:spcAft>
                <a:spcPts val="0"/>
              </a:spcAft>
              <a:buSzPts val="1400"/>
              <a:buNone/>
              <a:defRPr sz="2200">
                <a:solidFill>
                  <a:schemeClr val="dk1"/>
                </a:solidFill>
              </a:defRPr>
            </a:lvl8pPr>
            <a:lvl9pPr lvl="8" algn="ctr">
              <a:lnSpc>
                <a:spcPct val="90000"/>
              </a:lnSpc>
              <a:spcBef>
                <a:spcPts val="0"/>
              </a:spcBef>
              <a:spcAft>
                <a:spcPts val="0"/>
              </a:spcAft>
              <a:buSzPts val="1400"/>
              <a:buNone/>
              <a:defRPr sz="2200">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2">
  <p:cSld name="CUSTOM_2_1_1_1">
    <p:bg>
      <p:bgPr>
        <a:solidFill>
          <a:schemeClr val="accent1"/>
        </a:solidFill>
      </p:bgPr>
    </p:bg>
    <p:spTree>
      <p:nvGrpSpPr>
        <p:cNvPr id="167" name="Shape 167"/>
        <p:cNvGrpSpPr/>
        <p:nvPr/>
      </p:nvGrpSpPr>
      <p:grpSpPr>
        <a:xfrm>
          <a:off x="0" y="0"/>
          <a:ext cx="0" cy="0"/>
          <a:chOff x="0" y="0"/>
          <a:chExt cx="0" cy="0"/>
        </a:xfrm>
      </p:grpSpPr>
      <p:pic>
        <p:nvPicPr>
          <p:cNvPr descr="A modern glass skyscraper. " id="168" name="Google Shape;168;p14"/>
          <p:cNvPicPr preferRelativeResize="0"/>
          <p:nvPr/>
        </p:nvPicPr>
        <p:blipFill rotWithShape="1">
          <a:blip r:embed="rId2">
            <a:alphaModFix amt="14000"/>
          </a:blip>
          <a:srcRect b="15605" l="0" r="0" t="0"/>
          <a:stretch/>
        </p:blipFill>
        <p:spPr>
          <a:xfrm>
            <a:off x="0" y="-8150"/>
            <a:ext cx="9144003" cy="5143501"/>
          </a:xfrm>
          <a:prstGeom prst="rect">
            <a:avLst/>
          </a:prstGeom>
          <a:noFill/>
          <a:ln>
            <a:noFill/>
          </a:ln>
        </p:spPr>
      </p:pic>
      <p:sp>
        <p:nvSpPr>
          <p:cNvPr id="169" name="Google Shape;169;p1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70" name="Google Shape;170;p14"/>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71" name="Google Shape;171;p14"/>
          <p:cNvSpPr txBox="1"/>
          <p:nvPr>
            <p:ph idx="2" type="subTitle"/>
          </p:nvPr>
        </p:nvSpPr>
        <p:spPr>
          <a:xfrm>
            <a:off x="2490450" y="732775"/>
            <a:ext cx="4163100" cy="138600"/>
          </a:xfrm>
          <a:prstGeom prst="rect">
            <a:avLst/>
          </a:prstGeom>
          <a:noFill/>
          <a:ln>
            <a:noFill/>
          </a:ln>
        </p:spPr>
        <p:txBody>
          <a:bodyPr anchorCtr="0" anchor="b" bIns="0" lIns="0" spcFirstLastPara="1" rIns="0" wrap="square" tIns="0">
            <a:spAutoFit/>
          </a:bodyPr>
          <a:lstStyle>
            <a:lvl1pPr lvl="0" algn="ctr">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2pPr>
            <a:lvl3pPr lvl="2"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3pPr>
            <a:lvl4pPr lvl="3"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4pPr>
            <a:lvl5pPr lvl="4"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5pPr>
            <a:lvl6pPr lvl="5"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6pPr>
            <a:lvl7pPr lvl="6"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7pPr>
            <a:lvl8pPr lvl="7"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8pPr>
            <a:lvl9pPr lvl="8"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72" name="Google Shape;172;p14"/>
          <p:cNvSpPr txBox="1"/>
          <p:nvPr>
            <p:ph type="title"/>
          </p:nvPr>
        </p:nvSpPr>
        <p:spPr>
          <a:xfrm>
            <a:off x="1128900" y="1430400"/>
            <a:ext cx="6886200" cy="22827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3000"/>
              <a:buNone/>
              <a:defRPr sz="28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four big ideas">
  <p:cSld name="BLANK_1_1_1_1_1_1_1_1_1_1_1_1_1_1_1">
    <p:bg>
      <p:bgPr>
        <a:solidFill>
          <a:schemeClr val="lt1"/>
        </a:solidFill>
      </p:bgPr>
    </p:bg>
    <p:spTree>
      <p:nvGrpSpPr>
        <p:cNvPr id="173" name="Shape 173"/>
        <p:cNvGrpSpPr/>
        <p:nvPr/>
      </p:nvGrpSpPr>
      <p:grpSpPr>
        <a:xfrm>
          <a:off x="0" y="0"/>
          <a:ext cx="0" cy="0"/>
          <a:chOff x="0" y="0"/>
          <a:chExt cx="0" cy="0"/>
        </a:xfrm>
      </p:grpSpPr>
      <p:sp>
        <p:nvSpPr>
          <p:cNvPr id="174" name="Google Shape;174;p15"/>
          <p:cNvSpPr txBox="1"/>
          <p:nvPr>
            <p:ph idx="1" type="body"/>
          </p:nvPr>
        </p:nvSpPr>
        <p:spPr>
          <a:xfrm>
            <a:off x="2610420" y="2943375"/>
            <a:ext cx="1645800" cy="16080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a:buChar char="●"/>
              <a:defRPr sz="1000"/>
            </a:lvl1pPr>
            <a:lvl2pPr indent="-292100" lvl="1" marL="914400" algn="l">
              <a:lnSpc>
                <a:spcPct val="115000"/>
              </a:lnSpc>
              <a:spcBef>
                <a:spcPts val="800"/>
              </a:spcBef>
              <a:spcAft>
                <a:spcPts val="0"/>
              </a:spcAft>
              <a:buClr>
                <a:schemeClr val="lt1"/>
              </a:buClr>
              <a:buSzPts val="1000"/>
              <a:buFont typeface="DM Sans"/>
              <a:buChar char="○"/>
              <a:defRPr sz="1000"/>
            </a:lvl2pPr>
            <a:lvl3pPr indent="-292100" lvl="2" marL="1371600" algn="l">
              <a:lnSpc>
                <a:spcPct val="115000"/>
              </a:lnSpc>
              <a:spcBef>
                <a:spcPts val="800"/>
              </a:spcBef>
              <a:spcAft>
                <a:spcPts val="0"/>
              </a:spcAft>
              <a:buClr>
                <a:schemeClr val="lt1"/>
              </a:buClr>
              <a:buSzPts val="1000"/>
              <a:buFont typeface="DM Sans"/>
              <a:buChar char="■"/>
              <a:defRPr sz="1000"/>
            </a:lvl3pPr>
            <a:lvl4pPr indent="-292100" lvl="3" marL="1828800" algn="l">
              <a:lnSpc>
                <a:spcPct val="115000"/>
              </a:lnSpc>
              <a:spcBef>
                <a:spcPts val="800"/>
              </a:spcBef>
              <a:spcAft>
                <a:spcPts val="0"/>
              </a:spcAft>
              <a:buClr>
                <a:schemeClr val="lt1"/>
              </a:buClr>
              <a:buSzPts val="1000"/>
              <a:buFont typeface="DM Sans"/>
              <a:buChar char="●"/>
              <a:defRPr sz="1000"/>
            </a:lvl4pPr>
            <a:lvl5pPr indent="-292100" lvl="4" marL="2286000" algn="l">
              <a:lnSpc>
                <a:spcPct val="115000"/>
              </a:lnSpc>
              <a:spcBef>
                <a:spcPts val="800"/>
              </a:spcBef>
              <a:spcAft>
                <a:spcPts val="0"/>
              </a:spcAft>
              <a:buClr>
                <a:schemeClr val="lt1"/>
              </a:buClr>
              <a:buSzPts val="1000"/>
              <a:buFont typeface="DM Sans"/>
              <a:buChar char="○"/>
              <a:defRPr sz="1000"/>
            </a:lvl5pPr>
            <a:lvl6pPr indent="-292100" lvl="5" marL="2743200" algn="l">
              <a:lnSpc>
                <a:spcPct val="115000"/>
              </a:lnSpc>
              <a:spcBef>
                <a:spcPts val="800"/>
              </a:spcBef>
              <a:spcAft>
                <a:spcPts val="0"/>
              </a:spcAft>
              <a:buClr>
                <a:schemeClr val="lt1"/>
              </a:buClr>
              <a:buSzPts val="1000"/>
              <a:buFont typeface="DM Sans"/>
              <a:buChar char="■"/>
              <a:defRPr sz="1000"/>
            </a:lvl6pPr>
            <a:lvl7pPr indent="-292100" lvl="6" marL="3200400" algn="l">
              <a:lnSpc>
                <a:spcPct val="115000"/>
              </a:lnSpc>
              <a:spcBef>
                <a:spcPts val="800"/>
              </a:spcBef>
              <a:spcAft>
                <a:spcPts val="0"/>
              </a:spcAft>
              <a:buClr>
                <a:schemeClr val="lt1"/>
              </a:buClr>
              <a:buSzPts val="1000"/>
              <a:buFont typeface="DM Sans"/>
              <a:buChar char="●"/>
              <a:defRPr sz="1000"/>
            </a:lvl7pPr>
            <a:lvl8pPr indent="-292100" lvl="7" marL="3657600" algn="l">
              <a:lnSpc>
                <a:spcPct val="115000"/>
              </a:lnSpc>
              <a:spcBef>
                <a:spcPts val="800"/>
              </a:spcBef>
              <a:spcAft>
                <a:spcPts val="0"/>
              </a:spcAft>
              <a:buClr>
                <a:schemeClr val="lt1"/>
              </a:buClr>
              <a:buSzPts val="1000"/>
              <a:buFont typeface="DM Sans"/>
              <a:buChar char="○"/>
              <a:defRPr sz="1000"/>
            </a:lvl8pPr>
            <a:lvl9pPr indent="-292100" lvl="8" marL="4114800" algn="l">
              <a:lnSpc>
                <a:spcPct val="115000"/>
              </a:lnSpc>
              <a:spcBef>
                <a:spcPts val="800"/>
              </a:spcBef>
              <a:spcAft>
                <a:spcPts val="800"/>
              </a:spcAft>
              <a:buClr>
                <a:schemeClr val="lt1"/>
              </a:buClr>
              <a:buSzPts val="1000"/>
              <a:buFont typeface="DM Sans"/>
              <a:buChar char="■"/>
              <a:defRPr sz="1000"/>
            </a:lvl9pPr>
          </a:lstStyle>
          <a:p/>
        </p:txBody>
      </p:sp>
      <p:sp>
        <p:nvSpPr>
          <p:cNvPr id="175" name="Google Shape;175;p15"/>
          <p:cNvSpPr txBox="1"/>
          <p:nvPr>
            <p:ph idx="2" type="subTitle"/>
          </p:nvPr>
        </p:nvSpPr>
        <p:spPr>
          <a:xfrm>
            <a:off x="2610418" y="2169054"/>
            <a:ext cx="1645800" cy="45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2pPr>
            <a:lvl3pPr lvl="2"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3pPr>
            <a:lvl4pPr lvl="3"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4pPr>
            <a:lvl5pPr lvl="4"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5pPr>
            <a:lvl6pPr lvl="5"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6pPr>
            <a:lvl7pPr lvl="6"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7pPr>
            <a:lvl8pPr lvl="7"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8pPr>
            <a:lvl9pPr lvl="8"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76" name="Google Shape;176;p1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77" name="Google Shape;177;p15"/>
          <p:cNvSpPr txBox="1"/>
          <p:nvPr>
            <p:ph idx="3"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78" name="Google Shape;178;p15"/>
          <p:cNvSpPr txBox="1"/>
          <p:nvPr>
            <p:ph idx="4" type="body"/>
          </p:nvPr>
        </p:nvSpPr>
        <p:spPr>
          <a:xfrm>
            <a:off x="4889772" y="2943375"/>
            <a:ext cx="1645800" cy="16080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179" name="Google Shape;179;p15"/>
          <p:cNvSpPr txBox="1"/>
          <p:nvPr>
            <p:ph idx="5" type="subTitle"/>
          </p:nvPr>
        </p:nvSpPr>
        <p:spPr>
          <a:xfrm>
            <a:off x="4889774" y="2169054"/>
            <a:ext cx="1645800" cy="45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400"/>
              <a:buNone/>
              <a:defRPr>
                <a:solidFill>
                  <a:schemeClr val="dk1"/>
                </a:solidFill>
              </a:defRPr>
            </a:lvl1pPr>
            <a:lvl2pPr lvl="1"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80" name="Google Shape;180;p15"/>
          <p:cNvSpPr txBox="1"/>
          <p:nvPr>
            <p:ph idx="6" type="body"/>
          </p:nvPr>
        </p:nvSpPr>
        <p:spPr>
          <a:xfrm>
            <a:off x="7130875" y="2943375"/>
            <a:ext cx="1645800" cy="16080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a:buChar char="●"/>
              <a:defRPr sz="1000"/>
            </a:lvl1pPr>
            <a:lvl2pPr indent="-292100" lvl="1" marL="914400" algn="l">
              <a:lnSpc>
                <a:spcPct val="115000"/>
              </a:lnSpc>
              <a:spcBef>
                <a:spcPts val="800"/>
              </a:spcBef>
              <a:spcAft>
                <a:spcPts val="0"/>
              </a:spcAft>
              <a:buClr>
                <a:schemeClr val="lt1"/>
              </a:buClr>
              <a:buSzPts val="1000"/>
              <a:buFont typeface="DM Sans"/>
              <a:buChar char="○"/>
              <a:defRPr sz="1000"/>
            </a:lvl2pPr>
            <a:lvl3pPr indent="-292100" lvl="2" marL="1371600" algn="l">
              <a:lnSpc>
                <a:spcPct val="115000"/>
              </a:lnSpc>
              <a:spcBef>
                <a:spcPts val="800"/>
              </a:spcBef>
              <a:spcAft>
                <a:spcPts val="0"/>
              </a:spcAft>
              <a:buClr>
                <a:schemeClr val="lt1"/>
              </a:buClr>
              <a:buSzPts val="1000"/>
              <a:buFont typeface="DM Sans"/>
              <a:buChar char="■"/>
              <a:defRPr sz="1000"/>
            </a:lvl3pPr>
            <a:lvl4pPr indent="-292100" lvl="3" marL="1828800" algn="l">
              <a:lnSpc>
                <a:spcPct val="115000"/>
              </a:lnSpc>
              <a:spcBef>
                <a:spcPts val="800"/>
              </a:spcBef>
              <a:spcAft>
                <a:spcPts val="0"/>
              </a:spcAft>
              <a:buClr>
                <a:schemeClr val="lt1"/>
              </a:buClr>
              <a:buSzPts val="1000"/>
              <a:buFont typeface="DM Sans"/>
              <a:buChar char="●"/>
              <a:defRPr sz="1000"/>
            </a:lvl4pPr>
            <a:lvl5pPr indent="-292100" lvl="4" marL="2286000" algn="l">
              <a:lnSpc>
                <a:spcPct val="115000"/>
              </a:lnSpc>
              <a:spcBef>
                <a:spcPts val="800"/>
              </a:spcBef>
              <a:spcAft>
                <a:spcPts val="0"/>
              </a:spcAft>
              <a:buClr>
                <a:schemeClr val="lt1"/>
              </a:buClr>
              <a:buSzPts val="1000"/>
              <a:buFont typeface="DM Sans"/>
              <a:buChar char="○"/>
              <a:defRPr sz="1000"/>
            </a:lvl5pPr>
            <a:lvl6pPr indent="-292100" lvl="5" marL="2743200" algn="l">
              <a:lnSpc>
                <a:spcPct val="115000"/>
              </a:lnSpc>
              <a:spcBef>
                <a:spcPts val="800"/>
              </a:spcBef>
              <a:spcAft>
                <a:spcPts val="0"/>
              </a:spcAft>
              <a:buClr>
                <a:schemeClr val="lt1"/>
              </a:buClr>
              <a:buSzPts val="1000"/>
              <a:buFont typeface="DM Sans"/>
              <a:buChar char="■"/>
              <a:defRPr sz="1000"/>
            </a:lvl6pPr>
            <a:lvl7pPr indent="-292100" lvl="6" marL="3200400" algn="l">
              <a:lnSpc>
                <a:spcPct val="115000"/>
              </a:lnSpc>
              <a:spcBef>
                <a:spcPts val="800"/>
              </a:spcBef>
              <a:spcAft>
                <a:spcPts val="0"/>
              </a:spcAft>
              <a:buClr>
                <a:schemeClr val="lt1"/>
              </a:buClr>
              <a:buSzPts val="1000"/>
              <a:buFont typeface="DM Sans"/>
              <a:buChar char="●"/>
              <a:defRPr sz="1000"/>
            </a:lvl7pPr>
            <a:lvl8pPr indent="-292100" lvl="7" marL="3657600" algn="l">
              <a:lnSpc>
                <a:spcPct val="115000"/>
              </a:lnSpc>
              <a:spcBef>
                <a:spcPts val="800"/>
              </a:spcBef>
              <a:spcAft>
                <a:spcPts val="0"/>
              </a:spcAft>
              <a:buClr>
                <a:schemeClr val="lt1"/>
              </a:buClr>
              <a:buSzPts val="1000"/>
              <a:buFont typeface="DM Sans"/>
              <a:buChar char="○"/>
              <a:defRPr sz="1000"/>
            </a:lvl8pPr>
            <a:lvl9pPr indent="-292100" lvl="8" marL="4114800" algn="l">
              <a:lnSpc>
                <a:spcPct val="115000"/>
              </a:lnSpc>
              <a:spcBef>
                <a:spcPts val="800"/>
              </a:spcBef>
              <a:spcAft>
                <a:spcPts val="800"/>
              </a:spcAft>
              <a:buClr>
                <a:schemeClr val="lt1"/>
              </a:buClr>
              <a:buSzPts val="1000"/>
              <a:buFont typeface="DM Sans"/>
              <a:buChar char="■"/>
              <a:defRPr sz="1000"/>
            </a:lvl9pPr>
          </a:lstStyle>
          <a:p/>
        </p:txBody>
      </p:sp>
      <p:sp>
        <p:nvSpPr>
          <p:cNvPr id="181" name="Google Shape;181;p15"/>
          <p:cNvSpPr txBox="1"/>
          <p:nvPr>
            <p:ph idx="7" type="subTitle"/>
          </p:nvPr>
        </p:nvSpPr>
        <p:spPr>
          <a:xfrm>
            <a:off x="7130874" y="2169054"/>
            <a:ext cx="1645800" cy="45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2pPr>
            <a:lvl3pPr lvl="2"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3pPr>
            <a:lvl4pPr lvl="3"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4pPr>
            <a:lvl5pPr lvl="4"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5pPr>
            <a:lvl6pPr lvl="5"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6pPr>
            <a:lvl7pPr lvl="6"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7pPr>
            <a:lvl8pPr lvl="7"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8pPr>
            <a:lvl9pPr lvl="8"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82" name="Google Shape;182;p15"/>
          <p:cNvSpPr txBox="1"/>
          <p:nvPr>
            <p:ph idx="8" type="body"/>
          </p:nvPr>
        </p:nvSpPr>
        <p:spPr>
          <a:xfrm>
            <a:off x="360525" y="2943375"/>
            <a:ext cx="1645800" cy="16080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15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15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15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15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15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15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15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15000"/>
              </a:lnSpc>
              <a:spcBef>
                <a:spcPts val="800"/>
              </a:spcBef>
              <a:spcAft>
                <a:spcPts val="800"/>
              </a:spcAft>
              <a:buClr>
                <a:schemeClr val="dk1"/>
              </a:buClr>
              <a:buSzPts val="1000"/>
              <a:buFont typeface="DM Sans"/>
              <a:buChar char="■"/>
              <a:defRPr sz="1000">
                <a:solidFill>
                  <a:schemeClr val="dk1"/>
                </a:solidFill>
              </a:defRPr>
            </a:lvl9pPr>
          </a:lstStyle>
          <a:p/>
        </p:txBody>
      </p:sp>
      <p:sp>
        <p:nvSpPr>
          <p:cNvPr id="183" name="Google Shape;183;p15"/>
          <p:cNvSpPr txBox="1"/>
          <p:nvPr>
            <p:ph idx="9" type="subTitle"/>
          </p:nvPr>
        </p:nvSpPr>
        <p:spPr>
          <a:xfrm>
            <a:off x="360533" y="2169054"/>
            <a:ext cx="1645800" cy="45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400"/>
              <a:buNone/>
              <a:defRPr>
                <a:solidFill>
                  <a:schemeClr val="dk1"/>
                </a:solidFill>
              </a:defRPr>
            </a:lvl1pPr>
            <a:lvl2pPr lvl="1"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84" name="Google Shape;184;p15"/>
          <p:cNvSpPr txBox="1"/>
          <p:nvPr>
            <p:ph idx="13" type="subTitle"/>
          </p:nvPr>
        </p:nvSpPr>
        <p:spPr>
          <a:xfrm>
            <a:off x="2490450" y="732775"/>
            <a:ext cx="4163100" cy="138600"/>
          </a:xfrm>
          <a:prstGeom prst="rect">
            <a:avLst/>
          </a:prstGeom>
          <a:noFill/>
          <a:ln>
            <a:noFill/>
          </a:ln>
        </p:spPr>
        <p:txBody>
          <a:bodyPr anchorCtr="0" anchor="b" bIns="0" lIns="0" spcFirstLastPara="1" rIns="0" wrap="square" tIns="0">
            <a:spAutoFit/>
          </a:bodyPr>
          <a:lstStyle>
            <a:lvl1pPr lvl="0" algn="ctr">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185" name="Google Shape;185;p15"/>
          <p:cNvSpPr txBox="1"/>
          <p:nvPr>
            <p:ph type="title"/>
          </p:nvPr>
        </p:nvSpPr>
        <p:spPr>
          <a:xfrm>
            <a:off x="1938175" y="988550"/>
            <a:ext cx="5267700" cy="5877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3000"/>
              <a:buNone/>
              <a:defRPr sz="2200">
                <a:solidFill>
                  <a:schemeClr val="dk1"/>
                </a:solidFill>
              </a:defRPr>
            </a:lvl1pPr>
            <a:lvl2pPr lvl="1" algn="ctr">
              <a:lnSpc>
                <a:spcPct val="100000"/>
              </a:lnSpc>
              <a:spcBef>
                <a:spcPts val="0"/>
              </a:spcBef>
              <a:spcAft>
                <a:spcPts val="0"/>
              </a:spcAft>
              <a:buSzPts val="1400"/>
              <a:buNone/>
              <a:defRPr sz="2200">
                <a:solidFill>
                  <a:schemeClr val="dk1"/>
                </a:solidFill>
              </a:defRPr>
            </a:lvl2pPr>
            <a:lvl3pPr lvl="2" algn="ctr">
              <a:lnSpc>
                <a:spcPct val="100000"/>
              </a:lnSpc>
              <a:spcBef>
                <a:spcPts val="0"/>
              </a:spcBef>
              <a:spcAft>
                <a:spcPts val="0"/>
              </a:spcAft>
              <a:buSzPts val="1400"/>
              <a:buNone/>
              <a:defRPr sz="2200">
                <a:solidFill>
                  <a:schemeClr val="dk1"/>
                </a:solidFill>
              </a:defRPr>
            </a:lvl3pPr>
            <a:lvl4pPr lvl="3" algn="ctr">
              <a:lnSpc>
                <a:spcPct val="100000"/>
              </a:lnSpc>
              <a:spcBef>
                <a:spcPts val="0"/>
              </a:spcBef>
              <a:spcAft>
                <a:spcPts val="0"/>
              </a:spcAft>
              <a:buSzPts val="1400"/>
              <a:buNone/>
              <a:defRPr sz="2200">
                <a:solidFill>
                  <a:schemeClr val="dk1"/>
                </a:solidFill>
              </a:defRPr>
            </a:lvl4pPr>
            <a:lvl5pPr lvl="4" algn="ctr">
              <a:lnSpc>
                <a:spcPct val="100000"/>
              </a:lnSpc>
              <a:spcBef>
                <a:spcPts val="0"/>
              </a:spcBef>
              <a:spcAft>
                <a:spcPts val="0"/>
              </a:spcAft>
              <a:buSzPts val="1400"/>
              <a:buNone/>
              <a:defRPr sz="2200">
                <a:solidFill>
                  <a:schemeClr val="dk1"/>
                </a:solidFill>
              </a:defRPr>
            </a:lvl5pPr>
            <a:lvl6pPr lvl="5" algn="ctr">
              <a:lnSpc>
                <a:spcPct val="100000"/>
              </a:lnSpc>
              <a:spcBef>
                <a:spcPts val="0"/>
              </a:spcBef>
              <a:spcAft>
                <a:spcPts val="0"/>
              </a:spcAft>
              <a:buSzPts val="1400"/>
              <a:buNone/>
              <a:defRPr sz="2200">
                <a:solidFill>
                  <a:schemeClr val="dk1"/>
                </a:solidFill>
              </a:defRPr>
            </a:lvl6pPr>
            <a:lvl7pPr lvl="6" algn="ctr">
              <a:lnSpc>
                <a:spcPct val="100000"/>
              </a:lnSpc>
              <a:spcBef>
                <a:spcPts val="0"/>
              </a:spcBef>
              <a:spcAft>
                <a:spcPts val="0"/>
              </a:spcAft>
              <a:buSzPts val="1400"/>
              <a:buNone/>
              <a:defRPr sz="2200">
                <a:solidFill>
                  <a:schemeClr val="dk1"/>
                </a:solidFill>
              </a:defRPr>
            </a:lvl7pPr>
            <a:lvl8pPr lvl="7" algn="ctr">
              <a:lnSpc>
                <a:spcPct val="100000"/>
              </a:lnSpc>
              <a:spcBef>
                <a:spcPts val="0"/>
              </a:spcBef>
              <a:spcAft>
                <a:spcPts val="0"/>
              </a:spcAft>
              <a:buSzPts val="1400"/>
              <a:buNone/>
              <a:defRPr sz="2200">
                <a:solidFill>
                  <a:schemeClr val="dk1"/>
                </a:solidFill>
              </a:defRPr>
            </a:lvl8pPr>
            <a:lvl9pPr lvl="8" algn="ctr">
              <a:lnSpc>
                <a:spcPct val="100000"/>
              </a:lnSpc>
              <a:spcBef>
                <a:spcPts val="0"/>
              </a:spcBef>
              <a:spcAft>
                <a:spcPts val="0"/>
              </a:spcAft>
              <a:buSzPts val="1400"/>
              <a:buNone/>
              <a:defRPr sz="2200">
                <a:solidFill>
                  <a:schemeClr val="dk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1">
  <p:cSld name="CUSTOM_4">
    <p:spTree>
      <p:nvGrpSpPr>
        <p:cNvPr id="186" name="Shape 186"/>
        <p:cNvGrpSpPr/>
        <p:nvPr/>
      </p:nvGrpSpPr>
      <p:grpSpPr>
        <a:xfrm>
          <a:off x="0" y="0"/>
          <a:ext cx="0" cy="0"/>
          <a:chOff x="0" y="0"/>
          <a:chExt cx="0" cy="0"/>
        </a:xfrm>
      </p:grpSpPr>
      <p:sp>
        <p:nvSpPr>
          <p:cNvPr id="187" name="Google Shape;187;p16"/>
          <p:cNvSpPr txBox="1"/>
          <p:nvPr>
            <p:ph idx="1" type="subTitle"/>
          </p:nvPr>
        </p:nvSpPr>
        <p:spPr>
          <a:xfrm>
            <a:off x="742900" y="2158550"/>
            <a:ext cx="3213000" cy="138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2pPr>
            <a:lvl3pPr lvl="2"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3pPr>
            <a:lvl4pPr lvl="3"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4pPr>
            <a:lvl5pPr lvl="4"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5pPr>
            <a:lvl6pPr lvl="5"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6pPr>
            <a:lvl7pPr lvl="6"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7pPr>
            <a:lvl8pPr lvl="7"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8pPr>
            <a:lvl9pPr lvl="8"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188" name="Google Shape;188;p16"/>
          <p:cNvSpPr txBox="1"/>
          <p:nvPr>
            <p:ph idx="2" type="body"/>
          </p:nvPr>
        </p:nvSpPr>
        <p:spPr>
          <a:xfrm>
            <a:off x="742900" y="2381875"/>
            <a:ext cx="3213000" cy="4617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89" name="Google Shape;189;p16"/>
          <p:cNvSpPr/>
          <p:nvPr>
            <p:ph idx="3" type="pic"/>
          </p:nvPr>
        </p:nvSpPr>
        <p:spPr>
          <a:xfrm>
            <a:off x="5402575" y="0"/>
            <a:ext cx="3739800" cy="3129600"/>
          </a:xfrm>
          <a:prstGeom prst="rect">
            <a:avLst/>
          </a:prstGeom>
          <a:noFill/>
          <a:ln cap="flat" cmpd="sng" w="9525">
            <a:solidFill>
              <a:schemeClr val="accent6"/>
            </a:solidFill>
            <a:prstDash val="solid"/>
            <a:round/>
            <a:headEnd len="sm" w="sm" type="none"/>
            <a:tailEnd len="sm" w="sm" type="none"/>
          </a:ln>
        </p:spPr>
      </p:sp>
      <p:sp>
        <p:nvSpPr>
          <p:cNvPr id="190" name="Google Shape;190;p16"/>
          <p:cNvSpPr txBox="1"/>
          <p:nvPr>
            <p:ph type="title"/>
          </p:nvPr>
        </p:nvSpPr>
        <p:spPr>
          <a:xfrm>
            <a:off x="361975" y="988550"/>
            <a:ext cx="42972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2200"/>
            </a:lvl1pPr>
            <a:lvl2pPr lvl="1" algn="l">
              <a:lnSpc>
                <a:spcPct val="90000"/>
              </a:lnSpc>
              <a:spcBef>
                <a:spcPts val="0"/>
              </a:spcBef>
              <a:spcAft>
                <a:spcPts val="0"/>
              </a:spcAft>
              <a:buSzPts val="1400"/>
              <a:buNone/>
              <a:defRPr sz="2200"/>
            </a:lvl2pPr>
            <a:lvl3pPr lvl="2" algn="l">
              <a:lnSpc>
                <a:spcPct val="90000"/>
              </a:lnSpc>
              <a:spcBef>
                <a:spcPts val="0"/>
              </a:spcBef>
              <a:spcAft>
                <a:spcPts val="0"/>
              </a:spcAft>
              <a:buSzPts val="1400"/>
              <a:buNone/>
              <a:defRPr sz="2200"/>
            </a:lvl3pPr>
            <a:lvl4pPr lvl="3" algn="l">
              <a:lnSpc>
                <a:spcPct val="90000"/>
              </a:lnSpc>
              <a:spcBef>
                <a:spcPts val="0"/>
              </a:spcBef>
              <a:spcAft>
                <a:spcPts val="0"/>
              </a:spcAft>
              <a:buSzPts val="1400"/>
              <a:buNone/>
              <a:defRPr sz="2200"/>
            </a:lvl4pPr>
            <a:lvl5pPr lvl="4" algn="l">
              <a:lnSpc>
                <a:spcPct val="90000"/>
              </a:lnSpc>
              <a:spcBef>
                <a:spcPts val="0"/>
              </a:spcBef>
              <a:spcAft>
                <a:spcPts val="0"/>
              </a:spcAft>
              <a:buSzPts val="1400"/>
              <a:buNone/>
              <a:defRPr sz="2200"/>
            </a:lvl5pPr>
            <a:lvl6pPr lvl="5" algn="l">
              <a:lnSpc>
                <a:spcPct val="90000"/>
              </a:lnSpc>
              <a:spcBef>
                <a:spcPts val="0"/>
              </a:spcBef>
              <a:spcAft>
                <a:spcPts val="0"/>
              </a:spcAft>
              <a:buSzPts val="1400"/>
              <a:buNone/>
              <a:defRPr sz="2200"/>
            </a:lvl6pPr>
            <a:lvl7pPr lvl="6" algn="l">
              <a:lnSpc>
                <a:spcPct val="90000"/>
              </a:lnSpc>
              <a:spcBef>
                <a:spcPts val="0"/>
              </a:spcBef>
              <a:spcAft>
                <a:spcPts val="0"/>
              </a:spcAft>
              <a:buSzPts val="1400"/>
              <a:buNone/>
              <a:defRPr sz="2200"/>
            </a:lvl7pPr>
            <a:lvl8pPr lvl="7" algn="l">
              <a:lnSpc>
                <a:spcPct val="90000"/>
              </a:lnSpc>
              <a:spcBef>
                <a:spcPts val="0"/>
              </a:spcBef>
              <a:spcAft>
                <a:spcPts val="0"/>
              </a:spcAft>
              <a:buSzPts val="1400"/>
              <a:buNone/>
              <a:defRPr sz="2200"/>
            </a:lvl8pPr>
            <a:lvl9pPr lvl="8" algn="l">
              <a:lnSpc>
                <a:spcPct val="90000"/>
              </a:lnSpc>
              <a:spcBef>
                <a:spcPts val="0"/>
              </a:spcBef>
              <a:spcAft>
                <a:spcPts val="0"/>
              </a:spcAft>
              <a:buSzPts val="1400"/>
              <a:buNone/>
              <a:defRPr sz="2200"/>
            </a:lvl9pPr>
          </a:lstStyle>
          <a:p/>
        </p:txBody>
      </p:sp>
      <p:sp>
        <p:nvSpPr>
          <p:cNvPr id="191" name="Google Shape;191;p16"/>
          <p:cNvSpPr txBox="1"/>
          <p:nvPr>
            <p:ph idx="4" type="subTitle"/>
          </p:nvPr>
        </p:nvSpPr>
        <p:spPr>
          <a:xfrm>
            <a:off x="361975" y="732775"/>
            <a:ext cx="4163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92" name="Google Shape;192;p1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93" name="Google Shape;193;p16"/>
          <p:cNvSpPr txBox="1"/>
          <p:nvPr>
            <p:ph idx="5"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94" name="Google Shape;194;p16"/>
          <p:cNvSpPr txBox="1"/>
          <p:nvPr>
            <p:ph idx="6" type="subTitle"/>
          </p:nvPr>
        </p:nvSpPr>
        <p:spPr>
          <a:xfrm>
            <a:off x="5785175" y="3335324"/>
            <a:ext cx="2991600" cy="2772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1800"/>
              <a:buNone/>
              <a:defRPr sz="1800"/>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
        <p:nvSpPr>
          <p:cNvPr id="195" name="Google Shape;195;p16"/>
          <p:cNvSpPr txBox="1"/>
          <p:nvPr>
            <p:ph idx="7" type="subTitle"/>
          </p:nvPr>
        </p:nvSpPr>
        <p:spPr>
          <a:xfrm>
            <a:off x="742900" y="3910855"/>
            <a:ext cx="3213000" cy="138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2pPr>
            <a:lvl3pPr lvl="2"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3pPr>
            <a:lvl4pPr lvl="3"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4pPr>
            <a:lvl5pPr lvl="4"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5pPr>
            <a:lvl6pPr lvl="5"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6pPr>
            <a:lvl7pPr lvl="6"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7pPr>
            <a:lvl8pPr lvl="7"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8pPr>
            <a:lvl9pPr lvl="8"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196" name="Google Shape;196;p16"/>
          <p:cNvSpPr txBox="1"/>
          <p:nvPr>
            <p:ph idx="8" type="body"/>
          </p:nvPr>
        </p:nvSpPr>
        <p:spPr>
          <a:xfrm>
            <a:off x="742900" y="4134180"/>
            <a:ext cx="3213000" cy="4617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97" name="Google Shape;197;p16"/>
          <p:cNvSpPr txBox="1"/>
          <p:nvPr>
            <p:ph idx="9" type="subTitle"/>
          </p:nvPr>
        </p:nvSpPr>
        <p:spPr>
          <a:xfrm>
            <a:off x="742900" y="3050778"/>
            <a:ext cx="3213000" cy="138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2pPr>
            <a:lvl3pPr lvl="2"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3pPr>
            <a:lvl4pPr lvl="3"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4pPr>
            <a:lvl5pPr lvl="4"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5pPr>
            <a:lvl6pPr lvl="5"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6pPr>
            <a:lvl7pPr lvl="6"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7pPr>
            <a:lvl8pPr lvl="7"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8pPr>
            <a:lvl9pPr lvl="8"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198" name="Google Shape;198;p16"/>
          <p:cNvSpPr txBox="1"/>
          <p:nvPr>
            <p:ph idx="13" type="body"/>
          </p:nvPr>
        </p:nvSpPr>
        <p:spPr>
          <a:xfrm>
            <a:off x="742900" y="3274103"/>
            <a:ext cx="3213000" cy="4617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99" name="Google Shape;199;p16"/>
          <p:cNvSpPr txBox="1"/>
          <p:nvPr>
            <p:ph idx="14" type="body"/>
          </p:nvPr>
        </p:nvSpPr>
        <p:spPr>
          <a:xfrm>
            <a:off x="5785175" y="4134175"/>
            <a:ext cx="2991600" cy="461700"/>
          </a:xfrm>
          <a:prstGeom prst="rect">
            <a:avLst/>
          </a:prstGeom>
          <a:noFill/>
          <a:ln>
            <a:noFill/>
          </a:ln>
        </p:spPr>
        <p:txBody>
          <a:bodyPr anchorCtr="0" anchor="b" bIns="0" lIns="0" spcFirstLastPara="1" rIns="0" wrap="square" tIns="0">
            <a:noAutofit/>
          </a:bodyPr>
          <a:lstStyle>
            <a:lvl1pPr indent="-292100" lvl="0" marL="457200" algn="l">
              <a:lnSpc>
                <a:spcPct val="115000"/>
              </a:lnSpc>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2">
  <p:cSld name="CUSTOM_4_1">
    <p:spTree>
      <p:nvGrpSpPr>
        <p:cNvPr id="200" name="Shape 200"/>
        <p:cNvGrpSpPr/>
        <p:nvPr/>
      </p:nvGrpSpPr>
      <p:grpSpPr>
        <a:xfrm>
          <a:off x="0" y="0"/>
          <a:ext cx="0" cy="0"/>
          <a:chOff x="0" y="0"/>
          <a:chExt cx="0" cy="0"/>
        </a:xfrm>
      </p:grpSpPr>
      <p:sp>
        <p:nvSpPr>
          <p:cNvPr id="201" name="Google Shape;201;p17"/>
          <p:cNvSpPr/>
          <p:nvPr>
            <p:ph idx="2" type="pic"/>
          </p:nvPr>
        </p:nvSpPr>
        <p:spPr>
          <a:xfrm>
            <a:off x="75" y="0"/>
            <a:ext cx="2853300" cy="2436600"/>
          </a:xfrm>
          <a:prstGeom prst="rect">
            <a:avLst/>
          </a:prstGeom>
          <a:noFill/>
          <a:ln>
            <a:noFill/>
          </a:ln>
        </p:spPr>
      </p:sp>
      <p:sp>
        <p:nvSpPr>
          <p:cNvPr id="202" name="Google Shape;202;p1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03" name="Google Shape;203;p17"/>
          <p:cNvSpPr txBox="1"/>
          <p:nvPr>
            <p:ph idx="1" type="subTitle"/>
          </p:nvPr>
        </p:nvSpPr>
        <p:spPr>
          <a:xfrm>
            <a:off x="361975" y="2614325"/>
            <a:ext cx="2061600" cy="2772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1800"/>
              <a:buNone/>
              <a:defRPr sz="1800"/>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eyebrow ">
  <p:cSld name="BLANK_1_1_1_1_2_1">
    <p:spTree>
      <p:nvGrpSpPr>
        <p:cNvPr id="204" name="Shape 204"/>
        <p:cNvGrpSpPr/>
        <p:nvPr/>
      </p:nvGrpSpPr>
      <p:grpSpPr>
        <a:xfrm>
          <a:off x="0" y="0"/>
          <a:ext cx="0" cy="0"/>
          <a:chOff x="0" y="0"/>
          <a:chExt cx="0" cy="0"/>
        </a:xfrm>
      </p:grpSpPr>
      <p:sp>
        <p:nvSpPr>
          <p:cNvPr id="205" name="Google Shape;205;p1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06" name="Google Shape;206;p18"/>
          <p:cNvSpPr txBox="1"/>
          <p:nvPr>
            <p:ph type="title"/>
          </p:nvPr>
        </p:nvSpPr>
        <p:spPr>
          <a:xfrm>
            <a:off x="361975" y="988557"/>
            <a:ext cx="50184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2200"/>
            </a:lvl1pPr>
            <a:lvl2pPr lvl="1" algn="l">
              <a:lnSpc>
                <a:spcPct val="90000"/>
              </a:lnSpc>
              <a:spcBef>
                <a:spcPts val="0"/>
              </a:spcBef>
              <a:spcAft>
                <a:spcPts val="0"/>
              </a:spcAft>
              <a:buSzPts val="1400"/>
              <a:buNone/>
              <a:defRPr sz="2200"/>
            </a:lvl2pPr>
            <a:lvl3pPr lvl="2" algn="l">
              <a:lnSpc>
                <a:spcPct val="90000"/>
              </a:lnSpc>
              <a:spcBef>
                <a:spcPts val="0"/>
              </a:spcBef>
              <a:spcAft>
                <a:spcPts val="0"/>
              </a:spcAft>
              <a:buSzPts val="1400"/>
              <a:buNone/>
              <a:defRPr sz="2200"/>
            </a:lvl3pPr>
            <a:lvl4pPr lvl="3" algn="l">
              <a:lnSpc>
                <a:spcPct val="90000"/>
              </a:lnSpc>
              <a:spcBef>
                <a:spcPts val="0"/>
              </a:spcBef>
              <a:spcAft>
                <a:spcPts val="0"/>
              </a:spcAft>
              <a:buSzPts val="1400"/>
              <a:buNone/>
              <a:defRPr sz="2200"/>
            </a:lvl4pPr>
            <a:lvl5pPr lvl="4" algn="l">
              <a:lnSpc>
                <a:spcPct val="90000"/>
              </a:lnSpc>
              <a:spcBef>
                <a:spcPts val="0"/>
              </a:spcBef>
              <a:spcAft>
                <a:spcPts val="0"/>
              </a:spcAft>
              <a:buSzPts val="1400"/>
              <a:buNone/>
              <a:defRPr sz="2200"/>
            </a:lvl5pPr>
            <a:lvl6pPr lvl="5" algn="l">
              <a:lnSpc>
                <a:spcPct val="90000"/>
              </a:lnSpc>
              <a:spcBef>
                <a:spcPts val="0"/>
              </a:spcBef>
              <a:spcAft>
                <a:spcPts val="0"/>
              </a:spcAft>
              <a:buSzPts val="1400"/>
              <a:buNone/>
              <a:defRPr sz="2200"/>
            </a:lvl6pPr>
            <a:lvl7pPr lvl="6" algn="l">
              <a:lnSpc>
                <a:spcPct val="90000"/>
              </a:lnSpc>
              <a:spcBef>
                <a:spcPts val="0"/>
              </a:spcBef>
              <a:spcAft>
                <a:spcPts val="0"/>
              </a:spcAft>
              <a:buSzPts val="1400"/>
              <a:buNone/>
              <a:defRPr sz="2200"/>
            </a:lvl7pPr>
            <a:lvl8pPr lvl="7" algn="l">
              <a:lnSpc>
                <a:spcPct val="90000"/>
              </a:lnSpc>
              <a:spcBef>
                <a:spcPts val="0"/>
              </a:spcBef>
              <a:spcAft>
                <a:spcPts val="0"/>
              </a:spcAft>
              <a:buSzPts val="1400"/>
              <a:buNone/>
              <a:defRPr sz="2200"/>
            </a:lvl8pPr>
            <a:lvl9pPr lvl="8" algn="l">
              <a:lnSpc>
                <a:spcPct val="90000"/>
              </a:lnSpc>
              <a:spcBef>
                <a:spcPts val="0"/>
              </a:spcBef>
              <a:spcAft>
                <a:spcPts val="0"/>
              </a:spcAft>
              <a:buSzPts val="1400"/>
              <a:buNone/>
              <a:defRPr sz="2200"/>
            </a:lvl9pPr>
          </a:lstStyle>
          <a:p/>
        </p:txBody>
      </p:sp>
      <p:sp>
        <p:nvSpPr>
          <p:cNvPr id="207" name="Google Shape;207;p18"/>
          <p:cNvSpPr txBox="1"/>
          <p:nvPr>
            <p:ph idx="1" type="subTitle"/>
          </p:nvPr>
        </p:nvSpPr>
        <p:spPr>
          <a:xfrm>
            <a:off x="361975" y="732775"/>
            <a:ext cx="4163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08" name="Google Shape;208;p18"/>
          <p:cNvSpPr txBox="1"/>
          <p:nvPr>
            <p:ph idx="2"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p:cSld name="BLANK_1_1_1_1_1_1_1_1_1_1_1_1_1_1_2">
    <p:bg>
      <p:bgPr>
        <a:solidFill>
          <a:schemeClr val="accent6"/>
        </a:solidFill>
      </p:bgPr>
    </p:bg>
    <p:spTree>
      <p:nvGrpSpPr>
        <p:cNvPr id="209" name="Shape 209"/>
        <p:cNvGrpSpPr/>
        <p:nvPr/>
      </p:nvGrpSpPr>
      <p:grpSpPr>
        <a:xfrm>
          <a:off x="0" y="0"/>
          <a:ext cx="0" cy="0"/>
          <a:chOff x="0" y="0"/>
          <a:chExt cx="0" cy="0"/>
        </a:xfrm>
      </p:grpSpPr>
      <p:sp>
        <p:nvSpPr>
          <p:cNvPr id="210" name="Google Shape;210;p1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u="sng"/>
          </a:p>
        </p:txBody>
      </p:sp>
      <p:sp>
        <p:nvSpPr>
          <p:cNvPr id="211" name="Google Shape;211;p19"/>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12" name="Google Shape;212;p19"/>
          <p:cNvSpPr txBox="1"/>
          <p:nvPr>
            <p:ph idx="2" type="body"/>
          </p:nvPr>
        </p:nvSpPr>
        <p:spPr>
          <a:xfrm>
            <a:off x="4845475" y="1361028"/>
            <a:ext cx="3382500" cy="431400"/>
          </a:xfrm>
          <a:prstGeom prst="rect">
            <a:avLst/>
          </a:prstGeom>
          <a:noFill/>
          <a:ln>
            <a:noFill/>
          </a:ln>
        </p:spPr>
        <p:txBody>
          <a:bodyPr anchorCtr="0" anchor="t" bIns="0" lIns="0" spcFirstLastPara="1" rIns="0" wrap="square" tIns="0">
            <a:spAutoFit/>
          </a:bodyPr>
          <a:lstStyle>
            <a:lvl1pPr indent="-292100" lvl="0" marL="457200" algn="l">
              <a:lnSpc>
                <a:spcPct val="115000"/>
              </a:lnSpc>
              <a:spcBef>
                <a:spcPts val="0"/>
              </a:spcBef>
              <a:spcAft>
                <a:spcPts val="0"/>
              </a:spcAft>
              <a:buClr>
                <a:schemeClr val="lt1"/>
              </a:buClr>
              <a:buSzPts val="1000"/>
              <a:buFont typeface="DM Sans"/>
              <a:buChar char="●"/>
              <a:defRPr sz="1000"/>
            </a:lvl1pPr>
            <a:lvl2pPr indent="-292100" lvl="1" marL="914400" algn="l">
              <a:lnSpc>
                <a:spcPct val="115000"/>
              </a:lnSpc>
              <a:spcBef>
                <a:spcPts val="800"/>
              </a:spcBef>
              <a:spcAft>
                <a:spcPts val="0"/>
              </a:spcAft>
              <a:buClr>
                <a:schemeClr val="lt1"/>
              </a:buClr>
              <a:buSzPts val="1000"/>
              <a:buFont typeface="DM Sans"/>
              <a:buChar char="○"/>
              <a:defRPr sz="1000"/>
            </a:lvl2pPr>
            <a:lvl3pPr indent="-292100" lvl="2" marL="1371600" algn="l">
              <a:lnSpc>
                <a:spcPct val="115000"/>
              </a:lnSpc>
              <a:spcBef>
                <a:spcPts val="800"/>
              </a:spcBef>
              <a:spcAft>
                <a:spcPts val="0"/>
              </a:spcAft>
              <a:buClr>
                <a:schemeClr val="lt1"/>
              </a:buClr>
              <a:buSzPts val="1000"/>
              <a:buFont typeface="DM Sans"/>
              <a:buChar char="■"/>
              <a:defRPr sz="1000"/>
            </a:lvl3pPr>
            <a:lvl4pPr indent="-292100" lvl="3" marL="1828800" algn="l">
              <a:lnSpc>
                <a:spcPct val="115000"/>
              </a:lnSpc>
              <a:spcBef>
                <a:spcPts val="800"/>
              </a:spcBef>
              <a:spcAft>
                <a:spcPts val="0"/>
              </a:spcAft>
              <a:buClr>
                <a:schemeClr val="lt1"/>
              </a:buClr>
              <a:buSzPts val="1000"/>
              <a:buFont typeface="DM Sans"/>
              <a:buChar char="●"/>
              <a:defRPr sz="1000"/>
            </a:lvl4pPr>
            <a:lvl5pPr indent="-292100" lvl="4" marL="2286000" algn="l">
              <a:lnSpc>
                <a:spcPct val="115000"/>
              </a:lnSpc>
              <a:spcBef>
                <a:spcPts val="800"/>
              </a:spcBef>
              <a:spcAft>
                <a:spcPts val="0"/>
              </a:spcAft>
              <a:buClr>
                <a:schemeClr val="lt1"/>
              </a:buClr>
              <a:buSzPts val="1000"/>
              <a:buFont typeface="DM Sans"/>
              <a:buChar char="○"/>
              <a:defRPr sz="1000"/>
            </a:lvl5pPr>
            <a:lvl6pPr indent="-292100" lvl="5" marL="2743200" algn="l">
              <a:lnSpc>
                <a:spcPct val="115000"/>
              </a:lnSpc>
              <a:spcBef>
                <a:spcPts val="800"/>
              </a:spcBef>
              <a:spcAft>
                <a:spcPts val="0"/>
              </a:spcAft>
              <a:buClr>
                <a:schemeClr val="lt1"/>
              </a:buClr>
              <a:buSzPts val="1000"/>
              <a:buFont typeface="DM Sans"/>
              <a:buChar char="■"/>
              <a:defRPr sz="1000"/>
            </a:lvl6pPr>
            <a:lvl7pPr indent="-292100" lvl="6" marL="3200400" algn="l">
              <a:lnSpc>
                <a:spcPct val="115000"/>
              </a:lnSpc>
              <a:spcBef>
                <a:spcPts val="800"/>
              </a:spcBef>
              <a:spcAft>
                <a:spcPts val="0"/>
              </a:spcAft>
              <a:buClr>
                <a:schemeClr val="lt1"/>
              </a:buClr>
              <a:buSzPts val="1000"/>
              <a:buFont typeface="DM Sans"/>
              <a:buChar char="●"/>
              <a:defRPr sz="1000"/>
            </a:lvl7pPr>
            <a:lvl8pPr indent="-292100" lvl="7" marL="3657600" algn="l">
              <a:lnSpc>
                <a:spcPct val="115000"/>
              </a:lnSpc>
              <a:spcBef>
                <a:spcPts val="800"/>
              </a:spcBef>
              <a:spcAft>
                <a:spcPts val="0"/>
              </a:spcAft>
              <a:buClr>
                <a:schemeClr val="lt1"/>
              </a:buClr>
              <a:buSzPts val="1000"/>
              <a:buFont typeface="DM Sans"/>
              <a:buChar char="○"/>
              <a:defRPr sz="1000"/>
            </a:lvl8pPr>
            <a:lvl9pPr indent="-292100" lvl="8" marL="4114800" algn="l">
              <a:lnSpc>
                <a:spcPct val="115000"/>
              </a:lnSpc>
              <a:spcBef>
                <a:spcPts val="800"/>
              </a:spcBef>
              <a:spcAft>
                <a:spcPts val="800"/>
              </a:spcAft>
              <a:buClr>
                <a:schemeClr val="lt1"/>
              </a:buClr>
              <a:buSzPts val="1000"/>
              <a:buFont typeface="DM Sans"/>
              <a:buChar char="■"/>
              <a:defRPr sz="1000"/>
            </a:lvl9pPr>
          </a:lstStyle>
          <a:p/>
        </p:txBody>
      </p:sp>
      <p:sp>
        <p:nvSpPr>
          <p:cNvPr id="213" name="Google Shape;213;p19"/>
          <p:cNvSpPr txBox="1"/>
          <p:nvPr>
            <p:ph idx="3" type="subTitle"/>
          </p:nvPr>
        </p:nvSpPr>
        <p:spPr>
          <a:xfrm>
            <a:off x="4845475" y="1028377"/>
            <a:ext cx="3382500" cy="2376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2pPr>
            <a:lvl3pPr lvl="2"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3pPr>
            <a:lvl4pPr lvl="3"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4pPr>
            <a:lvl5pPr lvl="4"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5pPr>
            <a:lvl6pPr lvl="5"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6pPr>
            <a:lvl7pPr lvl="6"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7pPr>
            <a:lvl8pPr lvl="7"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8pPr>
            <a:lvl9pPr lvl="8"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214" name="Google Shape;214;p19"/>
          <p:cNvSpPr txBox="1"/>
          <p:nvPr>
            <p:ph idx="4" type="body"/>
          </p:nvPr>
        </p:nvSpPr>
        <p:spPr>
          <a:xfrm>
            <a:off x="4845475" y="2595865"/>
            <a:ext cx="3382500" cy="431400"/>
          </a:xfrm>
          <a:prstGeom prst="rect">
            <a:avLst/>
          </a:prstGeom>
          <a:noFill/>
          <a:ln>
            <a:noFill/>
          </a:ln>
        </p:spPr>
        <p:txBody>
          <a:bodyPr anchorCtr="0" anchor="t" bIns="0" lIns="0" spcFirstLastPara="1" rIns="0" wrap="square" tIns="0">
            <a:spAutoFit/>
          </a:bodyPr>
          <a:lstStyle>
            <a:lvl1pPr indent="-292100" lvl="0" marL="457200" algn="l">
              <a:lnSpc>
                <a:spcPct val="115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15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15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15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15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15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15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15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15000"/>
              </a:lnSpc>
              <a:spcBef>
                <a:spcPts val="800"/>
              </a:spcBef>
              <a:spcAft>
                <a:spcPts val="800"/>
              </a:spcAft>
              <a:buClr>
                <a:schemeClr val="dk1"/>
              </a:buClr>
              <a:buSzPts val="1000"/>
              <a:buFont typeface="DM Sans"/>
              <a:buChar char="■"/>
              <a:defRPr sz="1000">
                <a:solidFill>
                  <a:schemeClr val="dk1"/>
                </a:solidFill>
              </a:defRPr>
            </a:lvl9pPr>
          </a:lstStyle>
          <a:p/>
        </p:txBody>
      </p:sp>
      <p:sp>
        <p:nvSpPr>
          <p:cNvPr id="215" name="Google Shape;215;p19"/>
          <p:cNvSpPr txBox="1"/>
          <p:nvPr>
            <p:ph idx="5" type="subTitle"/>
          </p:nvPr>
        </p:nvSpPr>
        <p:spPr>
          <a:xfrm>
            <a:off x="4845475" y="2263215"/>
            <a:ext cx="3382500" cy="2376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1"/>
              </a:buClr>
              <a:buSzPts val="1400"/>
              <a:buNone/>
              <a:defRPr>
                <a:solidFill>
                  <a:schemeClr val="dk1"/>
                </a:solidFill>
              </a:defRPr>
            </a:lvl1pPr>
            <a:lvl2pPr lvl="1"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216" name="Google Shape;216;p19"/>
          <p:cNvSpPr txBox="1"/>
          <p:nvPr>
            <p:ph idx="6" type="body"/>
          </p:nvPr>
        </p:nvSpPr>
        <p:spPr>
          <a:xfrm>
            <a:off x="4845475" y="3870078"/>
            <a:ext cx="3382500" cy="431400"/>
          </a:xfrm>
          <a:prstGeom prst="rect">
            <a:avLst/>
          </a:prstGeom>
          <a:noFill/>
          <a:ln>
            <a:noFill/>
          </a:ln>
        </p:spPr>
        <p:txBody>
          <a:bodyPr anchorCtr="0" anchor="t" bIns="0" lIns="0" spcFirstLastPara="1" rIns="0" wrap="square" tIns="0">
            <a:spAutoFit/>
          </a:bodyPr>
          <a:lstStyle>
            <a:lvl1pPr indent="-292100" lvl="0" marL="457200" algn="l">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217" name="Google Shape;217;p19"/>
          <p:cNvSpPr txBox="1"/>
          <p:nvPr>
            <p:ph idx="7" type="subTitle"/>
          </p:nvPr>
        </p:nvSpPr>
        <p:spPr>
          <a:xfrm>
            <a:off x="4845475" y="3537427"/>
            <a:ext cx="3382500" cy="2376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1"/>
              </a:buClr>
              <a:buSzPts val="1400"/>
              <a:buNone/>
              <a:defRPr>
                <a:solidFill>
                  <a:schemeClr val="dk1"/>
                </a:solidFill>
              </a:defRPr>
            </a:lvl1pPr>
            <a:lvl2pPr lvl="1"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218" name="Google Shape;218;p19"/>
          <p:cNvSpPr txBox="1"/>
          <p:nvPr>
            <p:ph type="title"/>
          </p:nvPr>
        </p:nvSpPr>
        <p:spPr>
          <a:xfrm>
            <a:off x="361975" y="988555"/>
            <a:ext cx="38601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2200"/>
            </a:lvl1pPr>
            <a:lvl2pPr lvl="1" algn="l">
              <a:lnSpc>
                <a:spcPct val="90000"/>
              </a:lnSpc>
              <a:spcBef>
                <a:spcPts val="0"/>
              </a:spcBef>
              <a:spcAft>
                <a:spcPts val="0"/>
              </a:spcAft>
              <a:buSzPts val="1400"/>
              <a:buNone/>
              <a:defRPr sz="2200"/>
            </a:lvl2pPr>
            <a:lvl3pPr lvl="2" algn="l">
              <a:lnSpc>
                <a:spcPct val="90000"/>
              </a:lnSpc>
              <a:spcBef>
                <a:spcPts val="0"/>
              </a:spcBef>
              <a:spcAft>
                <a:spcPts val="0"/>
              </a:spcAft>
              <a:buSzPts val="1400"/>
              <a:buNone/>
              <a:defRPr sz="2200"/>
            </a:lvl3pPr>
            <a:lvl4pPr lvl="3" algn="l">
              <a:lnSpc>
                <a:spcPct val="90000"/>
              </a:lnSpc>
              <a:spcBef>
                <a:spcPts val="0"/>
              </a:spcBef>
              <a:spcAft>
                <a:spcPts val="0"/>
              </a:spcAft>
              <a:buSzPts val="1400"/>
              <a:buNone/>
              <a:defRPr sz="2200"/>
            </a:lvl4pPr>
            <a:lvl5pPr lvl="4" algn="l">
              <a:lnSpc>
                <a:spcPct val="90000"/>
              </a:lnSpc>
              <a:spcBef>
                <a:spcPts val="0"/>
              </a:spcBef>
              <a:spcAft>
                <a:spcPts val="0"/>
              </a:spcAft>
              <a:buSzPts val="1400"/>
              <a:buNone/>
              <a:defRPr sz="2200"/>
            </a:lvl5pPr>
            <a:lvl6pPr lvl="5" algn="l">
              <a:lnSpc>
                <a:spcPct val="90000"/>
              </a:lnSpc>
              <a:spcBef>
                <a:spcPts val="0"/>
              </a:spcBef>
              <a:spcAft>
                <a:spcPts val="0"/>
              </a:spcAft>
              <a:buSzPts val="1400"/>
              <a:buNone/>
              <a:defRPr sz="2200"/>
            </a:lvl6pPr>
            <a:lvl7pPr lvl="6" algn="l">
              <a:lnSpc>
                <a:spcPct val="90000"/>
              </a:lnSpc>
              <a:spcBef>
                <a:spcPts val="0"/>
              </a:spcBef>
              <a:spcAft>
                <a:spcPts val="0"/>
              </a:spcAft>
              <a:buSzPts val="1400"/>
              <a:buNone/>
              <a:defRPr sz="2200"/>
            </a:lvl7pPr>
            <a:lvl8pPr lvl="7" algn="l">
              <a:lnSpc>
                <a:spcPct val="90000"/>
              </a:lnSpc>
              <a:spcBef>
                <a:spcPts val="0"/>
              </a:spcBef>
              <a:spcAft>
                <a:spcPts val="0"/>
              </a:spcAft>
              <a:buSzPts val="1400"/>
              <a:buNone/>
              <a:defRPr sz="2200"/>
            </a:lvl8pPr>
            <a:lvl9pPr lvl="8" algn="l">
              <a:lnSpc>
                <a:spcPct val="90000"/>
              </a:lnSpc>
              <a:spcBef>
                <a:spcPts val="0"/>
              </a:spcBef>
              <a:spcAft>
                <a:spcPts val="0"/>
              </a:spcAft>
              <a:buSzPts val="1400"/>
              <a:buNone/>
              <a:defRPr sz="2200"/>
            </a:lvl9pPr>
          </a:lstStyle>
          <a:p/>
        </p:txBody>
      </p:sp>
      <p:sp>
        <p:nvSpPr>
          <p:cNvPr id="219" name="Google Shape;219;p19"/>
          <p:cNvSpPr txBox="1"/>
          <p:nvPr>
            <p:ph idx="8" type="subTitle"/>
          </p:nvPr>
        </p:nvSpPr>
        <p:spPr>
          <a:xfrm>
            <a:off x="361975" y="732775"/>
            <a:ext cx="3860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Dark">
  <p:cSld name="BLANK_1_1_1_1_1_1_1_1_1_1_1_1_1_1_2_1">
    <p:bg>
      <p:bgPr>
        <a:solidFill>
          <a:schemeClr val="lt1"/>
        </a:solidFill>
      </p:bgPr>
    </p:bg>
    <p:spTree>
      <p:nvGrpSpPr>
        <p:cNvPr id="220" name="Shape 220"/>
        <p:cNvGrpSpPr/>
        <p:nvPr/>
      </p:nvGrpSpPr>
      <p:grpSpPr>
        <a:xfrm>
          <a:off x="0" y="0"/>
          <a:ext cx="0" cy="0"/>
          <a:chOff x="0" y="0"/>
          <a:chExt cx="0" cy="0"/>
        </a:xfrm>
      </p:grpSpPr>
      <p:sp>
        <p:nvSpPr>
          <p:cNvPr id="221" name="Google Shape;221;p2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22" name="Google Shape;222;p20"/>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223" name="Google Shape;223;p20"/>
          <p:cNvSpPr txBox="1"/>
          <p:nvPr>
            <p:ph idx="2" type="body"/>
          </p:nvPr>
        </p:nvSpPr>
        <p:spPr>
          <a:xfrm>
            <a:off x="4845475" y="1361028"/>
            <a:ext cx="3382500" cy="431400"/>
          </a:xfrm>
          <a:prstGeom prst="rect">
            <a:avLst/>
          </a:prstGeom>
          <a:noFill/>
          <a:ln>
            <a:noFill/>
          </a:ln>
        </p:spPr>
        <p:txBody>
          <a:bodyPr anchorCtr="0" anchor="t" bIns="0" lIns="0" spcFirstLastPara="1" rIns="0" wrap="square" tIns="0">
            <a:spAutoFit/>
          </a:bodyPr>
          <a:lstStyle>
            <a:lvl1pPr indent="-292100" lvl="0" marL="457200" algn="l">
              <a:lnSpc>
                <a:spcPct val="115000"/>
              </a:lnSpc>
              <a:spcBef>
                <a:spcPts val="0"/>
              </a:spcBef>
              <a:spcAft>
                <a:spcPts val="0"/>
              </a:spcAft>
              <a:buClr>
                <a:schemeClr val="lt1"/>
              </a:buClr>
              <a:buSzPts val="1000"/>
              <a:buFont typeface="DM Sans"/>
              <a:buChar char="●"/>
              <a:defRPr sz="1000"/>
            </a:lvl1pPr>
            <a:lvl2pPr indent="-292100" lvl="1" marL="914400" algn="l">
              <a:lnSpc>
                <a:spcPct val="115000"/>
              </a:lnSpc>
              <a:spcBef>
                <a:spcPts val="800"/>
              </a:spcBef>
              <a:spcAft>
                <a:spcPts val="0"/>
              </a:spcAft>
              <a:buClr>
                <a:schemeClr val="lt1"/>
              </a:buClr>
              <a:buSzPts val="1000"/>
              <a:buFont typeface="DM Sans"/>
              <a:buChar char="○"/>
              <a:defRPr sz="1000"/>
            </a:lvl2pPr>
            <a:lvl3pPr indent="-292100" lvl="2" marL="1371600" algn="l">
              <a:lnSpc>
                <a:spcPct val="115000"/>
              </a:lnSpc>
              <a:spcBef>
                <a:spcPts val="800"/>
              </a:spcBef>
              <a:spcAft>
                <a:spcPts val="0"/>
              </a:spcAft>
              <a:buClr>
                <a:schemeClr val="lt1"/>
              </a:buClr>
              <a:buSzPts val="1000"/>
              <a:buFont typeface="DM Sans"/>
              <a:buChar char="■"/>
              <a:defRPr sz="1000"/>
            </a:lvl3pPr>
            <a:lvl4pPr indent="-292100" lvl="3" marL="1828800" algn="l">
              <a:lnSpc>
                <a:spcPct val="115000"/>
              </a:lnSpc>
              <a:spcBef>
                <a:spcPts val="800"/>
              </a:spcBef>
              <a:spcAft>
                <a:spcPts val="0"/>
              </a:spcAft>
              <a:buClr>
                <a:schemeClr val="lt1"/>
              </a:buClr>
              <a:buSzPts val="1000"/>
              <a:buFont typeface="DM Sans"/>
              <a:buChar char="●"/>
              <a:defRPr sz="1000"/>
            </a:lvl4pPr>
            <a:lvl5pPr indent="-292100" lvl="4" marL="2286000" algn="l">
              <a:lnSpc>
                <a:spcPct val="115000"/>
              </a:lnSpc>
              <a:spcBef>
                <a:spcPts val="800"/>
              </a:spcBef>
              <a:spcAft>
                <a:spcPts val="0"/>
              </a:spcAft>
              <a:buClr>
                <a:schemeClr val="lt1"/>
              </a:buClr>
              <a:buSzPts val="1000"/>
              <a:buFont typeface="DM Sans"/>
              <a:buChar char="○"/>
              <a:defRPr sz="1000"/>
            </a:lvl5pPr>
            <a:lvl6pPr indent="-292100" lvl="5" marL="2743200" algn="l">
              <a:lnSpc>
                <a:spcPct val="115000"/>
              </a:lnSpc>
              <a:spcBef>
                <a:spcPts val="800"/>
              </a:spcBef>
              <a:spcAft>
                <a:spcPts val="0"/>
              </a:spcAft>
              <a:buClr>
                <a:schemeClr val="lt1"/>
              </a:buClr>
              <a:buSzPts val="1000"/>
              <a:buFont typeface="DM Sans"/>
              <a:buChar char="■"/>
              <a:defRPr sz="1000"/>
            </a:lvl6pPr>
            <a:lvl7pPr indent="-292100" lvl="6" marL="3200400" algn="l">
              <a:lnSpc>
                <a:spcPct val="115000"/>
              </a:lnSpc>
              <a:spcBef>
                <a:spcPts val="800"/>
              </a:spcBef>
              <a:spcAft>
                <a:spcPts val="0"/>
              </a:spcAft>
              <a:buClr>
                <a:schemeClr val="lt1"/>
              </a:buClr>
              <a:buSzPts val="1000"/>
              <a:buFont typeface="DM Sans"/>
              <a:buChar char="●"/>
              <a:defRPr sz="1000"/>
            </a:lvl7pPr>
            <a:lvl8pPr indent="-292100" lvl="7" marL="3657600" algn="l">
              <a:lnSpc>
                <a:spcPct val="115000"/>
              </a:lnSpc>
              <a:spcBef>
                <a:spcPts val="800"/>
              </a:spcBef>
              <a:spcAft>
                <a:spcPts val="0"/>
              </a:spcAft>
              <a:buClr>
                <a:schemeClr val="lt1"/>
              </a:buClr>
              <a:buSzPts val="1000"/>
              <a:buFont typeface="DM Sans"/>
              <a:buChar char="○"/>
              <a:defRPr sz="1000"/>
            </a:lvl8pPr>
            <a:lvl9pPr indent="-292100" lvl="8" marL="4114800" algn="l">
              <a:lnSpc>
                <a:spcPct val="115000"/>
              </a:lnSpc>
              <a:spcBef>
                <a:spcPts val="800"/>
              </a:spcBef>
              <a:spcAft>
                <a:spcPts val="800"/>
              </a:spcAft>
              <a:buClr>
                <a:schemeClr val="lt1"/>
              </a:buClr>
              <a:buSzPts val="1000"/>
              <a:buFont typeface="DM Sans"/>
              <a:buChar char="■"/>
              <a:defRPr sz="1000"/>
            </a:lvl9pPr>
          </a:lstStyle>
          <a:p/>
        </p:txBody>
      </p:sp>
      <p:sp>
        <p:nvSpPr>
          <p:cNvPr id="224" name="Google Shape;224;p20"/>
          <p:cNvSpPr txBox="1"/>
          <p:nvPr>
            <p:ph idx="3" type="subTitle"/>
          </p:nvPr>
        </p:nvSpPr>
        <p:spPr>
          <a:xfrm>
            <a:off x="4845475" y="1028377"/>
            <a:ext cx="3382500" cy="2376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2pPr>
            <a:lvl3pPr lvl="2"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3pPr>
            <a:lvl4pPr lvl="3"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4pPr>
            <a:lvl5pPr lvl="4"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5pPr>
            <a:lvl6pPr lvl="5"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6pPr>
            <a:lvl7pPr lvl="6"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7pPr>
            <a:lvl8pPr lvl="7"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8pPr>
            <a:lvl9pPr lvl="8"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225" name="Google Shape;225;p20"/>
          <p:cNvSpPr txBox="1"/>
          <p:nvPr>
            <p:ph idx="4" type="body"/>
          </p:nvPr>
        </p:nvSpPr>
        <p:spPr>
          <a:xfrm>
            <a:off x="4845475" y="2595865"/>
            <a:ext cx="3382500" cy="431400"/>
          </a:xfrm>
          <a:prstGeom prst="rect">
            <a:avLst/>
          </a:prstGeom>
          <a:noFill/>
          <a:ln>
            <a:noFill/>
          </a:ln>
        </p:spPr>
        <p:txBody>
          <a:bodyPr anchorCtr="0" anchor="t" bIns="0" lIns="0" spcFirstLastPara="1" rIns="0" wrap="square" tIns="0">
            <a:spAutoFit/>
          </a:bodyPr>
          <a:lstStyle>
            <a:lvl1pPr indent="-292100" lvl="0" marL="457200" algn="l">
              <a:lnSpc>
                <a:spcPct val="115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15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15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15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15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15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15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15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15000"/>
              </a:lnSpc>
              <a:spcBef>
                <a:spcPts val="800"/>
              </a:spcBef>
              <a:spcAft>
                <a:spcPts val="800"/>
              </a:spcAft>
              <a:buClr>
                <a:schemeClr val="dk1"/>
              </a:buClr>
              <a:buSzPts val="1000"/>
              <a:buFont typeface="DM Sans"/>
              <a:buChar char="■"/>
              <a:defRPr sz="1000">
                <a:solidFill>
                  <a:schemeClr val="dk1"/>
                </a:solidFill>
              </a:defRPr>
            </a:lvl9pPr>
          </a:lstStyle>
          <a:p/>
        </p:txBody>
      </p:sp>
      <p:sp>
        <p:nvSpPr>
          <p:cNvPr id="226" name="Google Shape;226;p20"/>
          <p:cNvSpPr txBox="1"/>
          <p:nvPr>
            <p:ph idx="5" type="subTitle"/>
          </p:nvPr>
        </p:nvSpPr>
        <p:spPr>
          <a:xfrm>
            <a:off x="4845475" y="2263215"/>
            <a:ext cx="3382500" cy="2376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1"/>
              </a:buClr>
              <a:buSzPts val="1400"/>
              <a:buNone/>
              <a:defRPr>
                <a:solidFill>
                  <a:schemeClr val="dk1"/>
                </a:solidFill>
              </a:defRPr>
            </a:lvl1pPr>
            <a:lvl2pPr lvl="1"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227" name="Google Shape;227;p20"/>
          <p:cNvSpPr txBox="1"/>
          <p:nvPr>
            <p:ph idx="6" type="body"/>
          </p:nvPr>
        </p:nvSpPr>
        <p:spPr>
          <a:xfrm>
            <a:off x="4845475" y="3870078"/>
            <a:ext cx="3382500" cy="431400"/>
          </a:xfrm>
          <a:prstGeom prst="rect">
            <a:avLst/>
          </a:prstGeom>
          <a:noFill/>
          <a:ln>
            <a:noFill/>
          </a:ln>
        </p:spPr>
        <p:txBody>
          <a:bodyPr anchorCtr="0" anchor="t" bIns="0" lIns="0" spcFirstLastPara="1" rIns="0" wrap="square" tIns="0">
            <a:spAutoFit/>
          </a:bodyPr>
          <a:lstStyle>
            <a:lvl1pPr indent="-292100" lvl="0" marL="457200" algn="l">
              <a:lnSpc>
                <a:spcPct val="100000"/>
              </a:lnSpc>
              <a:spcBef>
                <a:spcPts val="0"/>
              </a:spcBef>
              <a:spcAft>
                <a:spcPts val="0"/>
              </a:spcAft>
              <a:buSzPts val="1000"/>
              <a:buFont typeface="DM Sans"/>
              <a:buChar char="●"/>
              <a:defRPr sz="1000"/>
            </a:lvl1pPr>
            <a:lvl2pPr indent="-292100" lvl="1" marL="914400" algn="l">
              <a:lnSpc>
                <a:spcPct val="100000"/>
              </a:lnSpc>
              <a:spcBef>
                <a:spcPts val="800"/>
              </a:spcBef>
              <a:spcAft>
                <a:spcPts val="0"/>
              </a:spcAft>
              <a:buSzPts val="1000"/>
              <a:buFont typeface="DM Sans"/>
              <a:buChar char="○"/>
              <a:defRPr sz="1000"/>
            </a:lvl2pPr>
            <a:lvl3pPr indent="-292100" lvl="2" marL="1371600" algn="l">
              <a:lnSpc>
                <a:spcPct val="100000"/>
              </a:lnSpc>
              <a:spcBef>
                <a:spcPts val="800"/>
              </a:spcBef>
              <a:spcAft>
                <a:spcPts val="0"/>
              </a:spcAft>
              <a:buSzPts val="1000"/>
              <a:buFont typeface="DM Sans"/>
              <a:buChar char="■"/>
              <a:defRPr sz="1000"/>
            </a:lvl3pPr>
            <a:lvl4pPr indent="-292100" lvl="3" marL="1828800" algn="l">
              <a:lnSpc>
                <a:spcPct val="100000"/>
              </a:lnSpc>
              <a:spcBef>
                <a:spcPts val="800"/>
              </a:spcBef>
              <a:spcAft>
                <a:spcPts val="0"/>
              </a:spcAft>
              <a:buSzPts val="1000"/>
              <a:buFont typeface="DM Sans"/>
              <a:buChar char="●"/>
              <a:defRPr sz="1000"/>
            </a:lvl4pPr>
            <a:lvl5pPr indent="-292100" lvl="4" marL="2286000" algn="l">
              <a:lnSpc>
                <a:spcPct val="100000"/>
              </a:lnSpc>
              <a:spcBef>
                <a:spcPts val="800"/>
              </a:spcBef>
              <a:spcAft>
                <a:spcPts val="0"/>
              </a:spcAft>
              <a:buSzPts val="1000"/>
              <a:buFont typeface="DM Sans"/>
              <a:buChar char="○"/>
              <a:defRPr sz="1000"/>
            </a:lvl5pPr>
            <a:lvl6pPr indent="-292100" lvl="5" marL="2743200" algn="l">
              <a:lnSpc>
                <a:spcPct val="100000"/>
              </a:lnSpc>
              <a:spcBef>
                <a:spcPts val="800"/>
              </a:spcBef>
              <a:spcAft>
                <a:spcPts val="0"/>
              </a:spcAft>
              <a:buSzPts val="1000"/>
              <a:buFont typeface="DM Sans"/>
              <a:buChar char="■"/>
              <a:defRPr sz="1000"/>
            </a:lvl6pPr>
            <a:lvl7pPr indent="-292100" lvl="6" marL="3200400" algn="l">
              <a:lnSpc>
                <a:spcPct val="100000"/>
              </a:lnSpc>
              <a:spcBef>
                <a:spcPts val="800"/>
              </a:spcBef>
              <a:spcAft>
                <a:spcPts val="0"/>
              </a:spcAft>
              <a:buSzPts val="1000"/>
              <a:buFont typeface="DM Sans"/>
              <a:buChar char="●"/>
              <a:defRPr sz="1000"/>
            </a:lvl7pPr>
            <a:lvl8pPr indent="-292100" lvl="7" marL="3657600" algn="l">
              <a:lnSpc>
                <a:spcPct val="100000"/>
              </a:lnSpc>
              <a:spcBef>
                <a:spcPts val="800"/>
              </a:spcBef>
              <a:spcAft>
                <a:spcPts val="0"/>
              </a:spcAft>
              <a:buSzPts val="1000"/>
              <a:buFont typeface="DM Sans"/>
              <a:buChar char="○"/>
              <a:defRPr sz="1000"/>
            </a:lvl8pPr>
            <a:lvl9pPr indent="-292100" lvl="8" marL="4114800" algn="l">
              <a:lnSpc>
                <a:spcPct val="100000"/>
              </a:lnSpc>
              <a:spcBef>
                <a:spcPts val="800"/>
              </a:spcBef>
              <a:spcAft>
                <a:spcPts val="800"/>
              </a:spcAft>
              <a:buSzPts val="1000"/>
              <a:buFont typeface="DM Sans"/>
              <a:buChar char="■"/>
              <a:defRPr sz="1000"/>
            </a:lvl9pPr>
          </a:lstStyle>
          <a:p/>
        </p:txBody>
      </p:sp>
      <p:sp>
        <p:nvSpPr>
          <p:cNvPr id="228" name="Google Shape;228;p20"/>
          <p:cNvSpPr txBox="1"/>
          <p:nvPr>
            <p:ph idx="7" type="subTitle"/>
          </p:nvPr>
        </p:nvSpPr>
        <p:spPr>
          <a:xfrm>
            <a:off x="4845475" y="3537427"/>
            <a:ext cx="3382500" cy="2376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2pPr>
            <a:lvl3pPr lvl="2"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3pPr>
            <a:lvl4pPr lvl="3"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4pPr>
            <a:lvl5pPr lvl="4"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5pPr>
            <a:lvl6pPr lvl="5"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6pPr>
            <a:lvl7pPr lvl="6"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7pPr>
            <a:lvl8pPr lvl="7"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8pPr>
            <a:lvl9pPr lvl="8"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229" name="Google Shape;229;p20"/>
          <p:cNvSpPr txBox="1"/>
          <p:nvPr>
            <p:ph type="title"/>
          </p:nvPr>
        </p:nvSpPr>
        <p:spPr>
          <a:xfrm>
            <a:off x="361975" y="988555"/>
            <a:ext cx="38601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2200">
                <a:solidFill>
                  <a:schemeClr val="dk1"/>
                </a:solidFill>
              </a:defRPr>
            </a:lvl1pPr>
            <a:lvl2pPr lvl="1" algn="l">
              <a:lnSpc>
                <a:spcPct val="90000"/>
              </a:lnSpc>
              <a:spcBef>
                <a:spcPts val="0"/>
              </a:spcBef>
              <a:spcAft>
                <a:spcPts val="0"/>
              </a:spcAft>
              <a:buSzPts val="1400"/>
              <a:buNone/>
              <a:defRPr sz="2200">
                <a:solidFill>
                  <a:schemeClr val="dk1"/>
                </a:solidFill>
              </a:defRPr>
            </a:lvl2pPr>
            <a:lvl3pPr lvl="2" algn="l">
              <a:lnSpc>
                <a:spcPct val="90000"/>
              </a:lnSpc>
              <a:spcBef>
                <a:spcPts val="0"/>
              </a:spcBef>
              <a:spcAft>
                <a:spcPts val="0"/>
              </a:spcAft>
              <a:buSzPts val="1400"/>
              <a:buNone/>
              <a:defRPr sz="2200">
                <a:solidFill>
                  <a:schemeClr val="dk1"/>
                </a:solidFill>
              </a:defRPr>
            </a:lvl3pPr>
            <a:lvl4pPr lvl="3" algn="l">
              <a:lnSpc>
                <a:spcPct val="90000"/>
              </a:lnSpc>
              <a:spcBef>
                <a:spcPts val="0"/>
              </a:spcBef>
              <a:spcAft>
                <a:spcPts val="0"/>
              </a:spcAft>
              <a:buSzPts val="1400"/>
              <a:buNone/>
              <a:defRPr sz="2200">
                <a:solidFill>
                  <a:schemeClr val="dk1"/>
                </a:solidFill>
              </a:defRPr>
            </a:lvl4pPr>
            <a:lvl5pPr lvl="4" algn="l">
              <a:lnSpc>
                <a:spcPct val="90000"/>
              </a:lnSpc>
              <a:spcBef>
                <a:spcPts val="0"/>
              </a:spcBef>
              <a:spcAft>
                <a:spcPts val="0"/>
              </a:spcAft>
              <a:buSzPts val="1400"/>
              <a:buNone/>
              <a:defRPr sz="2200">
                <a:solidFill>
                  <a:schemeClr val="dk1"/>
                </a:solidFill>
              </a:defRPr>
            </a:lvl5pPr>
            <a:lvl6pPr lvl="5" algn="l">
              <a:lnSpc>
                <a:spcPct val="90000"/>
              </a:lnSpc>
              <a:spcBef>
                <a:spcPts val="0"/>
              </a:spcBef>
              <a:spcAft>
                <a:spcPts val="0"/>
              </a:spcAft>
              <a:buSzPts val="1400"/>
              <a:buNone/>
              <a:defRPr sz="2200">
                <a:solidFill>
                  <a:schemeClr val="dk1"/>
                </a:solidFill>
              </a:defRPr>
            </a:lvl6pPr>
            <a:lvl7pPr lvl="6" algn="l">
              <a:lnSpc>
                <a:spcPct val="90000"/>
              </a:lnSpc>
              <a:spcBef>
                <a:spcPts val="0"/>
              </a:spcBef>
              <a:spcAft>
                <a:spcPts val="0"/>
              </a:spcAft>
              <a:buSzPts val="1400"/>
              <a:buNone/>
              <a:defRPr sz="2200">
                <a:solidFill>
                  <a:schemeClr val="dk1"/>
                </a:solidFill>
              </a:defRPr>
            </a:lvl7pPr>
            <a:lvl8pPr lvl="7" algn="l">
              <a:lnSpc>
                <a:spcPct val="90000"/>
              </a:lnSpc>
              <a:spcBef>
                <a:spcPts val="0"/>
              </a:spcBef>
              <a:spcAft>
                <a:spcPts val="0"/>
              </a:spcAft>
              <a:buSzPts val="1400"/>
              <a:buNone/>
              <a:defRPr sz="2200">
                <a:solidFill>
                  <a:schemeClr val="dk1"/>
                </a:solidFill>
              </a:defRPr>
            </a:lvl8pPr>
            <a:lvl9pPr lvl="8" algn="l">
              <a:lnSpc>
                <a:spcPct val="90000"/>
              </a:lnSpc>
              <a:spcBef>
                <a:spcPts val="0"/>
              </a:spcBef>
              <a:spcAft>
                <a:spcPts val="0"/>
              </a:spcAft>
              <a:buSzPts val="1400"/>
              <a:buNone/>
              <a:defRPr sz="2200">
                <a:solidFill>
                  <a:schemeClr val="dk1"/>
                </a:solidFill>
              </a:defRPr>
            </a:lvl9pPr>
          </a:lstStyle>
          <a:p/>
        </p:txBody>
      </p:sp>
      <p:sp>
        <p:nvSpPr>
          <p:cNvPr id="230" name="Google Shape;230;p20"/>
          <p:cNvSpPr txBox="1"/>
          <p:nvPr>
            <p:ph idx="8" type="subTitle"/>
          </p:nvPr>
        </p:nvSpPr>
        <p:spPr>
          <a:xfrm>
            <a:off x="361975" y="732775"/>
            <a:ext cx="3860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modules">
  <p:cSld name="CUSTOM">
    <p:bg>
      <p:bgPr>
        <a:solidFill>
          <a:schemeClr val="lt1"/>
        </a:solidFill>
      </p:bgPr>
    </p:bg>
    <p:spTree>
      <p:nvGrpSpPr>
        <p:cNvPr id="231" name="Shape 231"/>
        <p:cNvGrpSpPr/>
        <p:nvPr/>
      </p:nvGrpSpPr>
      <p:grpSpPr>
        <a:xfrm>
          <a:off x="0" y="0"/>
          <a:ext cx="0" cy="0"/>
          <a:chOff x="0" y="0"/>
          <a:chExt cx="0" cy="0"/>
        </a:xfrm>
      </p:grpSpPr>
      <p:sp>
        <p:nvSpPr>
          <p:cNvPr id="232" name="Google Shape;232;p21"/>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233" name="Google Shape;233;p21"/>
          <p:cNvSpPr txBox="1"/>
          <p:nvPr>
            <p:ph type="title"/>
          </p:nvPr>
        </p:nvSpPr>
        <p:spPr>
          <a:xfrm>
            <a:off x="361975" y="988555"/>
            <a:ext cx="38601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2200">
                <a:solidFill>
                  <a:schemeClr val="dk1"/>
                </a:solidFill>
              </a:defRPr>
            </a:lvl1pPr>
            <a:lvl2pPr lvl="1" algn="l">
              <a:lnSpc>
                <a:spcPct val="90000"/>
              </a:lnSpc>
              <a:spcBef>
                <a:spcPts val="0"/>
              </a:spcBef>
              <a:spcAft>
                <a:spcPts val="0"/>
              </a:spcAft>
              <a:buSzPts val="1400"/>
              <a:buNone/>
              <a:defRPr sz="2200">
                <a:solidFill>
                  <a:schemeClr val="dk1"/>
                </a:solidFill>
              </a:defRPr>
            </a:lvl2pPr>
            <a:lvl3pPr lvl="2" algn="l">
              <a:lnSpc>
                <a:spcPct val="90000"/>
              </a:lnSpc>
              <a:spcBef>
                <a:spcPts val="0"/>
              </a:spcBef>
              <a:spcAft>
                <a:spcPts val="0"/>
              </a:spcAft>
              <a:buSzPts val="1400"/>
              <a:buNone/>
              <a:defRPr sz="2200">
                <a:solidFill>
                  <a:schemeClr val="dk1"/>
                </a:solidFill>
              </a:defRPr>
            </a:lvl3pPr>
            <a:lvl4pPr lvl="3" algn="l">
              <a:lnSpc>
                <a:spcPct val="90000"/>
              </a:lnSpc>
              <a:spcBef>
                <a:spcPts val="0"/>
              </a:spcBef>
              <a:spcAft>
                <a:spcPts val="0"/>
              </a:spcAft>
              <a:buSzPts val="1400"/>
              <a:buNone/>
              <a:defRPr sz="2200">
                <a:solidFill>
                  <a:schemeClr val="dk1"/>
                </a:solidFill>
              </a:defRPr>
            </a:lvl4pPr>
            <a:lvl5pPr lvl="4" algn="l">
              <a:lnSpc>
                <a:spcPct val="90000"/>
              </a:lnSpc>
              <a:spcBef>
                <a:spcPts val="0"/>
              </a:spcBef>
              <a:spcAft>
                <a:spcPts val="0"/>
              </a:spcAft>
              <a:buSzPts val="1400"/>
              <a:buNone/>
              <a:defRPr sz="2200">
                <a:solidFill>
                  <a:schemeClr val="dk1"/>
                </a:solidFill>
              </a:defRPr>
            </a:lvl5pPr>
            <a:lvl6pPr lvl="5" algn="l">
              <a:lnSpc>
                <a:spcPct val="90000"/>
              </a:lnSpc>
              <a:spcBef>
                <a:spcPts val="0"/>
              </a:spcBef>
              <a:spcAft>
                <a:spcPts val="0"/>
              </a:spcAft>
              <a:buSzPts val="1400"/>
              <a:buNone/>
              <a:defRPr sz="2200">
                <a:solidFill>
                  <a:schemeClr val="dk1"/>
                </a:solidFill>
              </a:defRPr>
            </a:lvl6pPr>
            <a:lvl7pPr lvl="6" algn="l">
              <a:lnSpc>
                <a:spcPct val="90000"/>
              </a:lnSpc>
              <a:spcBef>
                <a:spcPts val="0"/>
              </a:spcBef>
              <a:spcAft>
                <a:spcPts val="0"/>
              </a:spcAft>
              <a:buSzPts val="1400"/>
              <a:buNone/>
              <a:defRPr sz="2200">
                <a:solidFill>
                  <a:schemeClr val="dk1"/>
                </a:solidFill>
              </a:defRPr>
            </a:lvl7pPr>
            <a:lvl8pPr lvl="7" algn="l">
              <a:lnSpc>
                <a:spcPct val="90000"/>
              </a:lnSpc>
              <a:spcBef>
                <a:spcPts val="0"/>
              </a:spcBef>
              <a:spcAft>
                <a:spcPts val="0"/>
              </a:spcAft>
              <a:buSzPts val="1400"/>
              <a:buNone/>
              <a:defRPr sz="2200">
                <a:solidFill>
                  <a:schemeClr val="dk1"/>
                </a:solidFill>
              </a:defRPr>
            </a:lvl8pPr>
            <a:lvl9pPr lvl="8" algn="l">
              <a:lnSpc>
                <a:spcPct val="90000"/>
              </a:lnSpc>
              <a:spcBef>
                <a:spcPts val="0"/>
              </a:spcBef>
              <a:spcAft>
                <a:spcPts val="0"/>
              </a:spcAft>
              <a:buSzPts val="1400"/>
              <a:buNone/>
              <a:defRPr sz="2200">
                <a:solidFill>
                  <a:schemeClr val="dk1"/>
                </a:solidFill>
              </a:defRPr>
            </a:lvl9pPr>
          </a:lstStyle>
          <a:p/>
        </p:txBody>
      </p:sp>
      <p:sp>
        <p:nvSpPr>
          <p:cNvPr id="234" name="Google Shape;234;p21"/>
          <p:cNvSpPr txBox="1"/>
          <p:nvPr>
            <p:ph idx="2" type="subTitle"/>
          </p:nvPr>
        </p:nvSpPr>
        <p:spPr>
          <a:xfrm>
            <a:off x="361975" y="732775"/>
            <a:ext cx="3860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235" name="Google Shape;235;p21"/>
          <p:cNvSpPr txBox="1"/>
          <p:nvPr>
            <p:ph idx="3" type="body"/>
          </p:nvPr>
        </p:nvSpPr>
        <p:spPr>
          <a:xfrm>
            <a:off x="361975" y="3256513"/>
            <a:ext cx="3860100" cy="1327500"/>
          </a:xfrm>
          <a:prstGeom prst="rect">
            <a:avLst/>
          </a:prstGeom>
          <a:noFill/>
          <a:ln>
            <a:noFill/>
          </a:ln>
        </p:spPr>
        <p:txBody>
          <a:bodyPr anchorCtr="0" anchor="b" bIns="0" lIns="0" spcFirstLastPara="1" rIns="0" wrap="square" tIns="0">
            <a:noAutofit/>
          </a:bodyPr>
          <a:lstStyle>
            <a:lvl1pPr indent="-292100" lvl="0" marL="457200" algn="l">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l">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236" name="Google Shape;236;p21"/>
          <p:cNvSpPr txBox="1"/>
          <p:nvPr>
            <p:ph idx="4" type="title"/>
          </p:nvPr>
        </p:nvSpPr>
        <p:spPr>
          <a:xfrm>
            <a:off x="4800825" y="258072"/>
            <a:ext cx="17622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4200"/>
            </a:lvl1pPr>
            <a:lvl2pPr lvl="1" algn="l">
              <a:lnSpc>
                <a:spcPct val="90000"/>
              </a:lnSpc>
              <a:spcBef>
                <a:spcPts val="0"/>
              </a:spcBef>
              <a:spcAft>
                <a:spcPts val="0"/>
              </a:spcAft>
              <a:buSzPts val="1400"/>
              <a:buNone/>
              <a:defRPr sz="2200"/>
            </a:lvl2pPr>
            <a:lvl3pPr lvl="2" algn="l">
              <a:lnSpc>
                <a:spcPct val="90000"/>
              </a:lnSpc>
              <a:spcBef>
                <a:spcPts val="0"/>
              </a:spcBef>
              <a:spcAft>
                <a:spcPts val="0"/>
              </a:spcAft>
              <a:buSzPts val="1400"/>
              <a:buNone/>
              <a:defRPr sz="2200"/>
            </a:lvl3pPr>
            <a:lvl4pPr lvl="3" algn="l">
              <a:lnSpc>
                <a:spcPct val="90000"/>
              </a:lnSpc>
              <a:spcBef>
                <a:spcPts val="0"/>
              </a:spcBef>
              <a:spcAft>
                <a:spcPts val="0"/>
              </a:spcAft>
              <a:buSzPts val="1400"/>
              <a:buNone/>
              <a:defRPr sz="2200"/>
            </a:lvl4pPr>
            <a:lvl5pPr lvl="4" algn="l">
              <a:lnSpc>
                <a:spcPct val="90000"/>
              </a:lnSpc>
              <a:spcBef>
                <a:spcPts val="0"/>
              </a:spcBef>
              <a:spcAft>
                <a:spcPts val="0"/>
              </a:spcAft>
              <a:buSzPts val="1400"/>
              <a:buNone/>
              <a:defRPr sz="2200"/>
            </a:lvl5pPr>
            <a:lvl6pPr lvl="5" algn="l">
              <a:lnSpc>
                <a:spcPct val="90000"/>
              </a:lnSpc>
              <a:spcBef>
                <a:spcPts val="0"/>
              </a:spcBef>
              <a:spcAft>
                <a:spcPts val="0"/>
              </a:spcAft>
              <a:buSzPts val="1400"/>
              <a:buNone/>
              <a:defRPr sz="2200"/>
            </a:lvl6pPr>
            <a:lvl7pPr lvl="6" algn="l">
              <a:lnSpc>
                <a:spcPct val="90000"/>
              </a:lnSpc>
              <a:spcBef>
                <a:spcPts val="0"/>
              </a:spcBef>
              <a:spcAft>
                <a:spcPts val="0"/>
              </a:spcAft>
              <a:buSzPts val="1400"/>
              <a:buNone/>
              <a:defRPr sz="2200"/>
            </a:lvl7pPr>
            <a:lvl8pPr lvl="7" algn="l">
              <a:lnSpc>
                <a:spcPct val="90000"/>
              </a:lnSpc>
              <a:spcBef>
                <a:spcPts val="0"/>
              </a:spcBef>
              <a:spcAft>
                <a:spcPts val="0"/>
              </a:spcAft>
              <a:buSzPts val="1400"/>
              <a:buNone/>
              <a:defRPr sz="2200"/>
            </a:lvl8pPr>
            <a:lvl9pPr lvl="8" algn="l">
              <a:lnSpc>
                <a:spcPct val="90000"/>
              </a:lnSpc>
              <a:spcBef>
                <a:spcPts val="0"/>
              </a:spcBef>
              <a:spcAft>
                <a:spcPts val="0"/>
              </a:spcAft>
              <a:buSzPts val="1400"/>
              <a:buNone/>
              <a:defRPr sz="2200"/>
            </a:lvl9pPr>
          </a:lstStyle>
          <a:p/>
        </p:txBody>
      </p:sp>
      <p:sp>
        <p:nvSpPr>
          <p:cNvPr id="237" name="Google Shape;237;p21"/>
          <p:cNvSpPr txBox="1"/>
          <p:nvPr>
            <p:ph idx="5" type="title"/>
          </p:nvPr>
        </p:nvSpPr>
        <p:spPr>
          <a:xfrm>
            <a:off x="7094925" y="258072"/>
            <a:ext cx="17622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4200">
                <a:solidFill>
                  <a:schemeClr val="dk1"/>
                </a:solidFill>
              </a:defRPr>
            </a:lvl1pPr>
            <a:lvl2pPr lvl="1" algn="l">
              <a:lnSpc>
                <a:spcPct val="90000"/>
              </a:lnSpc>
              <a:spcBef>
                <a:spcPts val="0"/>
              </a:spcBef>
              <a:spcAft>
                <a:spcPts val="0"/>
              </a:spcAft>
              <a:buSzPts val="1400"/>
              <a:buNone/>
              <a:defRPr sz="2200">
                <a:solidFill>
                  <a:schemeClr val="dk1"/>
                </a:solidFill>
              </a:defRPr>
            </a:lvl2pPr>
            <a:lvl3pPr lvl="2" algn="l">
              <a:lnSpc>
                <a:spcPct val="90000"/>
              </a:lnSpc>
              <a:spcBef>
                <a:spcPts val="0"/>
              </a:spcBef>
              <a:spcAft>
                <a:spcPts val="0"/>
              </a:spcAft>
              <a:buSzPts val="1400"/>
              <a:buNone/>
              <a:defRPr sz="2200">
                <a:solidFill>
                  <a:schemeClr val="dk1"/>
                </a:solidFill>
              </a:defRPr>
            </a:lvl3pPr>
            <a:lvl4pPr lvl="3" algn="l">
              <a:lnSpc>
                <a:spcPct val="90000"/>
              </a:lnSpc>
              <a:spcBef>
                <a:spcPts val="0"/>
              </a:spcBef>
              <a:spcAft>
                <a:spcPts val="0"/>
              </a:spcAft>
              <a:buSzPts val="1400"/>
              <a:buNone/>
              <a:defRPr sz="2200">
                <a:solidFill>
                  <a:schemeClr val="dk1"/>
                </a:solidFill>
              </a:defRPr>
            </a:lvl4pPr>
            <a:lvl5pPr lvl="4" algn="l">
              <a:lnSpc>
                <a:spcPct val="90000"/>
              </a:lnSpc>
              <a:spcBef>
                <a:spcPts val="0"/>
              </a:spcBef>
              <a:spcAft>
                <a:spcPts val="0"/>
              </a:spcAft>
              <a:buSzPts val="1400"/>
              <a:buNone/>
              <a:defRPr sz="2200">
                <a:solidFill>
                  <a:schemeClr val="dk1"/>
                </a:solidFill>
              </a:defRPr>
            </a:lvl5pPr>
            <a:lvl6pPr lvl="5" algn="l">
              <a:lnSpc>
                <a:spcPct val="90000"/>
              </a:lnSpc>
              <a:spcBef>
                <a:spcPts val="0"/>
              </a:spcBef>
              <a:spcAft>
                <a:spcPts val="0"/>
              </a:spcAft>
              <a:buSzPts val="1400"/>
              <a:buNone/>
              <a:defRPr sz="2200">
                <a:solidFill>
                  <a:schemeClr val="dk1"/>
                </a:solidFill>
              </a:defRPr>
            </a:lvl6pPr>
            <a:lvl7pPr lvl="6" algn="l">
              <a:lnSpc>
                <a:spcPct val="90000"/>
              </a:lnSpc>
              <a:spcBef>
                <a:spcPts val="0"/>
              </a:spcBef>
              <a:spcAft>
                <a:spcPts val="0"/>
              </a:spcAft>
              <a:buSzPts val="1400"/>
              <a:buNone/>
              <a:defRPr sz="2200">
                <a:solidFill>
                  <a:schemeClr val="dk1"/>
                </a:solidFill>
              </a:defRPr>
            </a:lvl7pPr>
            <a:lvl8pPr lvl="7" algn="l">
              <a:lnSpc>
                <a:spcPct val="90000"/>
              </a:lnSpc>
              <a:spcBef>
                <a:spcPts val="0"/>
              </a:spcBef>
              <a:spcAft>
                <a:spcPts val="0"/>
              </a:spcAft>
              <a:buSzPts val="1400"/>
              <a:buNone/>
              <a:defRPr sz="2200">
                <a:solidFill>
                  <a:schemeClr val="dk1"/>
                </a:solidFill>
              </a:defRPr>
            </a:lvl8pPr>
            <a:lvl9pPr lvl="8" algn="l">
              <a:lnSpc>
                <a:spcPct val="90000"/>
              </a:lnSpc>
              <a:spcBef>
                <a:spcPts val="0"/>
              </a:spcBef>
              <a:spcAft>
                <a:spcPts val="0"/>
              </a:spcAft>
              <a:buSzPts val="1400"/>
              <a:buNone/>
              <a:defRPr sz="2200">
                <a:solidFill>
                  <a:schemeClr val="dk1"/>
                </a:solidFill>
              </a:defRPr>
            </a:lvl9pPr>
          </a:lstStyle>
          <a:p/>
        </p:txBody>
      </p:sp>
      <p:sp>
        <p:nvSpPr>
          <p:cNvPr id="238" name="Google Shape;238;p21"/>
          <p:cNvSpPr txBox="1"/>
          <p:nvPr>
            <p:ph idx="6" type="title"/>
          </p:nvPr>
        </p:nvSpPr>
        <p:spPr>
          <a:xfrm>
            <a:off x="4800825" y="1698225"/>
            <a:ext cx="17622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4200"/>
            </a:lvl1pPr>
            <a:lvl2pPr lvl="1" algn="l">
              <a:lnSpc>
                <a:spcPct val="90000"/>
              </a:lnSpc>
              <a:spcBef>
                <a:spcPts val="0"/>
              </a:spcBef>
              <a:spcAft>
                <a:spcPts val="0"/>
              </a:spcAft>
              <a:buSzPts val="1400"/>
              <a:buNone/>
              <a:defRPr sz="2200">
                <a:solidFill>
                  <a:schemeClr val="dk1"/>
                </a:solidFill>
              </a:defRPr>
            </a:lvl2pPr>
            <a:lvl3pPr lvl="2" algn="l">
              <a:lnSpc>
                <a:spcPct val="90000"/>
              </a:lnSpc>
              <a:spcBef>
                <a:spcPts val="0"/>
              </a:spcBef>
              <a:spcAft>
                <a:spcPts val="0"/>
              </a:spcAft>
              <a:buSzPts val="1400"/>
              <a:buNone/>
              <a:defRPr sz="2200">
                <a:solidFill>
                  <a:schemeClr val="dk1"/>
                </a:solidFill>
              </a:defRPr>
            </a:lvl3pPr>
            <a:lvl4pPr lvl="3" algn="l">
              <a:lnSpc>
                <a:spcPct val="90000"/>
              </a:lnSpc>
              <a:spcBef>
                <a:spcPts val="0"/>
              </a:spcBef>
              <a:spcAft>
                <a:spcPts val="0"/>
              </a:spcAft>
              <a:buSzPts val="1400"/>
              <a:buNone/>
              <a:defRPr sz="2200">
                <a:solidFill>
                  <a:schemeClr val="dk1"/>
                </a:solidFill>
              </a:defRPr>
            </a:lvl4pPr>
            <a:lvl5pPr lvl="4" algn="l">
              <a:lnSpc>
                <a:spcPct val="90000"/>
              </a:lnSpc>
              <a:spcBef>
                <a:spcPts val="0"/>
              </a:spcBef>
              <a:spcAft>
                <a:spcPts val="0"/>
              </a:spcAft>
              <a:buSzPts val="1400"/>
              <a:buNone/>
              <a:defRPr sz="2200">
                <a:solidFill>
                  <a:schemeClr val="dk1"/>
                </a:solidFill>
              </a:defRPr>
            </a:lvl5pPr>
            <a:lvl6pPr lvl="5" algn="l">
              <a:lnSpc>
                <a:spcPct val="90000"/>
              </a:lnSpc>
              <a:spcBef>
                <a:spcPts val="0"/>
              </a:spcBef>
              <a:spcAft>
                <a:spcPts val="0"/>
              </a:spcAft>
              <a:buSzPts val="1400"/>
              <a:buNone/>
              <a:defRPr sz="2200">
                <a:solidFill>
                  <a:schemeClr val="dk1"/>
                </a:solidFill>
              </a:defRPr>
            </a:lvl6pPr>
            <a:lvl7pPr lvl="6" algn="l">
              <a:lnSpc>
                <a:spcPct val="90000"/>
              </a:lnSpc>
              <a:spcBef>
                <a:spcPts val="0"/>
              </a:spcBef>
              <a:spcAft>
                <a:spcPts val="0"/>
              </a:spcAft>
              <a:buSzPts val="1400"/>
              <a:buNone/>
              <a:defRPr sz="2200">
                <a:solidFill>
                  <a:schemeClr val="dk1"/>
                </a:solidFill>
              </a:defRPr>
            </a:lvl7pPr>
            <a:lvl8pPr lvl="7" algn="l">
              <a:lnSpc>
                <a:spcPct val="90000"/>
              </a:lnSpc>
              <a:spcBef>
                <a:spcPts val="0"/>
              </a:spcBef>
              <a:spcAft>
                <a:spcPts val="0"/>
              </a:spcAft>
              <a:buSzPts val="1400"/>
              <a:buNone/>
              <a:defRPr sz="2200">
                <a:solidFill>
                  <a:schemeClr val="dk1"/>
                </a:solidFill>
              </a:defRPr>
            </a:lvl8pPr>
            <a:lvl9pPr lvl="8" algn="l">
              <a:lnSpc>
                <a:spcPct val="90000"/>
              </a:lnSpc>
              <a:spcBef>
                <a:spcPts val="0"/>
              </a:spcBef>
              <a:spcAft>
                <a:spcPts val="0"/>
              </a:spcAft>
              <a:buSzPts val="1400"/>
              <a:buNone/>
              <a:defRPr sz="2200">
                <a:solidFill>
                  <a:schemeClr val="dk1"/>
                </a:solidFill>
              </a:defRPr>
            </a:lvl9pPr>
          </a:lstStyle>
          <a:p/>
        </p:txBody>
      </p:sp>
      <p:sp>
        <p:nvSpPr>
          <p:cNvPr id="239" name="Google Shape;239;p21"/>
          <p:cNvSpPr txBox="1"/>
          <p:nvPr>
            <p:ph idx="7" type="body"/>
          </p:nvPr>
        </p:nvSpPr>
        <p:spPr>
          <a:xfrm>
            <a:off x="4800825" y="4122308"/>
            <a:ext cx="3975900" cy="461700"/>
          </a:xfrm>
          <a:prstGeom prst="rect">
            <a:avLst/>
          </a:prstGeom>
          <a:noFill/>
          <a:ln>
            <a:noFill/>
          </a:ln>
        </p:spPr>
        <p:txBody>
          <a:bodyPr anchorCtr="0" anchor="b"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a:buChar char="●"/>
              <a:defRPr sz="1000"/>
            </a:lvl1pPr>
            <a:lvl2pPr indent="-292100" lvl="1" marL="914400" algn="l">
              <a:lnSpc>
                <a:spcPct val="115000"/>
              </a:lnSpc>
              <a:spcBef>
                <a:spcPts val="800"/>
              </a:spcBef>
              <a:spcAft>
                <a:spcPts val="0"/>
              </a:spcAft>
              <a:buClr>
                <a:schemeClr val="lt1"/>
              </a:buClr>
              <a:buSzPts val="1000"/>
              <a:buFont typeface="DM Sans"/>
              <a:buChar char="○"/>
              <a:defRPr sz="1000"/>
            </a:lvl2pPr>
            <a:lvl3pPr indent="-292100" lvl="2" marL="1371600" algn="l">
              <a:lnSpc>
                <a:spcPct val="115000"/>
              </a:lnSpc>
              <a:spcBef>
                <a:spcPts val="800"/>
              </a:spcBef>
              <a:spcAft>
                <a:spcPts val="0"/>
              </a:spcAft>
              <a:buClr>
                <a:schemeClr val="lt1"/>
              </a:buClr>
              <a:buSzPts val="1000"/>
              <a:buFont typeface="DM Sans"/>
              <a:buChar char="■"/>
              <a:defRPr sz="1000"/>
            </a:lvl3pPr>
            <a:lvl4pPr indent="-292100" lvl="3" marL="1828800" algn="l">
              <a:lnSpc>
                <a:spcPct val="115000"/>
              </a:lnSpc>
              <a:spcBef>
                <a:spcPts val="800"/>
              </a:spcBef>
              <a:spcAft>
                <a:spcPts val="0"/>
              </a:spcAft>
              <a:buClr>
                <a:schemeClr val="lt1"/>
              </a:buClr>
              <a:buSzPts val="1000"/>
              <a:buFont typeface="DM Sans"/>
              <a:buChar char="●"/>
              <a:defRPr sz="1000"/>
            </a:lvl4pPr>
            <a:lvl5pPr indent="-292100" lvl="4" marL="2286000" algn="l">
              <a:lnSpc>
                <a:spcPct val="115000"/>
              </a:lnSpc>
              <a:spcBef>
                <a:spcPts val="800"/>
              </a:spcBef>
              <a:spcAft>
                <a:spcPts val="0"/>
              </a:spcAft>
              <a:buClr>
                <a:schemeClr val="lt1"/>
              </a:buClr>
              <a:buSzPts val="1000"/>
              <a:buFont typeface="DM Sans"/>
              <a:buChar char="○"/>
              <a:defRPr sz="1000"/>
            </a:lvl5pPr>
            <a:lvl6pPr indent="-292100" lvl="5" marL="2743200" algn="l">
              <a:lnSpc>
                <a:spcPct val="115000"/>
              </a:lnSpc>
              <a:spcBef>
                <a:spcPts val="800"/>
              </a:spcBef>
              <a:spcAft>
                <a:spcPts val="0"/>
              </a:spcAft>
              <a:buClr>
                <a:schemeClr val="lt1"/>
              </a:buClr>
              <a:buSzPts val="1000"/>
              <a:buFont typeface="DM Sans"/>
              <a:buChar char="■"/>
              <a:defRPr sz="1000"/>
            </a:lvl6pPr>
            <a:lvl7pPr indent="-292100" lvl="6" marL="3200400" algn="l">
              <a:lnSpc>
                <a:spcPct val="115000"/>
              </a:lnSpc>
              <a:spcBef>
                <a:spcPts val="800"/>
              </a:spcBef>
              <a:spcAft>
                <a:spcPts val="0"/>
              </a:spcAft>
              <a:buClr>
                <a:schemeClr val="lt1"/>
              </a:buClr>
              <a:buSzPts val="1000"/>
              <a:buFont typeface="DM Sans"/>
              <a:buChar char="●"/>
              <a:defRPr sz="1000"/>
            </a:lvl7pPr>
            <a:lvl8pPr indent="-292100" lvl="7" marL="3657600" algn="l">
              <a:lnSpc>
                <a:spcPct val="115000"/>
              </a:lnSpc>
              <a:spcBef>
                <a:spcPts val="800"/>
              </a:spcBef>
              <a:spcAft>
                <a:spcPts val="0"/>
              </a:spcAft>
              <a:buClr>
                <a:schemeClr val="lt1"/>
              </a:buClr>
              <a:buSzPts val="1000"/>
              <a:buFont typeface="DM Sans"/>
              <a:buChar char="○"/>
              <a:defRPr sz="1000"/>
            </a:lvl8pPr>
            <a:lvl9pPr indent="-292100" lvl="8" marL="4114800" algn="l">
              <a:lnSpc>
                <a:spcPct val="115000"/>
              </a:lnSpc>
              <a:spcBef>
                <a:spcPts val="800"/>
              </a:spcBef>
              <a:spcAft>
                <a:spcPts val="800"/>
              </a:spcAft>
              <a:buClr>
                <a:schemeClr val="lt1"/>
              </a:buClr>
              <a:buSzPts val="1000"/>
              <a:buFont typeface="DM Sans"/>
              <a:buChar char="■"/>
              <a:defRPr sz="1000"/>
            </a:lvl9pPr>
          </a:lstStyle>
          <a:p/>
        </p:txBody>
      </p:sp>
      <p:sp>
        <p:nvSpPr>
          <p:cNvPr id="240" name="Google Shape;240;p21"/>
          <p:cNvSpPr txBox="1"/>
          <p:nvPr>
            <p:ph idx="8" type="title"/>
          </p:nvPr>
        </p:nvSpPr>
        <p:spPr>
          <a:xfrm>
            <a:off x="4800825" y="3215225"/>
            <a:ext cx="3975900" cy="798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6200"/>
            </a:lvl1pPr>
            <a:lvl2pPr lvl="1" algn="l">
              <a:lnSpc>
                <a:spcPct val="100000"/>
              </a:lnSpc>
              <a:spcBef>
                <a:spcPts val="0"/>
              </a:spcBef>
              <a:spcAft>
                <a:spcPts val="0"/>
              </a:spcAft>
              <a:buSzPts val="1400"/>
              <a:buNone/>
              <a:defRPr sz="2200">
                <a:solidFill>
                  <a:schemeClr val="dk1"/>
                </a:solidFill>
              </a:defRPr>
            </a:lvl2pPr>
            <a:lvl3pPr lvl="2" algn="l">
              <a:lnSpc>
                <a:spcPct val="100000"/>
              </a:lnSpc>
              <a:spcBef>
                <a:spcPts val="0"/>
              </a:spcBef>
              <a:spcAft>
                <a:spcPts val="0"/>
              </a:spcAft>
              <a:buSzPts val="1400"/>
              <a:buNone/>
              <a:defRPr sz="2200">
                <a:solidFill>
                  <a:schemeClr val="dk1"/>
                </a:solidFill>
              </a:defRPr>
            </a:lvl3pPr>
            <a:lvl4pPr lvl="3" algn="l">
              <a:lnSpc>
                <a:spcPct val="100000"/>
              </a:lnSpc>
              <a:spcBef>
                <a:spcPts val="0"/>
              </a:spcBef>
              <a:spcAft>
                <a:spcPts val="0"/>
              </a:spcAft>
              <a:buSzPts val="1400"/>
              <a:buNone/>
              <a:defRPr sz="2200">
                <a:solidFill>
                  <a:schemeClr val="dk1"/>
                </a:solidFill>
              </a:defRPr>
            </a:lvl4pPr>
            <a:lvl5pPr lvl="4" algn="l">
              <a:lnSpc>
                <a:spcPct val="100000"/>
              </a:lnSpc>
              <a:spcBef>
                <a:spcPts val="0"/>
              </a:spcBef>
              <a:spcAft>
                <a:spcPts val="0"/>
              </a:spcAft>
              <a:buSzPts val="1400"/>
              <a:buNone/>
              <a:defRPr sz="2200">
                <a:solidFill>
                  <a:schemeClr val="dk1"/>
                </a:solidFill>
              </a:defRPr>
            </a:lvl5pPr>
            <a:lvl6pPr lvl="5" algn="l">
              <a:lnSpc>
                <a:spcPct val="100000"/>
              </a:lnSpc>
              <a:spcBef>
                <a:spcPts val="0"/>
              </a:spcBef>
              <a:spcAft>
                <a:spcPts val="0"/>
              </a:spcAft>
              <a:buSzPts val="1400"/>
              <a:buNone/>
              <a:defRPr sz="2200">
                <a:solidFill>
                  <a:schemeClr val="dk1"/>
                </a:solidFill>
              </a:defRPr>
            </a:lvl6pPr>
            <a:lvl7pPr lvl="6" algn="l">
              <a:lnSpc>
                <a:spcPct val="100000"/>
              </a:lnSpc>
              <a:spcBef>
                <a:spcPts val="0"/>
              </a:spcBef>
              <a:spcAft>
                <a:spcPts val="0"/>
              </a:spcAft>
              <a:buSzPts val="1400"/>
              <a:buNone/>
              <a:defRPr sz="2200">
                <a:solidFill>
                  <a:schemeClr val="dk1"/>
                </a:solidFill>
              </a:defRPr>
            </a:lvl7pPr>
            <a:lvl8pPr lvl="7" algn="l">
              <a:lnSpc>
                <a:spcPct val="100000"/>
              </a:lnSpc>
              <a:spcBef>
                <a:spcPts val="0"/>
              </a:spcBef>
              <a:spcAft>
                <a:spcPts val="0"/>
              </a:spcAft>
              <a:buSzPts val="1400"/>
              <a:buNone/>
              <a:defRPr sz="2200">
                <a:solidFill>
                  <a:schemeClr val="dk1"/>
                </a:solidFill>
              </a:defRPr>
            </a:lvl8pPr>
            <a:lvl9pPr lvl="8" algn="l">
              <a:lnSpc>
                <a:spcPct val="100000"/>
              </a:lnSpc>
              <a:spcBef>
                <a:spcPts val="0"/>
              </a:spcBef>
              <a:spcAft>
                <a:spcPts val="0"/>
              </a:spcAft>
              <a:buSzPts val="1400"/>
              <a:buNone/>
              <a:defRPr sz="2200">
                <a:solidFill>
                  <a:schemeClr val="dk1"/>
                </a:solidFill>
              </a:defRPr>
            </a:lvl9pPr>
          </a:lstStyle>
          <a:p/>
        </p:txBody>
      </p:sp>
      <p:sp>
        <p:nvSpPr>
          <p:cNvPr id="241" name="Google Shape;241;p21"/>
          <p:cNvSpPr txBox="1"/>
          <p:nvPr>
            <p:ph idx="9" type="body"/>
          </p:nvPr>
        </p:nvSpPr>
        <p:spPr>
          <a:xfrm>
            <a:off x="4800825" y="2268700"/>
            <a:ext cx="1762200" cy="461700"/>
          </a:xfrm>
          <a:prstGeom prst="rect">
            <a:avLst/>
          </a:prstGeom>
          <a:noFill/>
          <a:ln>
            <a:noFill/>
          </a:ln>
        </p:spPr>
        <p:txBody>
          <a:bodyPr anchorCtr="0" anchor="b"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15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15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15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15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15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15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15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15000"/>
              </a:lnSpc>
              <a:spcBef>
                <a:spcPts val="800"/>
              </a:spcBef>
              <a:spcAft>
                <a:spcPts val="800"/>
              </a:spcAft>
              <a:buClr>
                <a:schemeClr val="dk1"/>
              </a:buClr>
              <a:buSzPts val="1000"/>
              <a:buFont typeface="DM Sans"/>
              <a:buChar char="■"/>
              <a:defRPr sz="1000">
                <a:solidFill>
                  <a:schemeClr val="dk1"/>
                </a:solidFill>
              </a:defRPr>
            </a:lvl9pPr>
          </a:lstStyle>
          <a:p/>
        </p:txBody>
      </p:sp>
      <p:sp>
        <p:nvSpPr>
          <p:cNvPr id="242" name="Google Shape;242;p21"/>
          <p:cNvSpPr txBox="1"/>
          <p:nvPr>
            <p:ph idx="13" type="body"/>
          </p:nvPr>
        </p:nvSpPr>
        <p:spPr>
          <a:xfrm>
            <a:off x="7115650" y="2268700"/>
            <a:ext cx="1762200" cy="461700"/>
          </a:xfrm>
          <a:prstGeom prst="rect">
            <a:avLst/>
          </a:prstGeom>
          <a:noFill/>
          <a:ln>
            <a:noFill/>
          </a:ln>
        </p:spPr>
        <p:txBody>
          <a:bodyPr anchorCtr="0" anchor="b"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15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15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15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15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15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15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15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15000"/>
              </a:lnSpc>
              <a:spcBef>
                <a:spcPts val="800"/>
              </a:spcBef>
              <a:spcAft>
                <a:spcPts val="800"/>
              </a:spcAft>
              <a:buClr>
                <a:schemeClr val="dk1"/>
              </a:buClr>
              <a:buSzPts val="1000"/>
              <a:buFont typeface="DM Sans"/>
              <a:buChar char="■"/>
              <a:defRPr sz="1000">
                <a:solidFill>
                  <a:schemeClr val="dk1"/>
                </a:solidFill>
              </a:defRPr>
            </a:lvl9pPr>
          </a:lstStyle>
          <a:p/>
        </p:txBody>
      </p:sp>
      <p:sp>
        <p:nvSpPr>
          <p:cNvPr id="243" name="Google Shape;243;p21"/>
          <p:cNvSpPr txBox="1"/>
          <p:nvPr>
            <p:ph idx="14" type="body"/>
          </p:nvPr>
        </p:nvSpPr>
        <p:spPr>
          <a:xfrm>
            <a:off x="4800825" y="860100"/>
            <a:ext cx="1762200" cy="461700"/>
          </a:xfrm>
          <a:prstGeom prst="rect">
            <a:avLst/>
          </a:prstGeom>
          <a:noFill/>
          <a:ln>
            <a:noFill/>
          </a:ln>
        </p:spPr>
        <p:txBody>
          <a:bodyPr anchorCtr="0" anchor="b"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a:buChar char="●"/>
              <a:defRPr sz="1000"/>
            </a:lvl1pPr>
            <a:lvl2pPr indent="-292100" lvl="1" marL="914400" algn="l">
              <a:lnSpc>
                <a:spcPct val="115000"/>
              </a:lnSpc>
              <a:spcBef>
                <a:spcPts val="800"/>
              </a:spcBef>
              <a:spcAft>
                <a:spcPts val="0"/>
              </a:spcAft>
              <a:buClr>
                <a:schemeClr val="lt1"/>
              </a:buClr>
              <a:buSzPts val="1000"/>
              <a:buFont typeface="DM Sans"/>
              <a:buChar char="○"/>
              <a:defRPr sz="1000"/>
            </a:lvl2pPr>
            <a:lvl3pPr indent="-292100" lvl="2" marL="1371600" algn="l">
              <a:lnSpc>
                <a:spcPct val="115000"/>
              </a:lnSpc>
              <a:spcBef>
                <a:spcPts val="800"/>
              </a:spcBef>
              <a:spcAft>
                <a:spcPts val="0"/>
              </a:spcAft>
              <a:buClr>
                <a:schemeClr val="lt1"/>
              </a:buClr>
              <a:buSzPts val="1000"/>
              <a:buFont typeface="DM Sans"/>
              <a:buChar char="■"/>
              <a:defRPr sz="1000"/>
            </a:lvl3pPr>
            <a:lvl4pPr indent="-292100" lvl="3" marL="1828800" algn="l">
              <a:lnSpc>
                <a:spcPct val="115000"/>
              </a:lnSpc>
              <a:spcBef>
                <a:spcPts val="800"/>
              </a:spcBef>
              <a:spcAft>
                <a:spcPts val="0"/>
              </a:spcAft>
              <a:buClr>
                <a:schemeClr val="lt1"/>
              </a:buClr>
              <a:buSzPts val="1000"/>
              <a:buFont typeface="DM Sans"/>
              <a:buChar char="●"/>
              <a:defRPr sz="1000"/>
            </a:lvl4pPr>
            <a:lvl5pPr indent="-292100" lvl="4" marL="2286000" algn="l">
              <a:lnSpc>
                <a:spcPct val="115000"/>
              </a:lnSpc>
              <a:spcBef>
                <a:spcPts val="800"/>
              </a:spcBef>
              <a:spcAft>
                <a:spcPts val="0"/>
              </a:spcAft>
              <a:buClr>
                <a:schemeClr val="lt1"/>
              </a:buClr>
              <a:buSzPts val="1000"/>
              <a:buFont typeface="DM Sans"/>
              <a:buChar char="○"/>
              <a:defRPr sz="1000"/>
            </a:lvl5pPr>
            <a:lvl6pPr indent="-292100" lvl="5" marL="2743200" algn="l">
              <a:lnSpc>
                <a:spcPct val="115000"/>
              </a:lnSpc>
              <a:spcBef>
                <a:spcPts val="800"/>
              </a:spcBef>
              <a:spcAft>
                <a:spcPts val="0"/>
              </a:spcAft>
              <a:buClr>
                <a:schemeClr val="lt1"/>
              </a:buClr>
              <a:buSzPts val="1000"/>
              <a:buFont typeface="DM Sans"/>
              <a:buChar char="■"/>
              <a:defRPr sz="1000"/>
            </a:lvl6pPr>
            <a:lvl7pPr indent="-292100" lvl="6" marL="3200400" algn="l">
              <a:lnSpc>
                <a:spcPct val="115000"/>
              </a:lnSpc>
              <a:spcBef>
                <a:spcPts val="800"/>
              </a:spcBef>
              <a:spcAft>
                <a:spcPts val="0"/>
              </a:spcAft>
              <a:buClr>
                <a:schemeClr val="lt1"/>
              </a:buClr>
              <a:buSzPts val="1000"/>
              <a:buFont typeface="DM Sans"/>
              <a:buChar char="●"/>
              <a:defRPr sz="1000"/>
            </a:lvl7pPr>
            <a:lvl8pPr indent="-292100" lvl="7" marL="3657600" algn="l">
              <a:lnSpc>
                <a:spcPct val="115000"/>
              </a:lnSpc>
              <a:spcBef>
                <a:spcPts val="800"/>
              </a:spcBef>
              <a:spcAft>
                <a:spcPts val="0"/>
              </a:spcAft>
              <a:buClr>
                <a:schemeClr val="lt1"/>
              </a:buClr>
              <a:buSzPts val="1000"/>
              <a:buFont typeface="DM Sans"/>
              <a:buChar char="○"/>
              <a:defRPr sz="1000"/>
            </a:lvl8pPr>
            <a:lvl9pPr indent="-292100" lvl="8" marL="4114800" algn="l">
              <a:lnSpc>
                <a:spcPct val="115000"/>
              </a:lnSpc>
              <a:spcBef>
                <a:spcPts val="800"/>
              </a:spcBef>
              <a:spcAft>
                <a:spcPts val="800"/>
              </a:spcAft>
              <a:buClr>
                <a:schemeClr val="lt1"/>
              </a:buClr>
              <a:buSzPts val="1000"/>
              <a:buFont typeface="DM Sans"/>
              <a:buChar char="■"/>
              <a:defRPr sz="10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only">
  <p:cSld name="BLANK_1_1_1_1">
    <p:spTree>
      <p:nvGrpSpPr>
        <p:cNvPr id="244" name="Shape 244"/>
        <p:cNvGrpSpPr/>
        <p:nvPr/>
      </p:nvGrpSpPr>
      <p:grpSpPr>
        <a:xfrm>
          <a:off x="0" y="0"/>
          <a:ext cx="0" cy="0"/>
          <a:chOff x="0" y="0"/>
          <a:chExt cx="0" cy="0"/>
        </a:xfrm>
      </p:grpSpPr>
      <p:sp>
        <p:nvSpPr>
          <p:cNvPr id="245" name="Google Shape;245;p22"/>
          <p:cNvSpPr txBox="1"/>
          <p:nvPr>
            <p:ph type="title"/>
          </p:nvPr>
        </p:nvSpPr>
        <p:spPr>
          <a:xfrm>
            <a:off x="361975" y="957403"/>
            <a:ext cx="5627400" cy="5877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30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46" name="Google Shape;246;p2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47" name="Google Shape;247;p22"/>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Font typeface="DM Sans"/>
              <a:buNone/>
              <a:defRPr>
                <a:latin typeface="DM Sans"/>
                <a:ea typeface="DM Sans"/>
                <a:cs typeface="DM Sans"/>
                <a:sym typeface="DM Sans"/>
              </a:defRPr>
            </a:lvl2pPr>
            <a:lvl3pPr lvl="2" algn="l">
              <a:lnSpc>
                <a:spcPct val="115000"/>
              </a:lnSpc>
              <a:spcBef>
                <a:spcPts val="0"/>
              </a:spcBef>
              <a:spcAft>
                <a:spcPts val="0"/>
              </a:spcAft>
              <a:buSzPts val="1400"/>
              <a:buFont typeface="DM Sans"/>
              <a:buNone/>
              <a:defRPr>
                <a:latin typeface="DM Sans"/>
                <a:ea typeface="DM Sans"/>
                <a:cs typeface="DM Sans"/>
                <a:sym typeface="DM Sans"/>
              </a:defRPr>
            </a:lvl3pPr>
            <a:lvl4pPr lvl="3" algn="l">
              <a:lnSpc>
                <a:spcPct val="115000"/>
              </a:lnSpc>
              <a:spcBef>
                <a:spcPts val="0"/>
              </a:spcBef>
              <a:spcAft>
                <a:spcPts val="0"/>
              </a:spcAft>
              <a:buSzPts val="1400"/>
              <a:buFont typeface="DM Sans"/>
              <a:buNone/>
              <a:defRPr>
                <a:latin typeface="DM Sans"/>
                <a:ea typeface="DM Sans"/>
                <a:cs typeface="DM Sans"/>
                <a:sym typeface="DM Sans"/>
              </a:defRPr>
            </a:lvl4pPr>
            <a:lvl5pPr lvl="4" algn="l">
              <a:lnSpc>
                <a:spcPct val="115000"/>
              </a:lnSpc>
              <a:spcBef>
                <a:spcPts val="0"/>
              </a:spcBef>
              <a:spcAft>
                <a:spcPts val="0"/>
              </a:spcAft>
              <a:buSzPts val="1400"/>
              <a:buFont typeface="DM Sans"/>
              <a:buNone/>
              <a:defRPr>
                <a:latin typeface="DM Sans"/>
                <a:ea typeface="DM Sans"/>
                <a:cs typeface="DM Sans"/>
                <a:sym typeface="DM Sans"/>
              </a:defRPr>
            </a:lvl5pPr>
            <a:lvl6pPr lvl="5" algn="l">
              <a:lnSpc>
                <a:spcPct val="115000"/>
              </a:lnSpc>
              <a:spcBef>
                <a:spcPts val="0"/>
              </a:spcBef>
              <a:spcAft>
                <a:spcPts val="0"/>
              </a:spcAft>
              <a:buSzPts val="1400"/>
              <a:buFont typeface="DM Sans"/>
              <a:buNone/>
              <a:defRPr>
                <a:latin typeface="DM Sans"/>
                <a:ea typeface="DM Sans"/>
                <a:cs typeface="DM Sans"/>
                <a:sym typeface="DM Sans"/>
              </a:defRPr>
            </a:lvl6pPr>
            <a:lvl7pPr lvl="6" algn="l">
              <a:lnSpc>
                <a:spcPct val="115000"/>
              </a:lnSpc>
              <a:spcBef>
                <a:spcPts val="0"/>
              </a:spcBef>
              <a:spcAft>
                <a:spcPts val="0"/>
              </a:spcAft>
              <a:buSzPts val="1400"/>
              <a:buFont typeface="DM Sans"/>
              <a:buNone/>
              <a:defRPr>
                <a:latin typeface="DM Sans"/>
                <a:ea typeface="DM Sans"/>
                <a:cs typeface="DM Sans"/>
                <a:sym typeface="DM Sans"/>
              </a:defRPr>
            </a:lvl7pPr>
            <a:lvl8pPr lvl="7" algn="l">
              <a:lnSpc>
                <a:spcPct val="115000"/>
              </a:lnSpc>
              <a:spcBef>
                <a:spcPts val="0"/>
              </a:spcBef>
              <a:spcAft>
                <a:spcPts val="0"/>
              </a:spcAft>
              <a:buSzPts val="1400"/>
              <a:buFont typeface="DM Sans"/>
              <a:buNone/>
              <a:defRPr>
                <a:latin typeface="DM Sans"/>
                <a:ea typeface="DM Sans"/>
                <a:cs typeface="DM Sans"/>
                <a:sym typeface="DM Sans"/>
              </a:defRPr>
            </a:lvl8pPr>
            <a:lvl9pPr lvl="8" algn="l">
              <a:lnSpc>
                <a:spcPct val="115000"/>
              </a:lnSpc>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BLANK_1_1_1_1_3">
    <p:spTree>
      <p:nvGrpSpPr>
        <p:cNvPr id="248" name="Shape 248"/>
        <p:cNvGrpSpPr/>
        <p:nvPr/>
      </p:nvGrpSpPr>
      <p:grpSpPr>
        <a:xfrm>
          <a:off x="0" y="0"/>
          <a:ext cx="0" cy="0"/>
          <a:chOff x="0" y="0"/>
          <a:chExt cx="0" cy="0"/>
        </a:xfrm>
      </p:grpSpPr>
      <p:sp>
        <p:nvSpPr>
          <p:cNvPr id="249" name="Google Shape;249;p23"/>
          <p:cNvSpPr txBox="1"/>
          <p:nvPr>
            <p:ph type="title"/>
          </p:nvPr>
        </p:nvSpPr>
        <p:spPr>
          <a:xfrm>
            <a:off x="361975" y="957403"/>
            <a:ext cx="5627400" cy="5877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30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50" name="Google Shape;250;p2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51" name="Google Shape;251;p23"/>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Font typeface="DM Sans"/>
              <a:buNone/>
              <a:defRPr>
                <a:latin typeface="DM Sans"/>
                <a:ea typeface="DM Sans"/>
                <a:cs typeface="DM Sans"/>
                <a:sym typeface="DM Sans"/>
              </a:defRPr>
            </a:lvl2pPr>
            <a:lvl3pPr lvl="2" algn="l">
              <a:lnSpc>
                <a:spcPct val="115000"/>
              </a:lnSpc>
              <a:spcBef>
                <a:spcPts val="0"/>
              </a:spcBef>
              <a:spcAft>
                <a:spcPts val="0"/>
              </a:spcAft>
              <a:buSzPts val="1400"/>
              <a:buFont typeface="DM Sans"/>
              <a:buNone/>
              <a:defRPr>
                <a:latin typeface="DM Sans"/>
                <a:ea typeface="DM Sans"/>
                <a:cs typeface="DM Sans"/>
                <a:sym typeface="DM Sans"/>
              </a:defRPr>
            </a:lvl3pPr>
            <a:lvl4pPr lvl="3" algn="l">
              <a:lnSpc>
                <a:spcPct val="115000"/>
              </a:lnSpc>
              <a:spcBef>
                <a:spcPts val="0"/>
              </a:spcBef>
              <a:spcAft>
                <a:spcPts val="0"/>
              </a:spcAft>
              <a:buSzPts val="1400"/>
              <a:buFont typeface="DM Sans"/>
              <a:buNone/>
              <a:defRPr>
                <a:latin typeface="DM Sans"/>
                <a:ea typeface="DM Sans"/>
                <a:cs typeface="DM Sans"/>
                <a:sym typeface="DM Sans"/>
              </a:defRPr>
            </a:lvl4pPr>
            <a:lvl5pPr lvl="4" algn="l">
              <a:lnSpc>
                <a:spcPct val="115000"/>
              </a:lnSpc>
              <a:spcBef>
                <a:spcPts val="0"/>
              </a:spcBef>
              <a:spcAft>
                <a:spcPts val="0"/>
              </a:spcAft>
              <a:buSzPts val="1400"/>
              <a:buFont typeface="DM Sans"/>
              <a:buNone/>
              <a:defRPr>
                <a:latin typeface="DM Sans"/>
                <a:ea typeface="DM Sans"/>
                <a:cs typeface="DM Sans"/>
                <a:sym typeface="DM Sans"/>
              </a:defRPr>
            </a:lvl5pPr>
            <a:lvl6pPr lvl="5" algn="l">
              <a:lnSpc>
                <a:spcPct val="115000"/>
              </a:lnSpc>
              <a:spcBef>
                <a:spcPts val="0"/>
              </a:spcBef>
              <a:spcAft>
                <a:spcPts val="0"/>
              </a:spcAft>
              <a:buSzPts val="1400"/>
              <a:buFont typeface="DM Sans"/>
              <a:buNone/>
              <a:defRPr>
                <a:latin typeface="DM Sans"/>
                <a:ea typeface="DM Sans"/>
                <a:cs typeface="DM Sans"/>
                <a:sym typeface="DM Sans"/>
              </a:defRPr>
            </a:lvl6pPr>
            <a:lvl7pPr lvl="6" algn="l">
              <a:lnSpc>
                <a:spcPct val="115000"/>
              </a:lnSpc>
              <a:spcBef>
                <a:spcPts val="0"/>
              </a:spcBef>
              <a:spcAft>
                <a:spcPts val="0"/>
              </a:spcAft>
              <a:buSzPts val="1400"/>
              <a:buFont typeface="DM Sans"/>
              <a:buNone/>
              <a:defRPr>
                <a:latin typeface="DM Sans"/>
                <a:ea typeface="DM Sans"/>
                <a:cs typeface="DM Sans"/>
                <a:sym typeface="DM Sans"/>
              </a:defRPr>
            </a:lvl7pPr>
            <a:lvl8pPr lvl="7" algn="l">
              <a:lnSpc>
                <a:spcPct val="115000"/>
              </a:lnSpc>
              <a:spcBef>
                <a:spcPts val="0"/>
              </a:spcBef>
              <a:spcAft>
                <a:spcPts val="0"/>
              </a:spcAft>
              <a:buSzPts val="1400"/>
              <a:buFont typeface="DM Sans"/>
              <a:buNone/>
              <a:defRPr>
                <a:latin typeface="DM Sans"/>
                <a:ea typeface="DM Sans"/>
                <a:cs typeface="DM Sans"/>
                <a:sym typeface="DM Sans"/>
              </a:defRPr>
            </a:lvl8pPr>
            <a:lvl9pPr lvl="8" algn="l">
              <a:lnSpc>
                <a:spcPct val="115000"/>
              </a:lnSpc>
              <a:spcBef>
                <a:spcPts val="0"/>
              </a:spcBef>
              <a:spcAft>
                <a:spcPts val="0"/>
              </a:spcAft>
              <a:buSzPts val="1400"/>
              <a:buFont typeface="DM Sans"/>
              <a:buNone/>
              <a:defRPr>
                <a:latin typeface="DM Sans"/>
                <a:ea typeface="DM Sans"/>
                <a:cs typeface="DM Sans"/>
                <a:sym typeface="DM Sans"/>
              </a:defRPr>
            </a:lvl9pPr>
          </a:lstStyle>
          <a:p/>
        </p:txBody>
      </p:sp>
      <p:sp>
        <p:nvSpPr>
          <p:cNvPr id="252" name="Google Shape;252;p23"/>
          <p:cNvSpPr txBox="1"/>
          <p:nvPr>
            <p:ph idx="2" type="subTitle"/>
          </p:nvPr>
        </p:nvSpPr>
        <p:spPr>
          <a:xfrm>
            <a:off x="362125" y="1853425"/>
            <a:ext cx="2061600" cy="237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53" name="Google Shape;253;p23"/>
          <p:cNvSpPr txBox="1"/>
          <p:nvPr>
            <p:ph idx="3" type="subTitle"/>
          </p:nvPr>
        </p:nvSpPr>
        <p:spPr>
          <a:xfrm>
            <a:off x="3154650" y="1853425"/>
            <a:ext cx="2061600" cy="237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54" name="Google Shape;254;p23"/>
          <p:cNvSpPr txBox="1"/>
          <p:nvPr>
            <p:ph idx="4" type="subTitle"/>
          </p:nvPr>
        </p:nvSpPr>
        <p:spPr>
          <a:xfrm>
            <a:off x="6216650" y="1853425"/>
            <a:ext cx="2061600" cy="237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55" name="Google Shape;255;p23"/>
          <p:cNvSpPr txBox="1"/>
          <p:nvPr>
            <p:ph idx="5" type="subTitle"/>
          </p:nvPr>
        </p:nvSpPr>
        <p:spPr>
          <a:xfrm>
            <a:off x="362125" y="2206700"/>
            <a:ext cx="2575800" cy="12483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2pPr>
            <a:lvl3pPr lvl="2"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3pPr>
            <a:lvl4pPr lvl="3"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4pPr>
            <a:lvl5pPr lvl="4"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5pPr>
            <a:lvl6pPr lvl="5"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6pPr>
            <a:lvl7pPr lvl="6"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7pPr>
            <a:lvl8pPr lvl="7"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8pPr>
            <a:lvl9pPr lvl="8"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modules">
  <p:cSld name="CUSTOM_1">
    <p:bg>
      <p:bgPr>
        <a:solidFill>
          <a:schemeClr val="lt1"/>
        </a:solidFill>
      </p:bgPr>
    </p:bg>
    <p:spTree>
      <p:nvGrpSpPr>
        <p:cNvPr id="256" name="Shape 256"/>
        <p:cNvGrpSpPr/>
        <p:nvPr/>
      </p:nvGrpSpPr>
      <p:grpSpPr>
        <a:xfrm>
          <a:off x="0" y="0"/>
          <a:ext cx="0" cy="0"/>
          <a:chOff x="0" y="0"/>
          <a:chExt cx="0" cy="0"/>
        </a:xfrm>
      </p:grpSpPr>
      <p:sp>
        <p:nvSpPr>
          <p:cNvPr id="257" name="Google Shape;257;p24"/>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258" name="Google Shape;258;p24"/>
          <p:cNvSpPr txBox="1"/>
          <p:nvPr>
            <p:ph type="title"/>
          </p:nvPr>
        </p:nvSpPr>
        <p:spPr>
          <a:xfrm>
            <a:off x="361975" y="988555"/>
            <a:ext cx="38601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2200">
                <a:solidFill>
                  <a:schemeClr val="dk1"/>
                </a:solidFill>
              </a:defRPr>
            </a:lvl1pPr>
            <a:lvl2pPr lvl="1" algn="l">
              <a:lnSpc>
                <a:spcPct val="90000"/>
              </a:lnSpc>
              <a:spcBef>
                <a:spcPts val="0"/>
              </a:spcBef>
              <a:spcAft>
                <a:spcPts val="0"/>
              </a:spcAft>
              <a:buSzPts val="1400"/>
              <a:buNone/>
              <a:defRPr sz="2200">
                <a:solidFill>
                  <a:schemeClr val="dk1"/>
                </a:solidFill>
              </a:defRPr>
            </a:lvl2pPr>
            <a:lvl3pPr lvl="2" algn="l">
              <a:lnSpc>
                <a:spcPct val="90000"/>
              </a:lnSpc>
              <a:spcBef>
                <a:spcPts val="0"/>
              </a:spcBef>
              <a:spcAft>
                <a:spcPts val="0"/>
              </a:spcAft>
              <a:buSzPts val="1400"/>
              <a:buNone/>
              <a:defRPr sz="2200">
                <a:solidFill>
                  <a:schemeClr val="dk1"/>
                </a:solidFill>
              </a:defRPr>
            </a:lvl3pPr>
            <a:lvl4pPr lvl="3" algn="l">
              <a:lnSpc>
                <a:spcPct val="90000"/>
              </a:lnSpc>
              <a:spcBef>
                <a:spcPts val="0"/>
              </a:spcBef>
              <a:spcAft>
                <a:spcPts val="0"/>
              </a:spcAft>
              <a:buSzPts val="1400"/>
              <a:buNone/>
              <a:defRPr sz="2200">
                <a:solidFill>
                  <a:schemeClr val="dk1"/>
                </a:solidFill>
              </a:defRPr>
            </a:lvl4pPr>
            <a:lvl5pPr lvl="4" algn="l">
              <a:lnSpc>
                <a:spcPct val="90000"/>
              </a:lnSpc>
              <a:spcBef>
                <a:spcPts val="0"/>
              </a:spcBef>
              <a:spcAft>
                <a:spcPts val="0"/>
              </a:spcAft>
              <a:buSzPts val="1400"/>
              <a:buNone/>
              <a:defRPr sz="2200">
                <a:solidFill>
                  <a:schemeClr val="dk1"/>
                </a:solidFill>
              </a:defRPr>
            </a:lvl5pPr>
            <a:lvl6pPr lvl="5" algn="l">
              <a:lnSpc>
                <a:spcPct val="90000"/>
              </a:lnSpc>
              <a:spcBef>
                <a:spcPts val="0"/>
              </a:spcBef>
              <a:spcAft>
                <a:spcPts val="0"/>
              </a:spcAft>
              <a:buSzPts val="1400"/>
              <a:buNone/>
              <a:defRPr sz="2200">
                <a:solidFill>
                  <a:schemeClr val="dk1"/>
                </a:solidFill>
              </a:defRPr>
            </a:lvl6pPr>
            <a:lvl7pPr lvl="6" algn="l">
              <a:lnSpc>
                <a:spcPct val="90000"/>
              </a:lnSpc>
              <a:spcBef>
                <a:spcPts val="0"/>
              </a:spcBef>
              <a:spcAft>
                <a:spcPts val="0"/>
              </a:spcAft>
              <a:buSzPts val="1400"/>
              <a:buNone/>
              <a:defRPr sz="2200">
                <a:solidFill>
                  <a:schemeClr val="dk1"/>
                </a:solidFill>
              </a:defRPr>
            </a:lvl7pPr>
            <a:lvl8pPr lvl="7" algn="l">
              <a:lnSpc>
                <a:spcPct val="90000"/>
              </a:lnSpc>
              <a:spcBef>
                <a:spcPts val="0"/>
              </a:spcBef>
              <a:spcAft>
                <a:spcPts val="0"/>
              </a:spcAft>
              <a:buSzPts val="1400"/>
              <a:buNone/>
              <a:defRPr sz="2200">
                <a:solidFill>
                  <a:schemeClr val="dk1"/>
                </a:solidFill>
              </a:defRPr>
            </a:lvl8pPr>
            <a:lvl9pPr lvl="8" algn="l">
              <a:lnSpc>
                <a:spcPct val="90000"/>
              </a:lnSpc>
              <a:spcBef>
                <a:spcPts val="0"/>
              </a:spcBef>
              <a:spcAft>
                <a:spcPts val="0"/>
              </a:spcAft>
              <a:buSzPts val="1400"/>
              <a:buNone/>
              <a:defRPr sz="2200">
                <a:solidFill>
                  <a:schemeClr val="dk1"/>
                </a:solidFill>
              </a:defRPr>
            </a:lvl9pPr>
          </a:lstStyle>
          <a:p/>
        </p:txBody>
      </p:sp>
      <p:sp>
        <p:nvSpPr>
          <p:cNvPr id="259" name="Google Shape;259;p24"/>
          <p:cNvSpPr txBox="1"/>
          <p:nvPr>
            <p:ph idx="2" type="subTitle"/>
          </p:nvPr>
        </p:nvSpPr>
        <p:spPr>
          <a:xfrm>
            <a:off x="361975" y="732775"/>
            <a:ext cx="3860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260" name="Google Shape;260;p24"/>
          <p:cNvSpPr txBox="1"/>
          <p:nvPr>
            <p:ph idx="3" type="body"/>
          </p:nvPr>
        </p:nvSpPr>
        <p:spPr>
          <a:xfrm>
            <a:off x="4800825" y="3665600"/>
            <a:ext cx="3975900" cy="11142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15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15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15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15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15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15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15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15000"/>
              </a:lnSpc>
              <a:spcBef>
                <a:spcPts val="800"/>
              </a:spcBef>
              <a:spcAft>
                <a:spcPts val="800"/>
              </a:spcAft>
              <a:buClr>
                <a:schemeClr val="dk1"/>
              </a:buClr>
              <a:buSzPts val="1000"/>
              <a:buFont typeface="DM Sans"/>
              <a:buChar char="■"/>
              <a:defRPr sz="1000">
                <a:solidFill>
                  <a:schemeClr val="dk1"/>
                </a:solidFill>
              </a:defRPr>
            </a:lvl9pPr>
          </a:lstStyle>
          <a:p/>
        </p:txBody>
      </p:sp>
      <p:sp>
        <p:nvSpPr>
          <p:cNvPr id="261" name="Google Shape;261;p24"/>
          <p:cNvSpPr txBox="1"/>
          <p:nvPr>
            <p:ph idx="4" type="subTitle"/>
          </p:nvPr>
        </p:nvSpPr>
        <p:spPr>
          <a:xfrm>
            <a:off x="4800825" y="3285232"/>
            <a:ext cx="3975900" cy="1878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1"/>
              </a:buClr>
              <a:buSzPts val="1200"/>
              <a:buNone/>
              <a:defRPr sz="1200">
                <a:solidFill>
                  <a:schemeClr val="dk1"/>
                </a:solidFill>
              </a:defRPr>
            </a:lvl1pPr>
            <a:lvl2pPr lvl="1" algn="l">
              <a:lnSpc>
                <a:spcPct val="115000"/>
              </a:lnSpc>
              <a:spcBef>
                <a:spcPts val="0"/>
              </a:spcBef>
              <a:spcAft>
                <a:spcPts val="0"/>
              </a:spcAft>
              <a:buClr>
                <a:schemeClr val="dk1"/>
              </a:buClr>
              <a:buSzPts val="1200"/>
              <a:buNone/>
              <a:defRPr sz="1200">
                <a:solidFill>
                  <a:schemeClr val="dk1"/>
                </a:solidFill>
              </a:defRPr>
            </a:lvl2pPr>
            <a:lvl3pPr lvl="2" algn="l">
              <a:lnSpc>
                <a:spcPct val="115000"/>
              </a:lnSpc>
              <a:spcBef>
                <a:spcPts val="0"/>
              </a:spcBef>
              <a:spcAft>
                <a:spcPts val="0"/>
              </a:spcAft>
              <a:buClr>
                <a:schemeClr val="dk1"/>
              </a:buClr>
              <a:buSzPts val="1200"/>
              <a:buNone/>
              <a:defRPr sz="1200">
                <a:solidFill>
                  <a:schemeClr val="dk1"/>
                </a:solidFill>
              </a:defRPr>
            </a:lvl3pPr>
            <a:lvl4pPr lvl="3" algn="l">
              <a:lnSpc>
                <a:spcPct val="115000"/>
              </a:lnSpc>
              <a:spcBef>
                <a:spcPts val="0"/>
              </a:spcBef>
              <a:spcAft>
                <a:spcPts val="0"/>
              </a:spcAft>
              <a:buClr>
                <a:schemeClr val="dk1"/>
              </a:buClr>
              <a:buSzPts val="1200"/>
              <a:buNone/>
              <a:defRPr sz="1200">
                <a:solidFill>
                  <a:schemeClr val="dk1"/>
                </a:solidFill>
              </a:defRPr>
            </a:lvl4pPr>
            <a:lvl5pPr lvl="4" algn="l">
              <a:lnSpc>
                <a:spcPct val="115000"/>
              </a:lnSpc>
              <a:spcBef>
                <a:spcPts val="0"/>
              </a:spcBef>
              <a:spcAft>
                <a:spcPts val="0"/>
              </a:spcAft>
              <a:buClr>
                <a:schemeClr val="dk1"/>
              </a:buClr>
              <a:buSzPts val="1200"/>
              <a:buNone/>
              <a:defRPr sz="1200">
                <a:solidFill>
                  <a:schemeClr val="dk1"/>
                </a:solidFill>
              </a:defRPr>
            </a:lvl5pPr>
            <a:lvl6pPr lvl="5" algn="l">
              <a:lnSpc>
                <a:spcPct val="115000"/>
              </a:lnSpc>
              <a:spcBef>
                <a:spcPts val="0"/>
              </a:spcBef>
              <a:spcAft>
                <a:spcPts val="0"/>
              </a:spcAft>
              <a:buClr>
                <a:schemeClr val="dk1"/>
              </a:buClr>
              <a:buSzPts val="1200"/>
              <a:buNone/>
              <a:defRPr sz="1200">
                <a:solidFill>
                  <a:schemeClr val="dk1"/>
                </a:solidFill>
              </a:defRPr>
            </a:lvl6pPr>
            <a:lvl7pPr lvl="6" algn="l">
              <a:lnSpc>
                <a:spcPct val="115000"/>
              </a:lnSpc>
              <a:spcBef>
                <a:spcPts val="0"/>
              </a:spcBef>
              <a:spcAft>
                <a:spcPts val="0"/>
              </a:spcAft>
              <a:buClr>
                <a:schemeClr val="dk1"/>
              </a:buClr>
              <a:buSzPts val="1200"/>
              <a:buNone/>
              <a:defRPr sz="1200">
                <a:solidFill>
                  <a:schemeClr val="dk1"/>
                </a:solidFill>
              </a:defRPr>
            </a:lvl7pPr>
            <a:lvl8pPr lvl="7" algn="l">
              <a:lnSpc>
                <a:spcPct val="115000"/>
              </a:lnSpc>
              <a:spcBef>
                <a:spcPts val="0"/>
              </a:spcBef>
              <a:spcAft>
                <a:spcPts val="0"/>
              </a:spcAft>
              <a:buClr>
                <a:schemeClr val="dk1"/>
              </a:buClr>
              <a:buSzPts val="1200"/>
              <a:buNone/>
              <a:defRPr sz="1200">
                <a:solidFill>
                  <a:schemeClr val="dk1"/>
                </a:solidFill>
              </a:defRPr>
            </a:lvl8pPr>
            <a:lvl9pPr lvl="8" algn="l">
              <a:lnSpc>
                <a:spcPct val="115000"/>
              </a:lnSpc>
              <a:spcBef>
                <a:spcPts val="0"/>
              </a:spcBef>
              <a:spcAft>
                <a:spcPts val="0"/>
              </a:spcAft>
              <a:buClr>
                <a:schemeClr val="dk1"/>
              </a:buClr>
              <a:buSzPts val="1200"/>
              <a:buNone/>
              <a:defRPr sz="1200">
                <a:solidFill>
                  <a:schemeClr val="dk1"/>
                </a:solidFill>
              </a:defRPr>
            </a:lvl9pPr>
          </a:lstStyle>
          <a:p/>
        </p:txBody>
      </p:sp>
      <p:sp>
        <p:nvSpPr>
          <p:cNvPr id="262" name="Google Shape;262;p24"/>
          <p:cNvSpPr txBox="1"/>
          <p:nvPr>
            <p:ph idx="5" type="body"/>
          </p:nvPr>
        </p:nvSpPr>
        <p:spPr>
          <a:xfrm>
            <a:off x="2611802" y="3665600"/>
            <a:ext cx="1627500" cy="11142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SzPts val="1000"/>
              <a:buFont typeface="DM Sans"/>
              <a:buChar char="●"/>
              <a:defRPr sz="1000"/>
            </a:lvl1pPr>
            <a:lvl2pPr indent="-292100" lvl="1" marL="914400" algn="l">
              <a:lnSpc>
                <a:spcPct val="100000"/>
              </a:lnSpc>
              <a:spcBef>
                <a:spcPts val="800"/>
              </a:spcBef>
              <a:spcAft>
                <a:spcPts val="0"/>
              </a:spcAft>
              <a:buSzPts val="1000"/>
              <a:buFont typeface="DM Sans"/>
              <a:buChar char="○"/>
              <a:defRPr sz="1000"/>
            </a:lvl2pPr>
            <a:lvl3pPr indent="-292100" lvl="2" marL="1371600" algn="l">
              <a:lnSpc>
                <a:spcPct val="100000"/>
              </a:lnSpc>
              <a:spcBef>
                <a:spcPts val="800"/>
              </a:spcBef>
              <a:spcAft>
                <a:spcPts val="0"/>
              </a:spcAft>
              <a:buSzPts val="1000"/>
              <a:buFont typeface="DM Sans"/>
              <a:buChar char="■"/>
              <a:defRPr sz="1000"/>
            </a:lvl3pPr>
            <a:lvl4pPr indent="-292100" lvl="3" marL="1828800" algn="l">
              <a:lnSpc>
                <a:spcPct val="100000"/>
              </a:lnSpc>
              <a:spcBef>
                <a:spcPts val="800"/>
              </a:spcBef>
              <a:spcAft>
                <a:spcPts val="0"/>
              </a:spcAft>
              <a:buSzPts val="1000"/>
              <a:buFont typeface="DM Sans"/>
              <a:buChar char="●"/>
              <a:defRPr sz="1000"/>
            </a:lvl4pPr>
            <a:lvl5pPr indent="-292100" lvl="4" marL="2286000" algn="l">
              <a:lnSpc>
                <a:spcPct val="100000"/>
              </a:lnSpc>
              <a:spcBef>
                <a:spcPts val="800"/>
              </a:spcBef>
              <a:spcAft>
                <a:spcPts val="0"/>
              </a:spcAft>
              <a:buSzPts val="1000"/>
              <a:buFont typeface="DM Sans"/>
              <a:buChar char="○"/>
              <a:defRPr sz="1000"/>
            </a:lvl5pPr>
            <a:lvl6pPr indent="-292100" lvl="5" marL="2743200" algn="l">
              <a:lnSpc>
                <a:spcPct val="100000"/>
              </a:lnSpc>
              <a:spcBef>
                <a:spcPts val="800"/>
              </a:spcBef>
              <a:spcAft>
                <a:spcPts val="0"/>
              </a:spcAft>
              <a:buSzPts val="1000"/>
              <a:buFont typeface="DM Sans"/>
              <a:buChar char="■"/>
              <a:defRPr sz="1000"/>
            </a:lvl6pPr>
            <a:lvl7pPr indent="-292100" lvl="6" marL="3200400" algn="l">
              <a:lnSpc>
                <a:spcPct val="100000"/>
              </a:lnSpc>
              <a:spcBef>
                <a:spcPts val="800"/>
              </a:spcBef>
              <a:spcAft>
                <a:spcPts val="0"/>
              </a:spcAft>
              <a:buSzPts val="1000"/>
              <a:buFont typeface="DM Sans"/>
              <a:buChar char="●"/>
              <a:defRPr sz="1000"/>
            </a:lvl7pPr>
            <a:lvl8pPr indent="-292100" lvl="7" marL="3657600" algn="l">
              <a:lnSpc>
                <a:spcPct val="100000"/>
              </a:lnSpc>
              <a:spcBef>
                <a:spcPts val="800"/>
              </a:spcBef>
              <a:spcAft>
                <a:spcPts val="0"/>
              </a:spcAft>
              <a:buSzPts val="1000"/>
              <a:buFont typeface="DM Sans"/>
              <a:buChar char="○"/>
              <a:defRPr sz="1000"/>
            </a:lvl8pPr>
            <a:lvl9pPr indent="-292100" lvl="8" marL="4114800" algn="l">
              <a:lnSpc>
                <a:spcPct val="100000"/>
              </a:lnSpc>
              <a:spcBef>
                <a:spcPts val="800"/>
              </a:spcBef>
              <a:spcAft>
                <a:spcPts val="800"/>
              </a:spcAft>
              <a:buSzPts val="1000"/>
              <a:buFont typeface="DM Sans"/>
              <a:buChar char="■"/>
              <a:defRPr sz="1000"/>
            </a:lvl9pPr>
          </a:lstStyle>
          <a:p/>
        </p:txBody>
      </p:sp>
      <p:sp>
        <p:nvSpPr>
          <p:cNvPr id="263" name="Google Shape;263;p24"/>
          <p:cNvSpPr txBox="1"/>
          <p:nvPr>
            <p:ph idx="6" type="subTitle"/>
          </p:nvPr>
        </p:nvSpPr>
        <p:spPr>
          <a:xfrm>
            <a:off x="2611802" y="3285232"/>
            <a:ext cx="1627500" cy="1878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1200"/>
              <a:buNone/>
              <a:defRPr sz="1200"/>
            </a:lvl1pPr>
            <a:lvl2pPr lvl="1" algn="l">
              <a:lnSpc>
                <a:spcPct val="115000"/>
              </a:lnSpc>
              <a:spcBef>
                <a:spcPts val="0"/>
              </a:spcBef>
              <a:spcAft>
                <a:spcPts val="0"/>
              </a:spcAft>
              <a:buSzPts val="1200"/>
              <a:buNone/>
              <a:defRPr sz="1200"/>
            </a:lvl2pPr>
            <a:lvl3pPr lvl="2" algn="l">
              <a:lnSpc>
                <a:spcPct val="115000"/>
              </a:lnSpc>
              <a:spcBef>
                <a:spcPts val="0"/>
              </a:spcBef>
              <a:spcAft>
                <a:spcPts val="0"/>
              </a:spcAft>
              <a:buSzPts val="1200"/>
              <a:buNone/>
              <a:defRPr sz="1200"/>
            </a:lvl3pPr>
            <a:lvl4pPr lvl="3" algn="l">
              <a:lnSpc>
                <a:spcPct val="115000"/>
              </a:lnSpc>
              <a:spcBef>
                <a:spcPts val="0"/>
              </a:spcBef>
              <a:spcAft>
                <a:spcPts val="0"/>
              </a:spcAft>
              <a:buSzPts val="1200"/>
              <a:buNone/>
              <a:defRPr sz="1200"/>
            </a:lvl4pPr>
            <a:lvl5pPr lvl="4" algn="l">
              <a:lnSpc>
                <a:spcPct val="115000"/>
              </a:lnSpc>
              <a:spcBef>
                <a:spcPts val="0"/>
              </a:spcBef>
              <a:spcAft>
                <a:spcPts val="0"/>
              </a:spcAft>
              <a:buSzPts val="1200"/>
              <a:buNone/>
              <a:defRPr sz="1200"/>
            </a:lvl5pPr>
            <a:lvl6pPr lvl="5" algn="l">
              <a:lnSpc>
                <a:spcPct val="115000"/>
              </a:lnSpc>
              <a:spcBef>
                <a:spcPts val="0"/>
              </a:spcBef>
              <a:spcAft>
                <a:spcPts val="0"/>
              </a:spcAft>
              <a:buSzPts val="1200"/>
              <a:buNone/>
              <a:defRPr sz="1200"/>
            </a:lvl6pPr>
            <a:lvl7pPr lvl="6" algn="l">
              <a:lnSpc>
                <a:spcPct val="115000"/>
              </a:lnSpc>
              <a:spcBef>
                <a:spcPts val="0"/>
              </a:spcBef>
              <a:spcAft>
                <a:spcPts val="0"/>
              </a:spcAft>
              <a:buSzPts val="1200"/>
              <a:buNone/>
              <a:defRPr sz="1200"/>
            </a:lvl7pPr>
            <a:lvl8pPr lvl="7" algn="l">
              <a:lnSpc>
                <a:spcPct val="115000"/>
              </a:lnSpc>
              <a:spcBef>
                <a:spcPts val="0"/>
              </a:spcBef>
              <a:spcAft>
                <a:spcPts val="0"/>
              </a:spcAft>
              <a:buSzPts val="1200"/>
              <a:buNone/>
              <a:defRPr sz="1200"/>
            </a:lvl8pPr>
            <a:lvl9pPr lvl="8" algn="l">
              <a:lnSpc>
                <a:spcPct val="115000"/>
              </a:lnSpc>
              <a:spcBef>
                <a:spcPts val="0"/>
              </a:spcBef>
              <a:spcAft>
                <a:spcPts val="0"/>
              </a:spcAft>
              <a:buSzPts val="1200"/>
              <a:buNone/>
              <a:defRPr sz="1200"/>
            </a:lvl9pPr>
          </a:lstStyle>
          <a:p/>
        </p:txBody>
      </p:sp>
      <p:sp>
        <p:nvSpPr>
          <p:cNvPr id="264" name="Google Shape;264;p24"/>
          <p:cNvSpPr txBox="1"/>
          <p:nvPr>
            <p:ph idx="7" type="body"/>
          </p:nvPr>
        </p:nvSpPr>
        <p:spPr>
          <a:xfrm>
            <a:off x="361977" y="3665600"/>
            <a:ext cx="1627500" cy="11142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15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15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15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15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15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15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15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15000"/>
              </a:lnSpc>
              <a:spcBef>
                <a:spcPts val="800"/>
              </a:spcBef>
              <a:spcAft>
                <a:spcPts val="800"/>
              </a:spcAft>
              <a:buClr>
                <a:schemeClr val="dk1"/>
              </a:buClr>
              <a:buSzPts val="1000"/>
              <a:buFont typeface="DM Sans"/>
              <a:buChar char="■"/>
              <a:defRPr sz="1000">
                <a:solidFill>
                  <a:schemeClr val="dk1"/>
                </a:solidFill>
              </a:defRPr>
            </a:lvl9pPr>
          </a:lstStyle>
          <a:p/>
        </p:txBody>
      </p:sp>
      <p:sp>
        <p:nvSpPr>
          <p:cNvPr id="265" name="Google Shape;265;p24"/>
          <p:cNvSpPr txBox="1"/>
          <p:nvPr>
            <p:ph idx="8" type="subTitle"/>
          </p:nvPr>
        </p:nvSpPr>
        <p:spPr>
          <a:xfrm>
            <a:off x="361977" y="3285232"/>
            <a:ext cx="1627500" cy="1878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1"/>
              </a:buClr>
              <a:buSzPts val="1200"/>
              <a:buNone/>
              <a:defRPr sz="1200">
                <a:solidFill>
                  <a:schemeClr val="dk1"/>
                </a:solidFill>
              </a:defRPr>
            </a:lvl1pPr>
            <a:lvl2pPr lvl="1" algn="l">
              <a:lnSpc>
                <a:spcPct val="115000"/>
              </a:lnSpc>
              <a:spcBef>
                <a:spcPts val="0"/>
              </a:spcBef>
              <a:spcAft>
                <a:spcPts val="0"/>
              </a:spcAft>
              <a:buClr>
                <a:schemeClr val="dk1"/>
              </a:buClr>
              <a:buSzPts val="1200"/>
              <a:buNone/>
              <a:defRPr sz="1200">
                <a:solidFill>
                  <a:schemeClr val="dk1"/>
                </a:solidFill>
              </a:defRPr>
            </a:lvl2pPr>
            <a:lvl3pPr lvl="2" algn="l">
              <a:lnSpc>
                <a:spcPct val="115000"/>
              </a:lnSpc>
              <a:spcBef>
                <a:spcPts val="0"/>
              </a:spcBef>
              <a:spcAft>
                <a:spcPts val="0"/>
              </a:spcAft>
              <a:buClr>
                <a:schemeClr val="dk1"/>
              </a:buClr>
              <a:buSzPts val="1200"/>
              <a:buNone/>
              <a:defRPr sz="1200">
                <a:solidFill>
                  <a:schemeClr val="dk1"/>
                </a:solidFill>
              </a:defRPr>
            </a:lvl3pPr>
            <a:lvl4pPr lvl="3" algn="l">
              <a:lnSpc>
                <a:spcPct val="115000"/>
              </a:lnSpc>
              <a:spcBef>
                <a:spcPts val="0"/>
              </a:spcBef>
              <a:spcAft>
                <a:spcPts val="0"/>
              </a:spcAft>
              <a:buClr>
                <a:schemeClr val="dk1"/>
              </a:buClr>
              <a:buSzPts val="1200"/>
              <a:buNone/>
              <a:defRPr sz="1200">
                <a:solidFill>
                  <a:schemeClr val="dk1"/>
                </a:solidFill>
              </a:defRPr>
            </a:lvl4pPr>
            <a:lvl5pPr lvl="4" algn="l">
              <a:lnSpc>
                <a:spcPct val="115000"/>
              </a:lnSpc>
              <a:spcBef>
                <a:spcPts val="0"/>
              </a:spcBef>
              <a:spcAft>
                <a:spcPts val="0"/>
              </a:spcAft>
              <a:buClr>
                <a:schemeClr val="dk1"/>
              </a:buClr>
              <a:buSzPts val="1200"/>
              <a:buNone/>
              <a:defRPr sz="1200">
                <a:solidFill>
                  <a:schemeClr val="dk1"/>
                </a:solidFill>
              </a:defRPr>
            </a:lvl5pPr>
            <a:lvl6pPr lvl="5" algn="l">
              <a:lnSpc>
                <a:spcPct val="115000"/>
              </a:lnSpc>
              <a:spcBef>
                <a:spcPts val="0"/>
              </a:spcBef>
              <a:spcAft>
                <a:spcPts val="0"/>
              </a:spcAft>
              <a:buClr>
                <a:schemeClr val="dk1"/>
              </a:buClr>
              <a:buSzPts val="1200"/>
              <a:buNone/>
              <a:defRPr sz="1200">
                <a:solidFill>
                  <a:schemeClr val="dk1"/>
                </a:solidFill>
              </a:defRPr>
            </a:lvl6pPr>
            <a:lvl7pPr lvl="6" algn="l">
              <a:lnSpc>
                <a:spcPct val="115000"/>
              </a:lnSpc>
              <a:spcBef>
                <a:spcPts val="0"/>
              </a:spcBef>
              <a:spcAft>
                <a:spcPts val="0"/>
              </a:spcAft>
              <a:buClr>
                <a:schemeClr val="dk1"/>
              </a:buClr>
              <a:buSzPts val="1200"/>
              <a:buNone/>
              <a:defRPr sz="1200">
                <a:solidFill>
                  <a:schemeClr val="dk1"/>
                </a:solidFill>
              </a:defRPr>
            </a:lvl7pPr>
            <a:lvl8pPr lvl="7" algn="l">
              <a:lnSpc>
                <a:spcPct val="115000"/>
              </a:lnSpc>
              <a:spcBef>
                <a:spcPts val="0"/>
              </a:spcBef>
              <a:spcAft>
                <a:spcPts val="0"/>
              </a:spcAft>
              <a:buClr>
                <a:schemeClr val="dk1"/>
              </a:buClr>
              <a:buSzPts val="1200"/>
              <a:buNone/>
              <a:defRPr sz="1200">
                <a:solidFill>
                  <a:schemeClr val="dk1"/>
                </a:solidFill>
              </a:defRPr>
            </a:lvl8pPr>
            <a:lvl9pPr lvl="8" algn="l">
              <a:lnSpc>
                <a:spcPct val="115000"/>
              </a:lnSpc>
              <a:spcBef>
                <a:spcPts val="0"/>
              </a:spcBef>
              <a:spcAft>
                <a:spcPts val="0"/>
              </a:spcAft>
              <a:buClr>
                <a:schemeClr val="dk1"/>
              </a:buClr>
              <a:buSzPts val="1200"/>
              <a:buNone/>
              <a:defRPr sz="1200">
                <a:solidFill>
                  <a:schemeClr val="dk1"/>
                </a:solidFill>
              </a:defRPr>
            </a:lvl9pPr>
          </a:lstStyle>
          <a:p/>
        </p:txBody>
      </p:sp>
      <p:sp>
        <p:nvSpPr>
          <p:cNvPr id="266" name="Google Shape;266;p24"/>
          <p:cNvSpPr txBox="1"/>
          <p:nvPr>
            <p:ph idx="9" type="body"/>
          </p:nvPr>
        </p:nvSpPr>
        <p:spPr>
          <a:xfrm>
            <a:off x="4900725" y="1196103"/>
            <a:ext cx="1627500" cy="13854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15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15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15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15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15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15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15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15000"/>
              </a:lnSpc>
              <a:spcBef>
                <a:spcPts val="800"/>
              </a:spcBef>
              <a:spcAft>
                <a:spcPts val="800"/>
              </a:spcAft>
              <a:buClr>
                <a:schemeClr val="dk1"/>
              </a:buClr>
              <a:buSzPts val="1000"/>
              <a:buFont typeface="DM Sans"/>
              <a:buChar char="■"/>
              <a:defRPr sz="1000">
                <a:solidFill>
                  <a:schemeClr val="dk1"/>
                </a:solidFill>
              </a:defRPr>
            </a:lvl9pPr>
          </a:lstStyle>
          <a:p/>
        </p:txBody>
      </p:sp>
      <p:sp>
        <p:nvSpPr>
          <p:cNvPr id="267" name="Google Shape;267;p24"/>
          <p:cNvSpPr txBox="1"/>
          <p:nvPr>
            <p:ph idx="13" type="subTitle"/>
          </p:nvPr>
        </p:nvSpPr>
        <p:spPr>
          <a:xfrm>
            <a:off x="4900725" y="706863"/>
            <a:ext cx="1627500" cy="1878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1"/>
              </a:buClr>
              <a:buSzPts val="1200"/>
              <a:buNone/>
              <a:defRPr sz="1200">
                <a:solidFill>
                  <a:schemeClr val="dk1"/>
                </a:solidFill>
              </a:defRPr>
            </a:lvl1pPr>
            <a:lvl2pPr lvl="1" algn="l">
              <a:lnSpc>
                <a:spcPct val="115000"/>
              </a:lnSpc>
              <a:spcBef>
                <a:spcPts val="0"/>
              </a:spcBef>
              <a:spcAft>
                <a:spcPts val="0"/>
              </a:spcAft>
              <a:buClr>
                <a:schemeClr val="dk1"/>
              </a:buClr>
              <a:buSzPts val="1200"/>
              <a:buNone/>
              <a:defRPr sz="1200">
                <a:solidFill>
                  <a:schemeClr val="dk1"/>
                </a:solidFill>
              </a:defRPr>
            </a:lvl2pPr>
            <a:lvl3pPr lvl="2" algn="l">
              <a:lnSpc>
                <a:spcPct val="115000"/>
              </a:lnSpc>
              <a:spcBef>
                <a:spcPts val="0"/>
              </a:spcBef>
              <a:spcAft>
                <a:spcPts val="0"/>
              </a:spcAft>
              <a:buClr>
                <a:schemeClr val="dk1"/>
              </a:buClr>
              <a:buSzPts val="1200"/>
              <a:buNone/>
              <a:defRPr sz="1200">
                <a:solidFill>
                  <a:schemeClr val="dk1"/>
                </a:solidFill>
              </a:defRPr>
            </a:lvl3pPr>
            <a:lvl4pPr lvl="3" algn="l">
              <a:lnSpc>
                <a:spcPct val="115000"/>
              </a:lnSpc>
              <a:spcBef>
                <a:spcPts val="0"/>
              </a:spcBef>
              <a:spcAft>
                <a:spcPts val="0"/>
              </a:spcAft>
              <a:buClr>
                <a:schemeClr val="dk1"/>
              </a:buClr>
              <a:buSzPts val="1200"/>
              <a:buNone/>
              <a:defRPr sz="1200">
                <a:solidFill>
                  <a:schemeClr val="dk1"/>
                </a:solidFill>
              </a:defRPr>
            </a:lvl4pPr>
            <a:lvl5pPr lvl="4" algn="l">
              <a:lnSpc>
                <a:spcPct val="115000"/>
              </a:lnSpc>
              <a:spcBef>
                <a:spcPts val="0"/>
              </a:spcBef>
              <a:spcAft>
                <a:spcPts val="0"/>
              </a:spcAft>
              <a:buClr>
                <a:schemeClr val="dk1"/>
              </a:buClr>
              <a:buSzPts val="1200"/>
              <a:buNone/>
              <a:defRPr sz="1200">
                <a:solidFill>
                  <a:schemeClr val="dk1"/>
                </a:solidFill>
              </a:defRPr>
            </a:lvl5pPr>
            <a:lvl6pPr lvl="5" algn="l">
              <a:lnSpc>
                <a:spcPct val="115000"/>
              </a:lnSpc>
              <a:spcBef>
                <a:spcPts val="0"/>
              </a:spcBef>
              <a:spcAft>
                <a:spcPts val="0"/>
              </a:spcAft>
              <a:buClr>
                <a:schemeClr val="dk1"/>
              </a:buClr>
              <a:buSzPts val="1200"/>
              <a:buNone/>
              <a:defRPr sz="1200">
                <a:solidFill>
                  <a:schemeClr val="dk1"/>
                </a:solidFill>
              </a:defRPr>
            </a:lvl6pPr>
            <a:lvl7pPr lvl="6" algn="l">
              <a:lnSpc>
                <a:spcPct val="115000"/>
              </a:lnSpc>
              <a:spcBef>
                <a:spcPts val="0"/>
              </a:spcBef>
              <a:spcAft>
                <a:spcPts val="0"/>
              </a:spcAft>
              <a:buClr>
                <a:schemeClr val="dk1"/>
              </a:buClr>
              <a:buSzPts val="1200"/>
              <a:buNone/>
              <a:defRPr sz="1200">
                <a:solidFill>
                  <a:schemeClr val="dk1"/>
                </a:solidFill>
              </a:defRPr>
            </a:lvl7pPr>
            <a:lvl8pPr lvl="7" algn="l">
              <a:lnSpc>
                <a:spcPct val="115000"/>
              </a:lnSpc>
              <a:spcBef>
                <a:spcPts val="0"/>
              </a:spcBef>
              <a:spcAft>
                <a:spcPts val="0"/>
              </a:spcAft>
              <a:buClr>
                <a:schemeClr val="dk1"/>
              </a:buClr>
              <a:buSzPts val="1200"/>
              <a:buNone/>
              <a:defRPr sz="1200">
                <a:solidFill>
                  <a:schemeClr val="dk1"/>
                </a:solidFill>
              </a:defRPr>
            </a:lvl8pPr>
            <a:lvl9pPr lvl="8" algn="l">
              <a:lnSpc>
                <a:spcPct val="115000"/>
              </a:lnSpc>
              <a:spcBef>
                <a:spcPts val="0"/>
              </a:spcBef>
              <a:spcAft>
                <a:spcPts val="0"/>
              </a:spcAft>
              <a:buClr>
                <a:schemeClr val="dk1"/>
              </a:buClr>
              <a:buSzPts val="1200"/>
              <a:buNone/>
              <a:defRPr sz="1200">
                <a:solidFill>
                  <a:schemeClr val="dk1"/>
                </a:solidFill>
              </a:defRPr>
            </a:lvl9pPr>
          </a:lstStyle>
          <a:p/>
        </p:txBody>
      </p:sp>
      <p:sp>
        <p:nvSpPr>
          <p:cNvPr id="268" name="Google Shape;268;p24"/>
          <p:cNvSpPr txBox="1"/>
          <p:nvPr>
            <p:ph idx="14" type="body"/>
          </p:nvPr>
        </p:nvSpPr>
        <p:spPr>
          <a:xfrm>
            <a:off x="7149175" y="1196103"/>
            <a:ext cx="1627500" cy="13854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a:buChar char="●"/>
              <a:defRPr sz="1000"/>
            </a:lvl1pPr>
            <a:lvl2pPr indent="-292100" lvl="1" marL="914400" algn="l">
              <a:lnSpc>
                <a:spcPct val="115000"/>
              </a:lnSpc>
              <a:spcBef>
                <a:spcPts val="800"/>
              </a:spcBef>
              <a:spcAft>
                <a:spcPts val="0"/>
              </a:spcAft>
              <a:buClr>
                <a:schemeClr val="lt1"/>
              </a:buClr>
              <a:buSzPts val="1000"/>
              <a:buFont typeface="DM Sans"/>
              <a:buChar char="○"/>
              <a:defRPr sz="1000"/>
            </a:lvl2pPr>
            <a:lvl3pPr indent="-292100" lvl="2" marL="1371600" algn="l">
              <a:lnSpc>
                <a:spcPct val="115000"/>
              </a:lnSpc>
              <a:spcBef>
                <a:spcPts val="800"/>
              </a:spcBef>
              <a:spcAft>
                <a:spcPts val="0"/>
              </a:spcAft>
              <a:buClr>
                <a:schemeClr val="lt1"/>
              </a:buClr>
              <a:buSzPts val="1000"/>
              <a:buFont typeface="DM Sans"/>
              <a:buChar char="■"/>
              <a:defRPr sz="1000"/>
            </a:lvl3pPr>
            <a:lvl4pPr indent="-292100" lvl="3" marL="1828800" algn="l">
              <a:lnSpc>
                <a:spcPct val="115000"/>
              </a:lnSpc>
              <a:spcBef>
                <a:spcPts val="800"/>
              </a:spcBef>
              <a:spcAft>
                <a:spcPts val="0"/>
              </a:spcAft>
              <a:buClr>
                <a:schemeClr val="lt1"/>
              </a:buClr>
              <a:buSzPts val="1000"/>
              <a:buFont typeface="DM Sans"/>
              <a:buChar char="●"/>
              <a:defRPr sz="1000"/>
            </a:lvl4pPr>
            <a:lvl5pPr indent="-292100" lvl="4" marL="2286000" algn="l">
              <a:lnSpc>
                <a:spcPct val="115000"/>
              </a:lnSpc>
              <a:spcBef>
                <a:spcPts val="800"/>
              </a:spcBef>
              <a:spcAft>
                <a:spcPts val="0"/>
              </a:spcAft>
              <a:buClr>
                <a:schemeClr val="lt1"/>
              </a:buClr>
              <a:buSzPts val="1000"/>
              <a:buFont typeface="DM Sans"/>
              <a:buChar char="○"/>
              <a:defRPr sz="1000"/>
            </a:lvl5pPr>
            <a:lvl6pPr indent="-292100" lvl="5" marL="2743200" algn="l">
              <a:lnSpc>
                <a:spcPct val="115000"/>
              </a:lnSpc>
              <a:spcBef>
                <a:spcPts val="800"/>
              </a:spcBef>
              <a:spcAft>
                <a:spcPts val="0"/>
              </a:spcAft>
              <a:buClr>
                <a:schemeClr val="lt1"/>
              </a:buClr>
              <a:buSzPts val="1000"/>
              <a:buFont typeface="DM Sans"/>
              <a:buChar char="■"/>
              <a:defRPr sz="1000"/>
            </a:lvl6pPr>
            <a:lvl7pPr indent="-292100" lvl="6" marL="3200400" algn="l">
              <a:lnSpc>
                <a:spcPct val="115000"/>
              </a:lnSpc>
              <a:spcBef>
                <a:spcPts val="800"/>
              </a:spcBef>
              <a:spcAft>
                <a:spcPts val="0"/>
              </a:spcAft>
              <a:buClr>
                <a:schemeClr val="lt1"/>
              </a:buClr>
              <a:buSzPts val="1000"/>
              <a:buFont typeface="DM Sans"/>
              <a:buChar char="●"/>
              <a:defRPr sz="1000"/>
            </a:lvl7pPr>
            <a:lvl8pPr indent="-292100" lvl="7" marL="3657600" algn="l">
              <a:lnSpc>
                <a:spcPct val="115000"/>
              </a:lnSpc>
              <a:spcBef>
                <a:spcPts val="800"/>
              </a:spcBef>
              <a:spcAft>
                <a:spcPts val="0"/>
              </a:spcAft>
              <a:buClr>
                <a:schemeClr val="lt1"/>
              </a:buClr>
              <a:buSzPts val="1000"/>
              <a:buFont typeface="DM Sans"/>
              <a:buChar char="○"/>
              <a:defRPr sz="1000"/>
            </a:lvl8pPr>
            <a:lvl9pPr indent="-292100" lvl="8" marL="4114800" algn="l">
              <a:lnSpc>
                <a:spcPct val="115000"/>
              </a:lnSpc>
              <a:spcBef>
                <a:spcPts val="800"/>
              </a:spcBef>
              <a:spcAft>
                <a:spcPts val="800"/>
              </a:spcAft>
              <a:buClr>
                <a:schemeClr val="lt1"/>
              </a:buClr>
              <a:buSzPts val="1000"/>
              <a:buFont typeface="DM Sans"/>
              <a:buChar char="■"/>
              <a:defRPr sz="1000"/>
            </a:lvl9pPr>
          </a:lstStyle>
          <a:p/>
        </p:txBody>
      </p:sp>
      <p:sp>
        <p:nvSpPr>
          <p:cNvPr id="269" name="Google Shape;269;p24"/>
          <p:cNvSpPr txBox="1"/>
          <p:nvPr>
            <p:ph idx="15" type="subTitle"/>
          </p:nvPr>
        </p:nvSpPr>
        <p:spPr>
          <a:xfrm>
            <a:off x="7149175" y="706863"/>
            <a:ext cx="1627500" cy="1878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1200"/>
              <a:buNone/>
              <a:defRPr sz="1200"/>
            </a:lvl1pPr>
            <a:lvl2pPr lvl="1" algn="l">
              <a:lnSpc>
                <a:spcPct val="115000"/>
              </a:lnSpc>
              <a:spcBef>
                <a:spcPts val="0"/>
              </a:spcBef>
              <a:spcAft>
                <a:spcPts val="0"/>
              </a:spcAft>
              <a:buSzPts val="1200"/>
              <a:buNone/>
              <a:defRPr sz="1200"/>
            </a:lvl2pPr>
            <a:lvl3pPr lvl="2" algn="l">
              <a:lnSpc>
                <a:spcPct val="115000"/>
              </a:lnSpc>
              <a:spcBef>
                <a:spcPts val="0"/>
              </a:spcBef>
              <a:spcAft>
                <a:spcPts val="0"/>
              </a:spcAft>
              <a:buSzPts val="1200"/>
              <a:buNone/>
              <a:defRPr sz="1200"/>
            </a:lvl3pPr>
            <a:lvl4pPr lvl="3" algn="l">
              <a:lnSpc>
                <a:spcPct val="115000"/>
              </a:lnSpc>
              <a:spcBef>
                <a:spcPts val="0"/>
              </a:spcBef>
              <a:spcAft>
                <a:spcPts val="0"/>
              </a:spcAft>
              <a:buSzPts val="1200"/>
              <a:buNone/>
              <a:defRPr sz="1200"/>
            </a:lvl4pPr>
            <a:lvl5pPr lvl="4" algn="l">
              <a:lnSpc>
                <a:spcPct val="115000"/>
              </a:lnSpc>
              <a:spcBef>
                <a:spcPts val="0"/>
              </a:spcBef>
              <a:spcAft>
                <a:spcPts val="0"/>
              </a:spcAft>
              <a:buSzPts val="1200"/>
              <a:buNone/>
              <a:defRPr sz="1200"/>
            </a:lvl5pPr>
            <a:lvl6pPr lvl="5" algn="l">
              <a:lnSpc>
                <a:spcPct val="115000"/>
              </a:lnSpc>
              <a:spcBef>
                <a:spcPts val="0"/>
              </a:spcBef>
              <a:spcAft>
                <a:spcPts val="0"/>
              </a:spcAft>
              <a:buSzPts val="1200"/>
              <a:buNone/>
              <a:defRPr sz="1200"/>
            </a:lvl6pPr>
            <a:lvl7pPr lvl="6" algn="l">
              <a:lnSpc>
                <a:spcPct val="115000"/>
              </a:lnSpc>
              <a:spcBef>
                <a:spcPts val="0"/>
              </a:spcBef>
              <a:spcAft>
                <a:spcPts val="0"/>
              </a:spcAft>
              <a:buSzPts val="1200"/>
              <a:buNone/>
              <a:defRPr sz="1200"/>
            </a:lvl7pPr>
            <a:lvl8pPr lvl="7" algn="l">
              <a:lnSpc>
                <a:spcPct val="115000"/>
              </a:lnSpc>
              <a:spcBef>
                <a:spcPts val="0"/>
              </a:spcBef>
              <a:spcAft>
                <a:spcPts val="0"/>
              </a:spcAft>
              <a:buSzPts val="1200"/>
              <a:buNone/>
              <a:defRPr sz="1200"/>
            </a:lvl8pPr>
            <a:lvl9pPr lvl="8" algn="l">
              <a:lnSpc>
                <a:spcPct val="115000"/>
              </a:lnSpc>
              <a:spcBef>
                <a:spcPts val="0"/>
              </a:spcBef>
              <a:spcAft>
                <a:spcPts val="0"/>
              </a:spcAft>
              <a:buSzPts val="1200"/>
              <a:buNone/>
              <a:defRPr sz="1200"/>
            </a:lvl9pPr>
          </a:lstStyle>
          <a:p/>
        </p:txBody>
      </p:sp>
      <p:sp>
        <p:nvSpPr>
          <p:cNvPr id="270" name="Google Shape;270;p2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modules">
  <p:cSld name="CUSTOM_1_1">
    <p:bg>
      <p:bgPr>
        <a:solidFill>
          <a:schemeClr val="lt1"/>
        </a:solidFill>
      </p:bgPr>
    </p:bg>
    <p:spTree>
      <p:nvGrpSpPr>
        <p:cNvPr id="271" name="Shape 271"/>
        <p:cNvGrpSpPr/>
        <p:nvPr/>
      </p:nvGrpSpPr>
      <p:grpSpPr>
        <a:xfrm>
          <a:off x="0" y="0"/>
          <a:ext cx="0" cy="0"/>
          <a:chOff x="0" y="0"/>
          <a:chExt cx="0" cy="0"/>
        </a:xfrm>
      </p:grpSpPr>
      <p:sp>
        <p:nvSpPr>
          <p:cNvPr id="272" name="Google Shape;272;p25"/>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273" name="Google Shape;273;p25"/>
          <p:cNvSpPr txBox="1"/>
          <p:nvPr>
            <p:ph idx="2" type="subTitle"/>
          </p:nvPr>
        </p:nvSpPr>
        <p:spPr>
          <a:xfrm>
            <a:off x="361975" y="732775"/>
            <a:ext cx="3860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274" name="Google Shape;274;p2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75" name="Google Shape;275;p25"/>
          <p:cNvSpPr txBox="1"/>
          <p:nvPr>
            <p:ph type="title"/>
          </p:nvPr>
        </p:nvSpPr>
        <p:spPr>
          <a:xfrm>
            <a:off x="5796575" y="2351325"/>
            <a:ext cx="9895200" cy="7104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6200">
                <a:solidFill>
                  <a:schemeClr val="dk1"/>
                </a:solidFill>
              </a:defRPr>
            </a:lvl1pPr>
            <a:lvl2pPr lvl="1" algn="l">
              <a:lnSpc>
                <a:spcPct val="90000"/>
              </a:lnSpc>
              <a:spcBef>
                <a:spcPts val="0"/>
              </a:spcBef>
              <a:spcAft>
                <a:spcPts val="0"/>
              </a:spcAft>
              <a:buSzPts val="1400"/>
              <a:buNone/>
              <a:defRPr sz="6200">
                <a:solidFill>
                  <a:schemeClr val="dk1"/>
                </a:solidFill>
              </a:defRPr>
            </a:lvl2pPr>
            <a:lvl3pPr lvl="2" algn="l">
              <a:lnSpc>
                <a:spcPct val="90000"/>
              </a:lnSpc>
              <a:spcBef>
                <a:spcPts val="0"/>
              </a:spcBef>
              <a:spcAft>
                <a:spcPts val="0"/>
              </a:spcAft>
              <a:buSzPts val="1400"/>
              <a:buNone/>
              <a:defRPr sz="6200">
                <a:solidFill>
                  <a:schemeClr val="dk1"/>
                </a:solidFill>
              </a:defRPr>
            </a:lvl3pPr>
            <a:lvl4pPr lvl="3" algn="l">
              <a:lnSpc>
                <a:spcPct val="90000"/>
              </a:lnSpc>
              <a:spcBef>
                <a:spcPts val="0"/>
              </a:spcBef>
              <a:spcAft>
                <a:spcPts val="0"/>
              </a:spcAft>
              <a:buSzPts val="1400"/>
              <a:buNone/>
              <a:defRPr sz="6200">
                <a:solidFill>
                  <a:schemeClr val="dk1"/>
                </a:solidFill>
              </a:defRPr>
            </a:lvl4pPr>
            <a:lvl5pPr lvl="4" algn="l">
              <a:lnSpc>
                <a:spcPct val="90000"/>
              </a:lnSpc>
              <a:spcBef>
                <a:spcPts val="0"/>
              </a:spcBef>
              <a:spcAft>
                <a:spcPts val="0"/>
              </a:spcAft>
              <a:buSzPts val="1400"/>
              <a:buNone/>
              <a:defRPr sz="6200">
                <a:solidFill>
                  <a:schemeClr val="dk1"/>
                </a:solidFill>
              </a:defRPr>
            </a:lvl5pPr>
            <a:lvl6pPr lvl="5" algn="l">
              <a:lnSpc>
                <a:spcPct val="90000"/>
              </a:lnSpc>
              <a:spcBef>
                <a:spcPts val="0"/>
              </a:spcBef>
              <a:spcAft>
                <a:spcPts val="0"/>
              </a:spcAft>
              <a:buSzPts val="1400"/>
              <a:buNone/>
              <a:defRPr sz="6200">
                <a:solidFill>
                  <a:schemeClr val="dk1"/>
                </a:solidFill>
              </a:defRPr>
            </a:lvl6pPr>
            <a:lvl7pPr lvl="6" algn="l">
              <a:lnSpc>
                <a:spcPct val="90000"/>
              </a:lnSpc>
              <a:spcBef>
                <a:spcPts val="0"/>
              </a:spcBef>
              <a:spcAft>
                <a:spcPts val="0"/>
              </a:spcAft>
              <a:buSzPts val="1400"/>
              <a:buNone/>
              <a:defRPr sz="6200">
                <a:solidFill>
                  <a:schemeClr val="dk1"/>
                </a:solidFill>
              </a:defRPr>
            </a:lvl7pPr>
            <a:lvl8pPr lvl="7" algn="l">
              <a:lnSpc>
                <a:spcPct val="90000"/>
              </a:lnSpc>
              <a:spcBef>
                <a:spcPts val="0"/>
              </a:spcBef>
              <a:spcAft>
                <a:spcPts val="0"/>
              </a:spcAft>
              <a:buSzPts val="1400"/>
              <a:buNone/>
              <a:defRPr sz="6200">
                <a:solidFill>
                  <a:schemeClr val="dk1"/>
                </a:solidFill>
              </a:defRPr>
            </a:lvl8pPr>
            <a:lvl9pPr lvl="8" algn="l">
              <a:lnSpc>
                <a:spcPct val="90000"/>
              </a:lnSpc>
              <a:spcBef>
                <a:spcPts val="0"/>
              </a:spcBef>
              <a:spcAft>
                <a:spcPts val="0"/>
              </a:spcAft>
              <a:buSzPts val="1400"/>
              <a:buNone/>
              <a:defRPr sz="6200">
                <a:solidFill>
                  <a:schemeClr val="dk1"/>
                </a:solidFill>
              </a:defRPr>
            </a:lvl9pPr>
          </a:lstStyle>
          <a:p/>
        </p:txBody>
      </p:sp>
      <p:sp>
        <p:nvSpPr>
          <p:cNvPr id="276" name="Google Shape;276;p25"/>
          <p:cNvSpPr txBox="1"/>
          <p:nvPr>
            <p:ph idx="3" type="title"/>
          </p:nvPr>
        </p:nvSpPr>
        <p:spPr>
          <a:xfrm>
            <a:off x="5796575" y="507450"/>
            <a:ext cx="9895200" cy="7104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6200"/>
            </a:lvl1pPr>
            <a:lvl2pPr lvl="1" algn="l">
              <a:lnSpc>
                <a:spcPct val="90000"/>
              </a:lnSpc>
              <a:spcBef>
                <a:spcPts val="0"/>
              </a:spcBef>
              <a:spcAft>
                <a:spcPts val="0"/>
              </a:spcAft>
              <a:buSzPts val="1400"/>
              <a:buNone/>
              <a:defRPr sz="6200"/>
            </a:lvl2pPr>
            <a:lvl3pPr lvl="2" algn="l">
              <a:lnSpc>
                <a:spcPct val="90000"/>
              </a:lnSpc>
              <a:spcBef>
                <a:spcPts val="0"/>
              </a:spcBef>
              <a:spcAft>
                <a:spcPts val="0"/>
              </a:spcAft>
              <a:buSzPts val="1400"/>
              <a:buNone/>
              <a:defRPr sz="6200"/>
            </a:lvl3pPr>
            <a:lvl4pPr lvl="3" algn="l">
              <a:lnSpc>
                <a:spcPct val="90000"/>
              </a:lnSpc>
              <a:spcBef>
                <a:spcPts val="0"/>
              </a:spcBef>
              <a:spcAft>
                <a:spcPts val="0"/>
              </a:spcAft>
              <a:buSzPts val="1400"/>
              <a:buNone/>
              <a:defRPr sz="6200"/>
            </a:lvl4pPr>
            <a:lvl5pPr lvl="4" algn="l">
              <a:lnSpc>
                <a:spcPct val="90000"/>
              </a:lnSpc>
              <a:spcBef>
                <a:spcPts val="0"/>
              </a:spcBef>
              <a:spcAft>
                <a:spcPts val="0"/>
              </a:spcAft>
              <a:buSzPts val="1400"/>
              <a:buNone/>
              <a:defRPr sz="6200"/>
            </a:lvl5pPr>
            <a:lvl6pPr lvl="5" algn="l">
              <a:lnSpc>
                <a:spcPct val="90000"/>
              </a:lnSpc>
              <a:spcBef>
                <a:spcPts val="0"/>
              </a:spcBef>
              <a:spcAft>
                <a:spcPts val="0"/>
              </a:spcAft>
              <a:buSzPts val="1400"/>
              <a:buNone/>
              <a:defRPr sz="6200"/>
            </a:lvl6pPr>
            <a:lvl7pPr lvl="6" algn="l">
              <a:lnSpc>
                <a:spcPct val="90000"/>
              </a:lnSpc>
              <a:spcBef>
                <a:spcPts val="0"/>
              </a:spcBef>
              <a:spcAft>
                <a:spcPts val="0"/>
              </a:spcAft>
              <a:buSzPts val="1400"/>
              <a:buNone/>
              <a:defRPr sz="6200"/>
            </a:lvl7pPr>
            <a:lvl8pPr lvl="7" algn="l">
              <a:lnSpc>
                <a:spcPct val="90000"/>
              </a:lnSpc>
              <a:spcBef>
                <a:spcPts val="0"/>
              </a:spcBef>
              <a:spcAft>
                <a:spcPts val="0"/>
              </a:spcAft>
              <a:buSzPts val="1400"/>
              <a:buNone/>
              <a:defRPr sz="6200"/>
            </a:lvl8pPr>
            <a:lvl9pPr lvl="8" algn="l">
              <a:lnSpc>
                <a:spcPct val="90000"/>
              </a:lnSpc>
              <a:spcBef>
                <a:spcPts val="0"/>
              </a:spcBef>
              <a:spcAft>
                <a:spcPts val="0"/>
              </a:spcAft>
              <a:buSzPts val="1400"/>
              <a:buNone/>
              <a:defRPr sz="6200"/>
            </a:lvl9pPr>
          </a:lstStyle>
          <a:p/>
        </p:txBody>
      </p:sp>
      <p:sp>
        <p:nvSpPr>
          <p:cNvPr id="277" name="Google Shape;277;p25"/>
          <p:cNvSpPr txBox="1"/>
          <p:nvPr>
            <p:ph idx="4" type="subTitle"/>
          </p:nvPr>
        </p:nvSpPr>
        <p:spPr>
          <a:xfrm>
            <a:off x="5712600" y="4290612"/>
            <a:ext cx="2613300" cy="543900"/>
          </a:xfrm>
          <a:prstGeom prst="rect">
            <a:avLst/>
          </a:prstGeom>
          <a:noFill/>
          <a:ln>
            <a:noFill/>
          </a:ln>
        </p:spPr>
        <p:txBody>
          <a:bodyPr anchorCtr="0" anchor="b" bIns="0" lIns="0" spcFirstLastPara="1" rIns="0" wrap="square" tIns="0">
            <a:noAutofit/>
          </a:bodyPr>
          <a:lstStyle>
            <a:lvl1pPr lvl="0" algn="l">
              <a:lnSpc>
                <a:spcPct val="115000"/>
              </a:lnSpc>
              <a:spcBef>
                <a:spcPts val="0"/>
              </a:spcBef>
              <a:spcAft>
                <a:spcPts val="0"/>
              </a:spcAft>
              <a:buSzPts val="1000"/>
              <a:buFont typeface="DM Sans"/>
              <a:buNone/>
              <a:defRPr sz="1000">
                <a:latin typeface="DM Sans"/>
                <a:ea typeface="DM Sans"/>
                <a:cs typeface="DM Sans"/>
                <a:sym typeface="DM Sans"/>
              </a:defRPr>
            </a:lvl1pPr>
            <a:lvl2pPr lvl="1" algn="l">
              <a:lnSpc>
                <a:spcPct val="115000"/>
              </a:lnSpc>
              <a:spcBef>
                <a:spcPts val="0"/>
              </a:spcBef>
              <a:spcAft>
                <a:spcPts val="0"/>
              </a:spcAft>
              <a:buSzPts val="1400"/>
              <a:buFont typeface="DM Sans"/>
              <a:buNone/>
              <a:defRPr>
                <a:latin typeface="DM Sans"/>
                <a:ea typeface="DM Sans"/>
                <a:cs typeface="DM Sans"/>
                <a:sym typeface="DM Sans"/>
              </a:defRPr>
            </a:lvl2pPr>
            <a:lvl3pPr lvl="2" algn="l">
              <a:lnSpc>
                <a:spcPct val="115000"/>
              </a:lnSpc>
              <a:spcBef>
                <a:spcPts val="0"/>
              </a:spcBef>
              <a:spcAft>
                <a:spcPts val="0"/>
              </a:spcAft>
              <a:buSzPts val="1400"/>
              <a:buFont typeface="DM Sans"/>
              <a:buNone/>
              <a:defRPr>
                <a:latin typeface="DM Sans"/>
                <a:ea typeface="DM Sans"/>
                <a:cs typeface="DM Sans"/>
                <a:sym typeface="DM Sans"/>
              </a:defRPr>
            </a:lvl3pPr>
            <a:lvl4pPr lvl="3" algn="l">
              <a:lnSpc>
                <a:spcPct val="115000"/>
              </a:lnSpc>
              <a:spcBef>
                <a:spcPts val="0"/>
              </a:spcBef>
              <a:spcAft>
                <a:spcPts val="0"/>
              </a:spcAft>
              <a:buSzPts val="1400"/>
              <a:buFont typeface="DM Sans"/>
              <a:buNone/>
              <a:defRPr>
                <a:latin typeface="DM Sans"/>
                <a:ea typeface="DM Sans"/>
                <a:cs typeface="DM Sans"/>
                <a:sym typeface="DM Sans"/>
              </a:defRPr>
            </a:lvl4pPr>
            <a:lvl5pPr lvl="4" algn="l">
              <a:lnSpc>
                <a:spcPct val="115000"/>
              </a:lnSpc>
              <a:spcBef>
                <a:spcPts val="0"/>
              </a:spcBef>
              <a:spcAft>
                <a:spcPts val="0"/>
              </a:spcAft>
              <a:buSzPts val="1400"/>
              <a:buFont typeface="DM Sans"/>
              <a:buNone/>
              <a:defRPr>
                <a:latin typeface="DM Sans"/>
                <a:ea typeface="DM Sans"/>
                <a:cs typeface="DM Sans"/>
                <a:sym typeface="DM Sans"/>
              </a:defRPr>
            </a:lvl5pPr>
            <a:lvl6pPr lvl="5" algn="l">
              <a:lnSpc>
                <a:spcPct val="115000"/>
              </a:lnSpc>
              <a:spcBef>
                <a:spcPts val="0"/>
              </a:spcBef>
              <a:spcAft>
                <a:spcPts val="0"/>
              </a:spcAft>
              <a:buSzPts val="1400"/>
              <a:buFont typeface="DM Sans"/>
              <a:buNone/>
              <a:defRPr>
                <a:latin typeface="DM Sans"/>
                <a:ea typeface="DM Sans"/>
                <a:cs typeface="DM Sans"/>
                <a:sym typeface="DM Sans"/>
              </a:defRPr>
            </a:lvl6pPr>
            <a:lvl7pPr lvl="6" algn="l">
              <a:lnSpc>
                <a:spcPct val="115000"/>
              </a:lnSpc>
              <a:spcBef>
                <a:spcPts val="0"/>
              </a:spcBef>
              <a:spcAft>
                <a:spcPts val="0"/>
              </a:spcAft>
              <a:buSzPts val="1400"/>
              <a:buFont typeface="DM Sans"/>
              <a:buNone/>
              <a:defRPr>
                <a:latin typeface="DM Sans"/>
                <a:ea typeface="DM Sans"/>
                <a:cs typeface="DM Sans"/>
                <a:sym typeface="DM Sans"/>
              </a:defRPr>
            </a:lvl7pPr>
            <a:lvl8pPr lvl="7" algn="l">
              <a:lnSpc>
                <a:spcPct val="115000"/>
              </a:lnSpc>
              <a:spcBef>
                <a:spcPts val="0"/>
              </a:spcBef>
              <a:spcAft>
                <a:spcPts val="0"/>
              </a:spcAft>
              <a:buSzPts val="1400"/>
              <a:buFont typeface="DM Sans"/>
              <a:buNone/>
              <a:defRPr>
                <a:latin typeface="DM Sans"/>
                <a:ea typeface="DM Sans"/>
                <a:cs typeface="DM Sans"/>
                <a:sym typeface="DM Sans"/>
              </a:defRPr>
            </a:lvl8pPr>
            <a:lvl9pPr lvl="8" algn="l">
              <a:lnSpc>
                <a:spcPct val="115000"/>
              </a:lnSpc>
              <a:spcBef>
                <a:spcPts val="0"/>
              </a:spcBef>
              <a:spcAft>
                <a:spcPts val="0"/>
              </a:spcAft>
              <a:buSzPts val="1400"/>
              <a:buFont typeface="DM Sans"/>
              <a:buNone/>
              <a:defRPr>
                <a:latin typeface="DM Sans"/>
                <a:ea typeface="DM Sans"/>
                <a:cs typeface="DM Sans"/>
                <a:sym typeface="DM Sans"/>
              </a:defRPr>
            </a:lvl9pPr>
          </a:lstStyle>
          <a:p/>
        </p:txBody>
      </p:sp>
      <p:sp>
        <p:nvSpPr>
          <p:cNvPr id="278" name="Google Shape;278;p25"/>
          <p:cNvSpPr txBox="1"/>
          <p:nvPr>
            <p:ph idx="5" type="subTitle"/>
          </p:nvPr>
        </p:nvSpPr>
        <p:spPr>
          <a:xfrm>
            <a:off x="5712600" y="3243901"/>
            <a:ext cx="2613300" cy="432300"/>
          </a:xfrm>
          <a:prstGeom prst="rect">
            <a:avLst/>
          </a:prstGeom>
          <a:noFill/>
          <a:ln>
            <a:noFill/>
          </a:ln>
        </p:spPr>
        <p:txBody>
          <a:bodyPr anchorCtr="0" anchor="b" bIns="0" lIns="0" spcFirstLastPara="1" rIns="0" wrap="square" tIns="0">
            <a:noAutofit/>
          </a:bodyPr>
          <a:lstStyle>
            <a:lvl1pPr lvl="0" algn="l">
              <a:lnSpc>
                <a:spcPct val="115000"/>
              </a:lnSpc>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279" name="Google Shape;279;p25"/>
          <p:cNvSpPr txBox="1"/>
          <p:nvPr>
            <p:ph idx="6" type="subTitle"/>
          </p:nvPr>
        </p:nvSpPr>
        <p:spPr>
          <a:xfrm>
            <a:off x="5712600" y="1318375"/>
            <a:ext cx="2613300" cy="483000"/>
          </a:xfrm>
          <a:prstGeom prst="rect">
            <a:avLst/>
          </a:prstGeom>
          <a:noFill/>
          <a:ln>
            <a:noFill/>
          </a:ln>
        </p:spPr>
        <p:txBody>
          <a:bodyPr anchorCtr="0" anchor="b" bIns="0" lIns="0" spcFirstLastPara="1" rIns="0" wrap="square" tIns="0">
            <a:noAutofit/>
          </a:bodyPr>
          <a:lstStyle>
            <a:lvl1pPr lvl="0" algn="l">
              <a:lnSpc>
                <a:spcPct val="115000"/>
              </a:lnSpc>
              <a:spcBef>
                <a:spcPts val="0"/>
              </a:spcBef>
              <a:spcAft>
                <a:spcPts val="0"/>
              </a:spcAft>
              <a:buSzPts val="1000"/>
              <a:buFont typeface="DM Sans"/>
              <a:buNone/>
              <a:defRPr sz="1000">
                <a:latin typeface="DM Sans"/>
                <a:ea typeface="DM Sans"/>
                <a:cs typeface="DM Sans"/>
                <a:sym typeface="DM Sans"/>
              </a:defRPr>
            </a:lvl1pPr>
            <a:lvl2pPr lvl="1" algn="l">
              <a:lnSpc>
                <a:spcPct val="115000"/>
              </a:lnSpc>
              <a:spcBef>
                <a:spcPts val="0"/>
              </a:spcBef>
              <a:spcAft>
                <a:spcPts val="0"/>
              </a:spcAft>
              <a:buSzPts val="1400"/>
              <a:buFont typeface="DM Sans"/>
              <a:buNone/>
              <a:defRPr>
                <a:latin typeface="DM Sans"/>
                <a:ea typeface="DM Sans"/>
                <a:cs typeface="DM Sans"/>
                <a:sym typeface="DM Sans"/>
              </a:defRPr>
            </a:lvl2pPr>
            <a:lvl3pPr lvl="2" algn="l">
              <a:lnSpc>
                <a:spcPct val="115000"/>
              </a:lnSpc>
              <a:spcBef>
                <a:spcPts val="0"/>
              </a:spcBef>
              <a:spcAft>
                <a:spcPts val="0"/>
              </a:spcAft>
              <a:buSzPts val="1400"/>
              <a:buFont typeface="DM Sans"/>
              <a:buNone/>
              <a:defRPr>
                <a:latin typeface="DM Sans"/>
                <a:ea typeface="DM Sans"/>
                <a:cs typeface="DM Sans"/>
                <a:sym typeface="DM Sans"/>
              </a:defRPr>
            </a:lvl3pPr>
            <a:lvl4pPr lvl="3" algn="l">
              <a:lnSpc>
                <a:spcPct val="115000"/>
              </a:lnSpc>
              <a:spcBef>
                <a:spcPts val="0"/>
              </a:spcBef>
              <a:spcAft>
                <a:spcPts val="0"/>
              </a:spcAft>
              <a:buSzPts val="1400"/>
              <a:buFont typeface="DM Sans"/>
              <a:buNone/>
              <a:defRPr>
                <a:latin typeface="DM Sans"/>
                <a:ea typeface="DM Sans"/>
                <a:cs typeface="DM Sans"/>
                <a:sym typeface="DM Sans"/>
              </a:defRPr>
            </a:lvl4pPr>
            <a:lvl5pPr lvl="4" algn="l">
              <a:lnSpc>
                <a:spcPct val="115000"/>
              </a:lnSpc>
              <a:spcBef>
                <a:spcPts val="0"/>
              </a:spcBef>
              <a:spcAft>
                <a:spcPts val="0"/>
              </a:spcAft>
              <a:buSzPts val="1400"/>
              <a:buFont typeface="DM Sans"/>
              <a:buNone/>
              <a:defRPr>
                <a:latin typeface="DM Sans"/>
                <a:ea typeface="DM Sans"/>
                <a:cs typeface="DM Sans"/>
                <a:sym typeface="DM Sans"/>
              </a:defRPr>
            </a:lvl5pPr>
            <a:lvl6pPr lvl="5" algn="l">
              <a:lnSpc>
                <a:spcPct val="115000"/>
              </a:lnSpc>
              <a:spcBef>
                <a:spcPts val="0"/>
              </a:spcBef>
              <a:spcAft>
                <a:spcPts val="0"/>
              </a:spcAft>
              <a:buSzPts val="1400"/>
              <a:buFont typeface="DM Sans"/>
              <a:buNone/>
              <a:defRPr>
                <a:latin typeface="DM Sans"/>
                <a:ea typeface="DM Sans"/>
                <a:cs typeface="DM Sans"/>
                <a:sym typeface="DM Sans"/>
              </a:defRPr>
            </a:lvl6pPr>
            <a:lvl7pPr lvl="6" algn="l">
              <a:lnSpc>
                <a:spcPct val="115000"/>
              </a:lnSpc>
              <a:spcBef>
                <a:spcPts val="0"/>
              </a:spcBef>
              <a:spcAft>
                <a:spcPts val="0"/>
              </a:spcAft>
              <a:buSzPts val="1400"/>
              <a:buFont typeface="DM Sans"/>
              <a:buNone/>
              <a:defRPr>
                <a:latin typeface="DM Sans"/>
                <a:ea typeface="DM Sans"/>
                <a:cs typeface="DM Sans"/>
                <a:sym typeface="DM Sans"/>
              </a:defRPr>
            </a:lvl7pPr>
            <a:lvl8pPr lvl="7" algn="l">
              <a:lnSpc>
                <a:spcPct val="115000"/>
              </a:lnSpc>
              <a:spcBef>
                <a:spcPts val="0"/>
              </a:spcBef>
              <a:spcAft>
                <a:spcPts val="0"/>
              </a:spcAft>
              <a:buSzPts val="1400"/>
              <a:buFont typeface="DM Sans"/>
              <a:buNone/>
              <a:defRPr>
                <a:latin typeface="DM Sans"/>
                <a:ea typeface="DM Sans"/>
                <a:cs typeface="DM Sans"/>
                <a:sym typeface="DM Sans"/>
              </a:defRPr>
            </a:lvl8pPr>
            <a:lvl9pPr lvl="8" algn="l">
              <a:lnSpc>
                <a:spcPct val="115000"/>
              </a:lnSpc>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r chart background">
  <p:cSld name="CUSTOM_8">
    <p:spTree>
      <p:nvGrpSpPr>
        <p:cNvPr id="280" name="Shape 280"/>
        <p:cNvGrpSpPr/>
        <p:nvPr/>
      </p:nvGrpSpPr>
      <p:grpSpPr>
        <a:xfrm>
          <a:off x="0" y="0"/>
          <a:ext cx="0" cy="0"/>
          <a:chOff x="0" y="0"/>
          <a:chExt cx="0" cy="0"/>
        </a:xfrm>
      </p:grpSpPr>
      <p:grpSp>
        <p:nvGrpSpPr>
          <p:cNvPr id="281" name="Google Shape;281;p26"/>
          <p:cNvGrpSpPr/>
          <p:nvPr/>
        </p:nvGrpSpPr>
        <p:grpSpPr>
          <a:xfrm>
            <a:off x="49" y="514398"/>
            <a:ext cx="9144297" cy="4115162"/>
            <a:chOff x="-18500" y="514395"/>
            <a:chExt cx="9219900" cy="4115162"/>
          </a:xfrm>
        </p:grpSpPr>
        <p:cxnSp>
          <p:nvCxnSpPr>
            <p:cNvPr id="282" name="Google Shape;282;p26"/>
            <p:cNvCxnSpPr/>
            <p:nvPr/>
          </p:nvCxnSpPr>
          <p:spPr>
            <a:xfrm>
              <a:off x="-18500" y="1028790"/>
              <a:ext cx="9219900" cy="0"/>
            </a:xfrm>
            <a:prstGeom prst="straightConnector1">
              <a:avLst/>
            </a:prstGeom>
            <a:noFill/>
            <a:ln cap="flat" cmpd="sng" w="9525">
              <a:solidFill>
                <a:schemeClr val="accent6"/>
              </a:solidFill>
              <a:prstDash val="solid"/>
              <a:round/>
              <a:headEnd len="sm" w="sm" type="none"/>
              <a:tailEnd len="sm" w="sm" type="none"/>
            </a:ln>
          </p:spPr>
        </p:cxnSp>
        <p:cxnSp>
          <p:nvCxnSpPr>
            <p:cNvPr id="283" name="Google Shape;283;p26"/>
            <p:cNvCxnSpPr/>
            <p:nvPr/>
          </p:nvCxnSpPr>
          <p:spPr>
            <a:xfrm>
              <a:off x="-18500" y="4629557"/>
              <a:ext cx="9219900" cy="0"/>
            </a:xfrm>
            <a:prstGeom prst="straightConnector1">
              <a:avLst/>
            </a:prstGeom>
            <a:noFill/>
            <a:ln cap="flat" cmpd="sng" w="9525">
              <a:solidFill>
                <a:schemeClr val="accent6"/>
              </a:solidFill>
              <a:prstDash val="solid"/>
              <a:round/>
              <a:headEnd len="sm" w="sm" type="none"/>
              <a:tailEnd len="sm" w="sm" type="none"/>
            </a:ln>
          </p:spPr>
        </p:cxnSp>
        <p:cxnSp>
          <p:nvCxnSpPr>
            <p:cNvPr id="284" name="Google Shape;284;p26"/>
            <p:cNvCxnSpPr/>
            <p:nvPr/>
          </p:nvCxnSpPr>
          <p:spPr>
            <a:xfrm>
              <a:off x="-18500" y="4115162"/>
              <a:ext cx="9219900" cy="0"/>
            </a:xfrm>
            <a:prstGeom prst="straightConnector1">
              <a:avLst/>
            </a:prstGeom>
            <a:noFill/>
            <a:ln cap="flat" cmpd="sng" w="9525">
              <a:solidFill>
                <a:schemeClr val="accent6"/>
              </a:solidFill>
              <a:prstDash val="solid"/>
              <a:round/>
              <a:headEnd len="sm" w="sm" type="none"/>
              <a:tailEnd len="sm" w="sm" type="none"/>
            </a:ln>
          </p:spPr>
        </p:cxnSp>
        <p:cxnSp>
          <p:nvCxnSpPr>
            <p:cNvPr id="285" name="Google Shape;285;p26"/>
            <p:cNvCxnSpPr/>
            <p:nvPr/>
          </p:nvCxnSpPr>
          <p:spPr>
            <a:xfrm>
              <a:off x="-18500" y="3600767"/>
              <a:ext cx="9219900" cy="0"/>
            </a:xfrm>
            <a:prstGeom prst="straightConnector1">
              <a:avLst/>
            </a:prstGeom>
            <a:noFill/>
            <a:ln cap="flat" cmpd="sng" w="9525">
              <a:solidFill>
                <a:schemeClr val="accent6"/>
              </a:solidFill>
              <a:prstDash val="solid"/>
              <a:round/>
              <a:headEnd len="sm" w="sm" type="none"/>
              <a:tailEnd len="sm" w="sm" type="none"/>
            </a:ln>
          </p:spPr>
        </p:cxnSp>
        <p:cxnSp>
          <p:nvCxnSpPr>
            <p:cNvPr id="286" name="Google Shape;286;p26"/>
            <p:cNvCxnSpPr/>
            <p:nvPr/>
          </p:nvCxnSpPr>
          <p:spPr>
            <a:xfrm>
              <a:off x="-18500" y="3086371"/>
              <a:ext cx="9219900" cy="0"/>
            </a:xfrm>
            <a:prstGeom prst="straightConnector1">
              <a:avLst/>
            </a:prstGeom>
            <a:noFill/>
            <a:ln cap="flat" cmpd="sng" w="9525">
              <a:solidFill>
                <a:schemeClr val="accent6"/>
              </a:solidFill>
              <a:prstDash val="solid"/>
              <a:round/>
              <a:headEnd len="sm" w="sm" type="none"/>
              <a:tailEnd len="sm" w="sm" type="none"/>
            </a:ln>
          </p:spPr>
        </p:cxnSp>
        <p:cxnSp>
          <p:nvCxnSpPr>
            <p:cNvPr id="287" name="Google Shape;287;p26"/>
            <p:cNvCxnSpPr/>
            <p:nvPr/>
          </p:nvCxnSpPr>
          <p:spPr>
            <a:xfrm>
              <a:off x="-18500" y="2571976"/>
              <a:ext cx="9219900" cy="0"/>
            </a:xfrm>
            <a:prstGeom prst="straightConnector1">
              <a:avLst/>
            </a:prstGeom>
            <a:noFill/>
            <a:ln cap="flat" cmpd="sng" w="9525">
              <a:solidFill>
                <a:schemeClr val="accent6"/>
              </a:solidFill>
              <a:prstDash val="solid"/>
              <a:round/>
              <a:headEnd len="sm" w="sm" type="none"/>
              <a:tailEnd len="sm" w="sm" type="none"/>
            </a:ln>
          </p:spPr>
        </p:cxnSp>
        <p:cxnSp>
          <p:nvCxnSpPr>
            <p:cNvPr id="288" name="Google Shape;288;p26"/>
            <p:cNvCxnSpPr/>
            <p:nvPr/>
          </p:nvCxnSpPr>
          <p:spPr>
            <a:xfrm>
              <a:off x="-18500" y="2057581"/>
              <a:ext cx="9219900" cy="0"/>
            </a:xfrm>
            <a:prstGeom prst="straightConnector1">
              <a:avLst/>
            </a:prstGeom>
            <a:noFill/>
            <a:ln cap="flat" cmpd="sng" w="9525">
              <a:solidFill>
                <a:schemeClr val="accent6"/>
              </a:solidFill>
              <a:prstDash val="solid"/>
              <a:round/>
              <a:headEnd len="sm" w="sm" type="none"/>
              <a:tailEnd len="sm" w="sm" type="none"/>
            </a:ln>
          </p:spPr>
        </p:cxnSp>
        <p:cxnSp>
          <p:nvCxnSpPr>
            <p:cNvPr id="289" name="Google Shape;289;p26"/>
            <p:cNvCxnSpPr/>
            <p:nvPr/>
          </p:nvCxnSpPr>
          <p:spPr>
            <a:xfrm>
              <a:off x="-18500" y="1543186"/>
              <a:ext cx="9219900" cy="0"/>
            </a:xfrm>
            <a:prstGeom prst="straightConnector1">
              <a:avLst/>
            </a:prstGeom>
            <a:noFill/>
            <a:ln cap="flat" cmpd="sng" w="9525">
              <a:solidFill>
                <a:schemeClr val="accent6"/>
              </a:solidFill>
              <a:prstDash val="solid"/>
              <a:round/>
              <a:headEnd len="sm" w="sm" type="none"/>
              <a:tailEnd len="sm" w="sm" type="none"/>
            </a:ln>
          </p:spPr>
        </p:cxnSp>
        <p:cxnSp>
          <p:nvCxnSpPr>
            <p:cNvPr id="290" name="Google Shape;290;p26"/>
            <p:cNvCxnSpPr/>
            <p:nvPr/>
          </p:nvCxnSpPr>
          <p:spPr>
            <a:xfrm>
              <a:off x="-18500" y="514395"/>
              <a:ext cx="9219900" cy="0"/>
            </a:xfrm>
            <a:prstGeom prst="straightConnector1">
              <a:avLst/>
            </a:prstGeom>
            <a:noFill/>
            <a:ln cap="flat" cmpd="sng" w="9525">
              <a:solidFill>
                <a:schemeClr val="accent6"/>
              </a:solidFill>
              <a:prstDash val="solid"/>
              <a:round/>
              <a:headEnd len="sm" w="sm" type="none"/>
              <a:tailEnd len="sm" w="sm" type="none"/>
            </a:ln>
          </p:spPr>
        </p:cxnSp>
      </p:grpSp>
      <p:sp>
        <p:nvSpPr>
          <p:cNvPr id="291" name="Google Shape;291;p2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92" name="Google Shape;292;p26"/>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93" name="Google Shape;293;p26"/>
          <p:cNvSpPr txBox="1"/>
          <p:nvPr>
            <p:ph idx="2" type="subTitle"/>
          </p:nvPr>
        </p:nvSpPr>
        <p:spPr>
          <a:xfrm>
            <a:off x="361975" y="732775"/>
            <a:ext cx="4163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 Alt 1">
  <p:cSld name="BLANK_1_1_1_1_1_1_1_1_1_1_1_1_1_1_2_2">
    <p:bg>
      <p:bgPr>
        <a:solidFill>
          <a:schemeClr val="accent6"/>
        </a:solidFill>
      </p:bgPr>
    </p:bg>
    <p:spTree>
      <p:nvGrpSpPr>
        <p:cNvPr id="294" name="Shape 294"/>
        <p:cNvGrpSpPr/>
        <p:nvPr/>
      </p:nvGrpSpPr>
      <p:grpSpPr>
        <a:xfrm>
          <a:off x="0" y="0"/>
          <a:ext cx="0" cy="0"/>
          <a:chOff x="0" y="0"/>
          <a:chExt cx="0" cy="0"/>
        </a:xfrm>
      </p:grpSpPr>
      <p:sp>
        <p:nvSpPr>
          <p:cNvPr id="295" name="Google Shape;295;p27"/>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96" name="Google Shape;296;p27"/>
          <p:cNvSpPr txBox="1"/>
          <p:nvPr>
            <p:ph idx="2" type="body"/>
          </p:nvPr>
        </p:nvSpPr>
        <p:spPr>
          <a:xfrm>
            <a:off x="4845475" y="998689"/>
            <a:ext cx="3382500" cy="587700"/>
          </a:xfrm>
          <a:prstGeom prst="rect">
            <a:avLst/>
          </a:prstGeom>
          <a:noFill/>
          <a:ln>
            <a:noFill/>
          </a:ln>
        </p:spPr>
        <p:txBody>
          <a:bodyPr anchorCtr="0" anchor="t" bIns="0" lIns="0" spcFirstLastPara="1" rIns="0" wrap="square" tIns="0">
            <a:spAutoFit/>
          </a:bodyPr>
          <a:lstStyle>
            <a:lvl1pPr indent="-292100" lvl="0" marL="457200" algn="l">
              <a:lnSpc>
                <a:spcPct val="115000"/>
              </a:lnSpc>
              <a:spcBef>
                <a:spcPts val="0"/>
              </a:spcBef>
              <a:spcAft>
                <a:spcPts val="0"/>
              </a:spcAft>
              <a:buClr>
                <a:schemeClr val="lt1"/>
              </a:buClr>
              <a:buSzPts val="1000"/>
              <a:buFont typeface="DM Sans"/>
              <a:buChar char="●"/>
              <a:defRPr sz="1000"/>
            </a:lvl1pPr>
            <a:lvl2pPr indent="-292100" lvl="1" marL="914400" algn="l">
              <a:lnSpc>
                <a:spcPct val="115000"/>
              </a:lnSpc>
              <a:spcBef>
                <a:spcPts val="800"/>
              </a:spcBef>
              <a:spcAft>
                <a:spcPts val="0"/>
              </a:spcAft>
              <a:buClr>
                <a:schemeClr val="lt1"/>
              </a:buClr>
              <a:buSzPts val="1000"/>
              <a:buFont typeface="DM Sans"/>
              <a:buChar char="○"/>
              <a:defRPr sz="1000"/>
            </a:lvl2pPr>
            <a:lvl3pPr indent="-292100" lvl="2" marL="1371600" algn="l">
              <a:lnSpc>
                <a:spcPct val="115000"/>
              </a:lnSpc>
              <a:spcBef>
                <a:spcPts val="800"/>
              </a:spcBef>
              <a:spcAft>
                <a:spcPts val="0"/>
              </a:spcAft>
              <a:buClr>
                <a:schemeClr val="lt1"/>
              </a:buClr>
              <a:buSzPts val="1000"/>
              <a:buFont typeface="DM Sans"/>
              <a:buChar char="■"/>
              <a:defRPr sz="1000"/>
            </a:lvl3pPr>
            <a:lvl4pPr indent="-292100" lvl="3" marL="1828800" algn="l">
              <a:lnSpc>
                <a:spcPct val="115000"/>
              </a:lnSpc>
              <a:spcBef>
                <a:spcPts val="800"/>
              </a:spcBef>
              <a:spcAft>
                <a:spcPts val="0"/>
              </a:spcAft>
              <a:buClr>
                <a:schemeClr val="lt1"/>
              </a:buClr>
              <a:buSzPts val="1000"/>
              <a:buFont typeface="DM Sans"/>
              <a:buChar char="●"/>
              <a:defRPr sz="1000"/>
            </a:lvl4pPr>
            <a:lvl5pPr indent="-292100" lvl="4" marL="2286000" algn="l">
              <a:lnSpc>
                <a:spcPct val="115000"/>
              </a:lnSpc>
              <a:spcBef>
                <a:spcPts val="800"/>
              </a:spcBef>
              <a:spcAft>
                <a:spcPts val="0"/>
              </a:spcAft>
              <a:buClr>
                <a:schemeClr val="lt1"/>
              </a:buClr>
              <a:buSzPts val="1000"/>
              <a:buFont typeface="DM Sans"/>
              <a:buChar char="○"/>
              <a:defRPr sz="1000"/>
            </a:lvl5pPr>
            <a:lvl6pPr indent="-292100" lvl="5" marL="2743200" algn="l">
              <a:lnSpc>
                <a:spcPct val="115000"/>
              </a:lnSpc>
              <a:spcBef>
                <a:spcPts val="800"/>
              </a:spcBef>
              <a:spcAft>
                <a:spcPts val="0"/>
              </a:spcAft>
              <a:buClr>
                <a:schemeClr val="lt1"/>
              </a:buClr>
              <a:buSzPts val="1000"/>
              <a:buFont typeface="DM Sans"/>
              <a:buChar char="■"/>
              <a:defRPr sz="1000"/>
            </a:lvl6pPr>
            <a:lvl7pPr indent="-292100" lvl="6" marL="3200400" algn="l">
              <a:lnSpc>
                <a:spcPct val="115000"/>
              </a:lnSpc>
              <a:spcBef>
                <a:spcPts val="800"/>
              </a:spcBef>
              <a:spcAft>
                <a:spcPts val="0"/>
              </a:spcAft>
              <a:buClr>
                <a:schemeClr val="lt1"/>
              </a:buClr>
              <a:buSzPts val="1000"/>
              <a:buFont typeface="DM Sans"/>
              <a:buChar char="●"/>
              <a:defRPr sz="1000"/>
            </a:lvl7pPr>
            <a:lvl8pPr indent="-292100" lvl="7" marL="3657600" algn="l">
              <a:lnSpc>
                <a:spcPct val="115000"/>
              </a:lnSpc>
              <a:spcBef>
                <a:spcPts val="800"/>
              </a:spcBef>
              <a:spcAft>
                <a:spcPts val="0"/>
              </a:spcAft>
              <a:buClr>
                <a:schemeClr val="lt1"/>
              </a:buClr>
              <a:buSzPts val="1000"/>
              <a:buFont typeface="DM Sans"/>
              <a:buChar char="○"/>
              <a:defRPr sz="1000"/>
            </a:lvl8pPr>
            <a:lvl9pPr indent="-292100" lvl="8" marL="4114800" algn="l">
              <a:lnSpc>
                <a:spcPct val="115000"/>
              </a:lnSpc>
              <a:spcBef>
                <a:spcPts val="800"/>
              </a:spcBef>
              <a:spcAft>
                <a:spcPts val="800"/>
              </a:spcAft>
              <a:buClr>
                <a:schemeClr val="lt1"/>
              </a:buClr>
              <a:buSzPts val="1000"/>
              <a:buFont typeface="DM Sans"/>
              <a:buChar char="■"/>
              <a:defRPr sz="1000"/>
            </a:lvl9pPr>
          </a:lstStyle>
          <a:p/>
        </p:txBody>
      </p:sp>
      <p:sp>
        <p:nvSpPr>
          <p:cNvPr id="297" name="Google Shape;297;p27"/>
          <p:cNvSpPr txBox="1"/>
          <p:nvPr>
            <p:ph idx="3" type="subTitle"/>
          </p:nvPr>
        </p:nvSpPr>
        <p:spPr>
          <a:xfrm>
            <a:off x="4845475" y="666041"/>
            <a:ext cx="3382500" cy="2376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2pPr>
            <a:lvl3pPr lvl="2"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3pPr>
            <a:lvl4pPr lvl="3"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4pPr>
            <a:lvl5pPr lvl="4"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5pPr>
            <a:lvl6pPr lvl="5"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6pPr>
            <a:lvl7pPr lvl="6"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7pPr>
            <a:lvl8pPr lvl="7"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8pPr>
            <a:lvl9pPr lvl="8"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298" name="Google Shape;298;p27"/>
          <p:cNvSpPr txBox="1"/>
          <p:nvPr>
            <p:ph type="title"/>
          </p:nvPr>
        </p:nvSpPr>
        <p:spPr>
          <a:xfrm>
            <a:off x="361975" y="988555"/>
            <a:ext cx="38601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99" name="Google Shape;299;p27"/>
          <p:cNvSpPr txBox="1"/>
          <p:nvPr>
            <p:ph idx="4" type="subTitle"/>
          </p:nvPr>
        </p:nvSpPr>
        <p:spPr>
          <a:xfrm>
            <a:off x="361975" y="732775"/>
            <a:ext cx="3860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00" name="Google Shape;300;p27"/>
          <p:cNvSpPr txBox="1"/>
          <p:nvPr>
            <p:ph idx="5" type="body"/>
          </p:nvPr>
        </p:nvSpPr>
        <p:spPr>
          <a:xfrm>
            <a:off x="4845475" y="3927439"/>
            <a:ext cx="3382500" cy="587700"/>
          </a:xfrm>
          <a:prstGeom prst="rect">
            <a:avLst/>
          </a:prstGeom>
          <a:noFill/>
          <a:ln>
            <a:noFill/>
          </a:ln>
        </p:spPr>
        <p:txBody>
          <a:bodyPr anchorCtr="0" anchor="t" bIns="0" lIns="0" spcFirstLastPara="1" rIns="0" wrap="square" tIns="0">
            <a:spAutoFit/>
          </a:bodyPr>
          <a:lstStyle>
            <a:lvl1pPr indent="-292100" lvl="0" marL="457200" algn="l">
              <a:lnSpc>
                <a:spcPct val="115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15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15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15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15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15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15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15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15000"/>
              </a:lnSpc>
              <a:spcBef>
                <a:spcPts val="800"/>
              </a:spcBef>
              <a:spcAft>
                <a:spcPts val="800"/>
              </a:spcAft>
              <a:buClr>
                <a:schemeClr val="dk1"/>
              </a:buClr>
              <a:buSzPts val="1000"/>
              <a:buFont typeface="DM Sans"/>
              <a:buChar char="■"/>
              <a:defRPr sz="1000">
                <a:solidFill>
                  <a:schemeClr val="dk1"/>
                </a:solidFill>
              </a:defRPr>
            </a:lvl9pPr>
          </a:lstStyle>
          <a:p/>
        </p:txBody>
      </p:sp>
      <p:sp>
        <p:nvSpPr>
          <p:cNvPr id="301" name="Google Shape;301;p27"/>
          <p:cNvSpPr txBox="1"/>
          <p:nvPr>
            <p:ph idx="6" type="subTitle"/>
          </p:nvPr>
        </p:nvSpPr>
        <p:spPr>
          <a:xfrm>
            <a:off x="4845475" y="3594791"/>
            <a:ext cx="3382500" cy="2376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1"/>
              </a:buClr>
              <a:buSzPts val="1400"/>
              <a:buNone/>
              <a:defRPr>
                <a:solidFill>
                  <a:schemeClr val="dk1"/>
                </a:solidFill>
              </a:defRPr>
            </a:lvl1pPr>
            <a:lvl2pPr lvl="1"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2pPr>
            <a:lvl3pPr lvl="2"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3pPr>
            <a:lvl4pPr lvl="3"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4pPr>
            <a:lvl5pPr lvl="4"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5pPr>
            <a:lvl6pPr lvl="5"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6pPr>
            <a:lvl7pPr lvl="6"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7pPr>
            <a:lvl8pPr lvl="7"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8pPr>
            <a:lvl9pPr lvl="8"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302" name="Google Shape;302;p27"/>
          <p:cNvSpPr txBox="1"/>
          <p:nvPr>
            <p:ph idx="7" type="body"/>
          </p:nvPr>
        </p:nvSpPr>
        <p:spPr>
          <a:xfrm>
            <a:off x="4845475" y="2431037"/>
            <a:ext cx="3382500" cy="587700"/>
          </a:xfrm>
          <a:prstGeom prst="rect">
            <a:avLst/>
          </a:prstGeom>
          <a:noFill/>
          <a:ln>
            <a:noFill/>
          </a:ln>
        </p:spPr>
        <p:txBody>
          <a:bodyPr anchorCtr="0" anchor="t" bIns="0" lIns="0" spcFirstLastPara="1" rIns="0" wrap="square" tIns="0">
            <a:spAutoFit/>
          </a:bodyPr>
          <a:lstStyle>
            <a:lvl1pPr indent="-292100" lvl="0" marL="457200" algn="l">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303" name="Google Shape;303;p27"/>
          <p:cNvSpPr txBox="1"/>
          <p:nvPr>
            <p:ph idx="8" type="subTitle"/>
          </p:nvPr>
        </p:nvSpPr>
        <p:spPr>
          <a:xfrm>
            <a:off x="4845475" y="2098390"/>
            <a:ext cx="3382500" cy="2376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1"/>
              </a:buClr>
              <a:buSzPts val="1400"/>
              <a:buNone/>
              <a:defRPr>
                <a:solidFill>
                  <a:schemeClr val="dk1"/>
                </a:solidFill>
              </a:defRPr>
            </a:lvl1pPr>
            <a:lvl2pPr lvl="1"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304" name="Google Shape;304;p27"/>
          <p:cNvSpPr txBox="1"/>
          <p:nvPr>
            <p:ph idx="9" type="body"/>
          </p:nvPr>
        </p:nvSpPr>
        <p:spPr>
          <a:xfrm>
            <a:off x="356100" y="3243900"/>
            <a:ext cx="2798700" cy="1334400"/>
          </a:xfrm>
          <a:prstGeom prst="rect">
            <a:avLst/>
          </a:prstGeom>
          <a:noFill/>
          <a:ln>
            <a:noFill/>
          </a:ln>
        </p:spPr>
        <p:txBody>
          <a:bodyPr anchorCtr="0" anchor="b"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ig ideas">
  <p:cSld name="BLANK_1_1_1_1_1_1_1_1_1_1_1_1_1_1_1_3">
    <p:bg>
      <p:bgPr>
        <a:solidFill>
          <a:schemeClr val="accent2"/>
        </a:solidFill>
      </p:bgPr>
    </p:bg>
    <p:spTree>
      <p:nvGrpSpPr>
        <p:cNvPr id="305" name="Shape 305"/>
        <p:cNvGrpSpPr/>
        <p:nvPr/>
      </p:nvGrpSpPr>
      <p:grpSpPr>
        <a:xfrm>
          <a:off x="0" y="0"/>
          <a:ext cx="0" cy="0"/>
          <a:chOff x="0" y="0"/>
          <a:chExt cx="0" cy="0"/>
        </a:xfrm>
      </p:grpSpPr>
      <p:sp>
        <p:nvSpPr>
          <p:cNvPr id="306" name="Google Shape;306;p2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07" name="Google Shape;307;p28"/>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08" name="Google Shape;308;p28"/>
          <p:cNvSpPr txBox="1"/>
          <p:nvPr>
            <p:ph idx="2" type="body"/>
          </p:nvPr>
        </p:nvSpPr>
        <p:spPr>
          <a:xfrm>
            <a:off x="361975" y="3231275"/>
            <a:ext cx="1457400" cy="10776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lgn="l">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lgn="l">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lgn="l">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lgn="l">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lgn="l">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lgn="l">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lgn="l">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lgn="l">
              <a:lnSpc>
                <a:spcPct val="100000"/>
              </a:lnSpc>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
        <p:nvSpPr>
          <p:cNvPr id="309" name="Google Shape;309;p28"/>
          <p:cNvSpPr txBox="1"/>
          <p:nvPr>
            <p:ph idx="3" type="subTitle"/>
          </p:nvPr>
        </p:nvSpPr>
        <p:spPr>
          <a:xfrm>
            <a:off x="361975" y="2556804"/>
            <a:ext cx="1457400" cy="45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2pPr>
            <a:lvl3pPr lvl="2"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3pPr>
            <a:lvl4pPr lvl="3"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4pPr>
            <a:lvl5pPr lvl="4"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5pPr>
            <a:lvl6pPr lvl="5"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6pPr>
            <a:lvl7pPr lvl="6"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7pPr>
            <a:lvl8pPr lvl="7"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8pPr>
            <a:lvl9pPr lvl="8"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310" name="Google Shape;310;p28"/>
          <p:cNvSpPr txBox="1"/>
          <p:nvPr>
            <p:ph idx="4" type="subTitle"/>
          </p:nvPr>
        </p:nvSpPr>
        <p:spPr>
          <a:xfrm>
            <a:off x="2490450" y="732775"/>
            <a:ext cx="4163100" cy="138600"/>
          </a:xfrm>
          <a:prstGeom prst="rect">
            <a:avLst/>
          </a:prstGeom>
          <a:noFill/>
          <a:ln>
            <a:noFill/>
          </a:ln>
        </p:spPr>
        <p:txBody>
          <a:bodyPr anchorCtr="0" anchor="b" bIns="0" lIns="0" spcFirstLastPara="1" rIns="0" wrap="square" tIns="0">
            <a:spAutoFit/>
          </a:bodyPr>
          <a:lstStyle>
            <a:lvl1pPr lvl="0" algn="ctr">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2pPr>
            <a:lvl3pPr lvl="2"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3pPr>
            <a:lvl4pPr lvl="3"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4pPr>
            <a:lvl5pPr lvl="4"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5pPr>
            <a:lvl6pPr lvl="5"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6pPr>
            <a:lvl7pPr lvl="6"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7pPr>
            <a:lvl8pPr lvl="7"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8pPr>
            <a:lvl9pPr lvl="8"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311" name="Google Shape;311;p28"/>
          <p:cNvSpPr txBox="1"/>
          <p:nvPr>
            <p:ph type="title"/>
          </p:nvPr>
        </p:nvSpPr>
        <p:spPr>
          <a:xfrm>
            <a:off x="1938175" y="988550"/>
            <a:ext cx="5267700" cy="5877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3000"/>
              <a:buNone/>
              <a:defRPr sz="2200"/>
            </a:lvl1pPr>
            <a:lvl2pPr lvl="1" algn="ctr">
              <a:lnSpc>
                <a:spcPct val="100000"/>
              </a:lnSpc>
              <a:spcBef>
                <a:spcPts val="0"/>
              </a:spcBef>
              <a:spcAft>
                <a:spcPts val="0"/>
              </a:spcAft>
              <a:buSzPts val="1400"/>
              <a:buNone/>
              <a:defRPr sz="2200"/>
            </a:lvl2pPr>
            <a:lvl3pPr lvl="2" algn="ctr">
              <a:lnSpc>
                <a:spcPct val="100000"/>
              </a:lnSpc>
              <a:spcBef>
                <a:spcPts val="0"/>
              </a:spcBef>
              <a:spcAft>
                <a:spcPts val="0"/>
              </a:spcAft>
              <a:buSzPts val="1400"/>
              <a:buNone/>
              <a:defRPr sz="2200"/>
            </a:lvl3pPr>
            <a:lvl4pPr lvl="3" algn="ctr">
              <a:lnSpc>
                <a:spcPct val="100000"/>
              </a:lnSpc>
              <a:spcBef>
                <a:spcPts val="0"/>
              </a:spcBef>
              <a:spcAft>
                <a:spcPts val="0"/>
              </a:spcAft>
              <a:buSzPts val="1400"/>
              <a:buNone/>
              <a:defRPr sz="2200"/>
            </a:lvl4pPr>
            <a:lvl5pPr lvl="4" algn="ctr">
              <a:lnSpc>
                <a:spcPct val="100000"/>
              </a:lnSpc>
              <a:spcBef>
                <a:spcPts val="0"/>
              </a:spcBef>
              <a:spcAft>
                <a:spcPts val="0"/>
              </a:spcAft>
              <a:buSzPts val="1400"/>
              <a:buNone/>
              <a:defRPr sz="2200"/>
            </a:lvl5pPr>
            <a:lvl6pPr lvl="5" algn="ctr">
              <a:lnSpc>
                <a:spcPct val="100000"/>
              </a:lnSpc>
              <a:spcBef>
                <a:spcPts val="0"/>
              </a:spcBef>
              <a:spcAft>
                <a:spcPts val="0"/>
              </a:spcAft>
              <a:buSzPts val="1400"/>
              <a:buNone/>
              <a:defRPr sz="2200"/>
            </a:lvl6pPr>
            <a:lvl7pPr lvl="6" algn="ctr">
              <a:lnSpc>
                <a:spcPct val="100000"/>
              </a:lnSpc>
              <a:spcBef>
                <a:spcPts val="0"/>
              </a:spcBef>
              <a:spcAft>
                <a:spcPts val="0"/>
              </a:spcAft>
              <a:buSzPts val="1400"/>
              <a:buNone/>
              <a:defRPr sz="2200"/>
            </a:lvl7pPr>
            <a:lvl8pPr lvl="7" algn="ctr">
              <a:lnSpc>
                <a:spcPct val="100000"/>
              </a:lnSpc>
              <a:spcBef>
                <a:spcPts val="0"/>
              </a:spcBef>
              <a:spcAft>
                <a:spcPts val="0"/>
              </a:spcAft>
              <a:buSzPts val="1400"/>
              <a:buNone/>
              <a:defRPr sz="2200"/>
            </a:lvl8pPr>
            <a:lvl9pPr lvl="8" algn="ctr">
              <a:lnSpc>
                <a:spcPct val="100000"/>
              </a:lnSpc>
              <a:spcBef>
                <a:spcPts val="0"/>
              </a:spcBef>
              <a:spcAft>
                <a:spcPts val="0"/>
              </a:spcAft>
              <a:buSzPts val="1400"/>
              <a:buNone/>
              <a:defRPr sz="2200"/>
            </a:lvl9pPr>
          </a:lstStyle>
          <a:p/>
        </p:txBody>
      </p:sp>
      <p:sp>
        <p:nvSpPr>
          <p:cNvPr id="312" name="Google Shape;312;p28"/>
          <p:cNvSpPr txBox="1"/>
          <p:nvPr>
            <p:ph idx="5" type="subTitle"/>
          </p:nvPr>
        </p:nvSpPr>
        <p:spPr>
          <a:xfrm>
            <a:off x="7319275" y="2556804"/>
            <a:ext cx="1457400" cy="45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2pPr>
            <a:lvl3pPr lvl="2"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3pPr>
            <a:lvl4pPr lvl="3"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4pPr>
            <a:lvl5pPr lvl="4"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5pPr>
            <a:lvl6pPr lvl="5"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6pPr>
            <a:lvl7pPr lvl="6"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7pPr>
            <a:lvl8pPr lvl="7"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8pPr>
            <a:lvl9pPr lvl="8"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313" name="Google Shape;313;p28"/>
          <p:cNvSpPr txBox="1"/>
          <p:nvPr>
            <p:ph idx="6" type="body"/>
          </p:nvPr>
        </p:nvSpPr>
        <p:spPr>
          <a:xfrm>
            <a:off x="2101300" y="3231275"/>
            <a:ext cx="1457400" cy="10776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14" name="Google Shape;314;p28"/>
          <p:cNvSpPr txBox="1"/>
          <p:nvPr>
            <p:ph idx="7" type="body"/>
          </p:nvPr>
        </p:nvSpPr>
        <p:spPr>
          <a:xfrm>
            <a:off x="3840625" y="3231275"/>
            <a:ext cx="1457400" cy="10776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15" name="Google Shape;315;p28"/>
          <p:cNvSpPr txBox="1"/>
          <p:nvPr>
            <p:ph idx="8" type="body"/>
          </p:nvPr>
        </p:nvSpPr>
        <p:spPr>
          <a:xfrm>
            <a:off x="5579950" y="3231275"/>
            <a:ext cx="1457400" cy="10776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16" name="Google Shape;316;p28"/>
          <p:cNvSpPr txBox="1"/>
          <p:nvPr>
            <p:ph idx="9" type="subTitle"/>
          </p:nvPr>
        </p:nvSpPr>
        <p:spPr>
          <a:xfrm>
            <a:off x="2101300" y="2556804"/>
            <a:ext cx="1457400" cy="45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2pPr>
            <a:lvl3pPr lvl="2"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3pPr>
            <a:lvl4pPr lvl="3"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4pPr>
            <a:lvl5pPr lvl="4"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5pPr>
            <a:lvl6pPr lvl="5"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6pPr>
            <a:lvl7pPr lvl="6"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7pPr>
            <a:lvl8pPr lvl="7"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8pPr>
            <a:lvl9pPr lvl="8"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317" name="Google Shape;317;p28"/>
          <p:cNvSpPr txBox="1"/>
          <p:nvPr>
            <p:ph idx="13" type="subTitle"/>
          </p:nvPr>
        </p:nvSpPr>
        <p:spPr>
          <a:xfrm>
            <a:off x="3840625" y="2556804"/>
            <a:ext cx="1457400" cy="45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2pPr>
            <a:lvl3pPr lvl="2"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3pPr>
            <a:lvl4pPr lvl="3"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4pPr>
            <a:lvl5pPr lvl="4"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5pPr>
            <a:lvl6pPr lvl="5"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6pPr>
            <a:lvl7pPr lvl="6"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7pPr>
            <a:lvl8pPr lvl="7"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8pPr>
            <a:lvl9pPr lvl="8"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318" name="Google Shape;318;p28"/>
          <p:cNvSpPr txBox="1"/>
          <p:nvPr>
            <p:ph idx="14" type="subTitle"/>
          </p:nvPr>
        </p:nvSpPr>
        <p:spPr>
          <a:xfrm>
            <a:off x="5579950" y="2556804"/>
            <a:ext cx="1457400" cy="45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2pPr>
            <a:lvl3pPr lvl="2"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3pPr>
            <a:lvl4pPr lvl="3"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4pPr>
            <a:lvl5pPr lvl="4"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5pPr>
            <a:lvl6pPr lvl="5"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6pPr>
            <a:lvl7pPr lvl="6"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7pPr>
            <a:lvl8pPr lvl="7"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8pPr>
            <a:lvl9pPr lvl="8"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319" name="Google Shape;319;p28"/>
          <p:cNvSpPr txBox="1"/>
          <p:nvPr>
            <p:ph idx="15" type="body"/>
          </p:nvPr>
        </p:nvSpPr>
        <p:spPr>
          <a:xfrm>
            <a:off x="7319275" y="3231275"/>
            <a:ext cx="1457400" cy="10776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and Four steps">
  <p:cSld name="CUSTOM_7_1_1_1_1_1_1_1_1_1_1_1_1_1_1_1_1_1_2">
    <p:bg>
      <p:bgPr>
        <a:solidFill>
          <a:schemeClr val="lt1"/>
        </a:solidFill>
      </p:bgPr>
    </p:bg>
    <p:spTree>
      <p:nvGrpSpPr>
        <p:cNvPr id="320" name="Shape 320"/>
        <p:cNvGrpSpPr/>
        <p:nvPr/>
      </p:nvGrpSpPr>
      <p:grpSpPr>
        <a:xfrm>
          <a:off x="0" y="0"/>
          <a:ext cx="0" cy="0"/>
          <a:chOff x="0" y="0"/>
          <a:chExt cx="0" cy="0"/>
        </a:xfrm>
      </p:grpSpPr>
      <p:sp>
        <p:nvSpPr>
          <p:cNvPr id="321" name="Google Shape;321;p2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22" name="Google Shape;322;p29"/>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323" name="Google Shape;323;p29"/>
          <p:cNvSpPr/>
          <p:nvPr/>
        </p:nvSpPr>
        <p:spPr>
          <a:xfrm>
            <a:off x="50" y="2785800"/>
            <a:ext cx="2294400" cy="23574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DM Sans"/>
              <a:ea typeface="DM Sans"/>
              <a:cs typeface="DM Sans"/>
              <a:sym typeface="DM Sans"/>
            </a:endParaRPr>
          </a:p>
        </p:txBody>
      </p:sp>
      <p:sp>
        <p:nvSpPr>
          <p:cNvPr id="324" name="Google Shape;324;p29"/>
          <p:cNvSpPr/>
          <p:nvPr/>
        </p:nvSpPr>
        <p:spPr>
          <a:xfrm>
            <a:off x="2286125" y="2068875"/>
            <a:ext cx="2294400" cy="30747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DM Sans"/>
              <a:ea typeface="DM Sans"/>
              <a:cs typeface="DM Sans"/>
              <a:sym typeface="DM Sans"/>
            </a:endParaRPr>
          </a:p>
        </p:txBody>
      </p:sp>
      <p:sp>
        <p:nvSpPr>
          <p:cNvPr id="325" name="Google Shape;325;p29"/>
          <p:cNvSpPr/>
          <p:nvPr/>
        </p:nvSpPr>
        <p:spPr>
          <a:xfrm>
            <a:off x="4565475" y="1495326"/>
            <a:ext cx="2294400" cy="3648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DM Sans"/>
              <a:ea typeface="DM Sans"/>
              <a:cs typeface="DM Sans"/>
              <a:sym typeface="DM Sans"/>
            </a:endParaRPr>
          </a:p>
        </p:txBody>
      </p:sp>
      <p:sp>
        <p:nvSpPr>
          <p:cNvPr id="326" name="Google Shape;326;p29"/>
          <p:cNvSpPr/>
          <p:nvPr/>
        </p:nvSpPr>
        <p:spPr>
          <a:xfrm>
            <a:off x="6849550" y="732775"/>
            <a:ext cx="2294400" cy="44106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DM Sans"/>
              <a:ea typeface="DM Sans"/>
              <a:cs typeface="DM Sans"/>
              <a:sym typeface="DM Sans"/>
            </a:endParaRPr>
          </a:p>
        </p:txBody>
      </p:sp>
      <p:sp>
        <p:nvSpPr>
          <p:cNvPr id="327" name="Google Shape;327;p29"/>
          <p:cNvSpPr txBox="1"/>
          <p:nvPr/>
        </p:nvSpPr>
        <p:spPr>
          <a:xfrm>
            <a:off x="375350" y="4481351"/>
            <a:ext cx="675900" cy="152400"/>
          </a:xfrm>
          <a:prstGeom prst="rect">
            <a:avLst/>
          </a:prstGeom>
          <a:noFill/>
          <a:ln>
            <a:noFill/>
          </a:ln>
        </p:spPr>
        <p:txBody>
          <a:bodyPr anchorCtr="0" anchor="b" bIns="0" lIns="0" spcFirstLastPara="1" rIns="91425" wrap="square" tIns="0">
            <a:noAutofit/>
          </a:bodyPr>
          <a:lstStyle/>
          <a:p>
            <a:pPr indent="0" lvl="0" marL="0" marR="0" rtl="0" algn="l">
              <a:lnSpc>
                <a:spcPct val="90000"/>
              </a:lnSpc>
              <a:spcBef>
                <a:spcPts val="0"/>
              </a:spcBef>
              <a:spcAft>
                <a:spcPts val="0"/>
              </a:spcAft>
              <a:buClr>
                <a:srgbClr val="000000"/>
              </a:buClr>
              <a:buSzPts val="3000"/>
              <a:buFont typeface="Arial"/>
              <a:buNone/>
            </a:pPr>
            <a:r>
              <a:rPr b="0" i="0" lang="en" sz="3000" u="none" cap="none" strike="noStrike">
                <a:solidFill>
                  <a:schemeClr val="lt1"/>
                </a:solidFill>
                <a:latin typeface="Newsreader"/>
                <a:ea typeface="Newsreader"/>
                <a:cs typeface="Newsreader"/>
                <a:sym typeface="Newsreader"/>
              </a:rPr>
              <a:t>01</a:t>
            </a:r>
            <a:endParaRPr b="0" i="0" sz="3000" u="none" cap="none" strike="noStrike">
              <a:solidFill>
                <a:schemeClr val="lt1"/>
              </a:solidFill>
              <a:latin typeface="Newsreader"/>
              <a:ea typeface="Newsreader"/>
              <a:cs typeface="Newsreader"/>
              <a:sym typeface="Newsreader"/>
            </a:endParaRPr>
          </a:p>
        </p:txBody>
      </p:sp>
      <p:sp>
        <p:nvSpPr>
          <p:cNvPr id="328" name="Google Shape;328;p29"/>
          <p:cNvSpPr txBox="1"/>
          <p:nvPr/>
        </p:nvSpPr>
        <p:spPr>
          <a:xfrm>
            <a:off x="2665113" y="4481351"/>
            <a:ext cx="675900" cy="152400"/>
          </a:xfrm>
          <a:prstGeom prst="rect">
            <a:avLst/>
          </a:prstGeom>
          <a:noFill/>
          <a:ln>
            <a:noFill/>
          </a:ln>
        </p:spPr>
        <p:txBody>
          <a:bodyPr anchorCtr="0" anchor="b" bIns="0" lIns="0" spcFirstLastPara="1" rIns="91425" wrap="square" tIns="0">
            <a:noAutofit/>
          </a:bodyPr>
          <a:lstStyle/>
          <a:p>
            <a:pPr indent="0" lvl="0" marL="0" marR="0" rtl="0" algn="l">
              <a:lnSpc>
                <a:spcPct val="90000"/>
              </a:lnSpc>
              <a:spcBef>
                <a:spcPts val="0"/>
              </a:spcBef>
              <a:spcAft>
                <a:spcPts val="0"/>
              </a:spcAft>
              <a:buClr>
                <a:srgbClr val="000000"/>
              </a:buClr>
              <a:buSzPts val="3000"/>
              <a:buFont typeface="Arial"/>
              <a:buNone/>
            </a:pPr>
            <a:r>
              <a:rPr b="0" i="0" lang="en" sz="3000" u="none" cap="none" strike="noStrike">
                <a:solidFill>
                  <a:schemeClr val="dk1"/>
                </a:solidFill>
                <a:latin typeface="Newsreader"/>
                <a:ea typeface="Newsreader"/>
                <a:cs typeface="Newsreader"/>
                <a:sym typeface="Newsreader"/>
              </a:rPr>
              <a:t>02</a:t>
            </a:r>
            <a:endParaRPr b="0" i="0" sz="3000" u="none" cap="none" strike="noStrike">
              <a:solidFill>
                <a:schemeClr val="dk1"/>
              </a:solidFill>
              <a:latin typeface="Newsreader"/>
              <a:ea typeface="Newsreader"/>
              <a:cs typeface="Newsreader"/>
              <a:sym typeface="Newsreader"/>
            </a:endParaRPr>
          </a:p>
        </p:txBody>
      </p:sp>
      <p:sp>
        <p:nvSpPr>
          <p:cNvPr id="329" name="Google Shape;329;p29"/>
          <p:cNvSpPr txBox="1"/>
          <p:nvPr/>
        </p:nvSpPr>
        <p:spPr>
          <a:xfrm>
            <a:off x="4937688" y="4481351"/>
            <a:ext cx="675900" cy="152400"/>
          </a:xfrm>
          <a:prstGeom prst="rect">
            <a:avLst/>
          </a:prstGeom>
          <a:noFill/>
          <a:ln>
            <a:noFill/>
          </a:ln>
        </p:spPr>
        <p:txBody>
          <a:bodyPr anchorCtr="0" anchor="b" bIns="0" lIns="0" spcFirstLastPara="1" rIns="91425" wrap="square" tIns="0">
            <a:noAutofit/>
          </a:bodyPr>
          <a:lstStyle/>
          <a:p>
            <a:pPr indent="0" lvl="0" marL="0" marR="0" rtl="0" algn="l">
              <a:lnSpc>
                <a:spcPct val="90000"/>
              </a:lnSpc>
              <a:spcBef>
                <a:spcPts val="0"/>
              </a:spcBef>
              <a:spcAft>
                <a:spcPts val="0"/>
              </a:spcAft>
              <a:buClr>
                <a:srgbClr val="000000"/>
              </a:buClr>
              <a:buSzPts val="3000"/>
              <a:buFont typeface="Arial"/>
              <a:buNone/>
            </a:pPr>
            <a:r>
              <a:rPr b="0" i="0" lang="en" sz="3000" u="none" cap="none" strike="noStrike">
                <a:solidFill>
                  <a:schemeClr val="lt1"/>
                </a:solidFill>
                <a:latin typeface="Newsreader"/>
                <a:ea typeface="Newsreader"/>
                <a:cs typeface="Newsreader"/>
                <a:sym typeface="Newsreader"/>
              </a:rPr>
              <a:t>03</a:t>
            </a:r>
            <a:endParaRPr b="0" i="0" sz="3000" u="none" cap="none" strike="noStrike">
              <a:solidFill>
                <a:schemeClr val="lt1"/>
              </a:solidFill>
              <a:latin typeface="Newsreader"/>
              <a:ea typeface="Newsreader"/>
              <a:cs typeface="Newsreader"/>
              <a:sym typeface="Newsreader"/>
            </a:endParaRPr>
          </a:p>
        </p:txBody>
      </p:sp>
      <p:sp>
        <p:nvSpPr>
          <p:cNvPr id="330" name="Google Shape;330;p29"/>
          <p:cNvSpPr txBox="1"/>
          <p:nvPr/>
        </p:nvSpPr>
        <p:spPr>
          <a:xfrm>
            <a:off x="7230513" y="4481351"/>
            <a:ext cx="675900" cy="152400"/>
          </a:xfrm>
          <a:prstGeom prst="rect">
            <a:avLst/>
          </a:prstGeom>
          <a:noFill/>
          <a:ln>
            <a:noFill/>
          </a:ln>
        </p:spPr>
        <p:txBody>
          <a:bodyPr anchorCtr="0" anchor="b" bIns="0" lIns="0" spcFirstLastPara="1" rIns="91425" wrap="square" tIns="0">
            <a:noAutofit/>
          </a:bodyPr>
          <a:lstStyle/>
          <a:p>
            <a:pPr indent="0" lvl="0" marL="0" marR="0" rtl="0" algn="l">
              <a:lnSpc>
                <a:spcPct val="90000"/>
              </a:lnSpc>
              <a:spcBef>
                <a:spcPts val="0"/>
              </a:spcBef>
              <a:spcAft>
                <a:spcPts val="0"/>
              </a:spcAft>
              <a:buClr>
                <a:srgbClr val="000000"/>
              </a:buClr>
              <a:buSzPts val="3000"/>
              <a:buFont typeface="Arial"/>
              <a:buNone/>
            </a:pPr>
            <a:r>
              <a:rPr b="0" i="0" lang="en" sz="3000" u="none" cap="none" strike="noStrike">
                <a:solidFill>
                  <a:schemeClr val="lt1"/>
                </a:solidFill>
                <a:latin typeface="Newsreader"/>
                <a:ea typeface="Newsreader"/>
                <a:cs typeface="Newsreader"/>
                <a:sym typeface="Newsreader"/>
              </a:rPr>
              <a:t>04</a:t>
            </a:r>
            <a:endParaRPr b="0" i="0" sz="3000" u="none" cap="none" strike="noStrike">
              <a:solidFill>
                <a:schemeClr val="lt1"/>
              </a:solidFill>
              <a:latin typeface="Newsreader"/>
              <a:ea typeface="Newsreader"/>
              <a:cs typeface="Newsreader"/>
              <a:sym typeface="Newsreader"/>
            </a:endParaRPr>
          </a:p>
        </p:txBody>
      </p:sp>
      <p:sp>
        <p:nvSpPr>
          <p:cNvPr id="331" name="Google Shape;331;p29"/>
          <p:cNvSpPr txBox="1"/>
          <p:nvPr>
            <p:ph type="title"/>
          </p:nvPr>
        </p:nvSpPr>
        <p:spPr>
          <a:xfrm>
            <a:off x="361975" y="988782"/>
            <a:ext cx="3231600" cy="760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2200"/>
              <a:buFont typeface="Newsreader"/>
              <a:buNone/>
              <a:defRPr sz="2200">
                <a:solidFill>
                  <a:schemeClr val="dk1"/>
                </a:solidFill>
              </a:defRPr>
            </a:lvl1pPr>
            <a:lvl2pPr lvl="1" algn="l">
              <a:lnSpc>
                <a:spcPct val="100000"/>
              </a:lnSpc>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2pPr>
            <a:lvl3pPr lvl="2" algn="l">
              <a:lnSpc>
                <a:spcPct val="100000"/>
              </a:lnSpc>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3pPr>
            <a:lvl4pPr lvl="3" algn="l">
              <a:lnSpc>
                <a:spcPct val="100000"/>
              </a:lnSpc>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4pPr>
            <a:lvl5pPr lvl="4" algn="l">
              <a:lnSpc>
                <a:spcPct val="100000"/>
              </a:lnSpc>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5pPr>
            <a:lvl6pPr lvl="5" algn="l">
              <a:lnSpc>
                <a:spcPct val="100000"/>
              </a:lnSpc>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6pPr>
            <a:lvl7pPr lvl="6" algn="l">
              <a:lnSpc>
                <a:spcPct val="100000"/>
              </a:lnSpc>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7pPr>
            <a:lvl8pPr lvl="7" algn="l">
              <a:lnSpc>
                <a:spcPct val="100000"/>
              </a:lnSpc>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8pPr>
            <a:lvl9pPr lvl="8" algn="l">
              <a:lnSpc>
                <a:spcPct val="100000"/>
              </a:lnSpc>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9pPr>
          </a:lstStyle>
          <a:p/>
        </p:txBody>
      </p:sp>
      <p:sp>
        <p:nvSpPr>
          <p:cNvPr id="332" name="Google Shape;332;p29"/>
          <p:cNvSpPr txBox="1"/>
          <p:nvPr>
            <p:ph idx="2" type="subTitle"/>
          </p:nvPr>
        </p:nvSpPr>
        <p:spPr>
          <a:xfrm>
            <a:off x="382691" y="3129231"/>
            <a:ext cx="1257300" cy="1524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33" name="Google Shape;333;p29"/>
          <p:cNvSpPr txBox="1"/>
          <p:nvPr>
            <p:ph idx="3" type="subTitle"/>
          </p:nvPr>
        </p:nvSpPr>
        <p:spPr>
          <a:xfrm>
            <a:off x="377048" y="3344302"/>
            <a:ext cx="1689600" cy="9690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2pPr>
            <a:lvl3pPr lvl="2"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3pPr>
            <a:lvl4pPr lvl="3"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4pPr>
            <a:lvl5pPr lvl="4"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5pPr>
            <a:lvl6pPr lvl="5"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6pPr>
            <a:lvl7pPr lvl="6"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7pPr>
            <a:lvl8pPr lvl="7"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8pPr>
            <a:lvl9pPr lvl="8"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334" name="Google Shape;334;p29"/>
          <p:cNvSpPr txBox="1"/>
          <p:nvPr>
            <p:ph idx="4" type="subTitle"/>
          </p:nvPr>
        </p:nvSpPr>
        <p:spPr>
          <a:xfrm>
            <a:off x="2671462" y="2450249"/>
            <a:ext cx="1257300" cy="1524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335" name="Google Shape;335;p29"/>
          <p:cNvSpPr txBox="1"/>
          <p:nvPr>
            <p:ph idx="5" type="subTitle"/>
          </p:nvPr>
        </p:nvSpPr>
        <p:spPr>
          <a:xfrm>
            <a:off x="2665825" y="2665171"/>
            <a:ext cx="1689600" cy="1423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336" name="Google Shape;336;p29"/>
          <p:cNvSpPr txBox="1"/>
          <p:nvPr>
            <p:ph idx="6" type="subTitle"/>
          </p:nvPr>
        </p:nvSpPr>
        <p:spPr>
          <a:xfrm>
            <a:off x="4943337" y="1884672"/>
            <a:ext cx="1257300" cy="1524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37" name="Google Shape;337;p29"/>
          <p:cNvSpPr txBox="1"/>
          <p:nvPr>
            <p:ph idx="7" type="subTitle"/>
          </p:nvPr>
        </p:nvSpPr>
        <p:spPr>
          <a:xfrm>
            <a:off x="4937700" y="2099593"/>
            <a:ext cx="1689600" cy="1620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2pPr>
            <a:lvl3pPr lvl="2"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3pPr>
            <a:lvl4pPr lvl="3"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4pPr>
            <a:lvl5pPr lvl="4"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5pPr>
            <a:lvl6pPr lvl="5"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6pPr>
            <a:lvl7pPr lvl="6"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7pPr>
            <a:lvl8pPr lvl="7"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8pPr>
            <a:lvl9pPr lvl="8"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338" name="Google Shape;338;p29"/>
          <p:cNvSpPr txBox="1"/>
          <p:nvPr>
            <p:ph idx="8" type="subTitle"/>
          </p:nvPr>
        </p:nvSpPr>
        <p:spPr>
          <a:xfrm>
            <a:off x="7238787" y="1057472"/>
            <a:ext cx="1257300" cy="1524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39" name="Google Shape;339;p29"/>
          <p:cNvSpPr txBox="1"/>
          <p:nvPr>
            <p:ph idx="9" type="subTitle"/>
          </p:nvPr>
        </p:nvSpPr>
        <p:spPr>
          <a:xfrm>
            <a:off x="7233150" y="1272358"/>
            <a:ext cx="1689600" cy="21960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2pPr>
            <a:lvl3pPr lvl="2"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3pPr>
            <a:lvl4pPr lvl="3"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4pPr>
            <a:lvl5pPr lvl="4"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5pPr>
            <a:lvl6pPr lvl="5"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6pPr>
            <a:lvl7pPr lvl="6"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7pPr>
            <a:lvl8pPr lvl="7"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8pPr>
            <a:lvl9pPr lvl="8"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modules">
  <p:cSld name="CUSTOM_1_1_1">
    <p:spTree>
      <p:nvGrpSpPr>
        <p:cNvPr id="340" name="Shape 340"/>
        <p:cNvGrpSpPr/>
        <p:nvPr/>
      </p:nvGrpSpPr>
      <p:grpSpPr>
        <a:xfrm>
          <a:off x="0" y="0"/>
          <a:ext cx="0" cy="0"/>
          <a:chOff x="0" y="0"/>
          <a:chExt cx="0" cy="0"/>
        </a:xfrm>
      </p:grpSpPr>
      <p:sp>
        <p:nvSpPr>
          <p:cNvPr id="341" name="Google Shape;341;p30"/>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42" name="Google Shape;342;p30"/>
          <p:cNvSpPr txBox="1"/>
          <p:nvPr>
            <p:ph idx="2" type="subTitle"/>
          </p:nvPr>
        </p:nvSpPr>
        <p:spPr>
          <a:xfrm>
            <a:off x="361975" y="732775"/>
            <a:ext cx="3860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43" name="Google Shape;343;p3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44" name="Google Shape;344;p30"/>
          <p:cNvSpPr txBox="1"/>
          <p:nvPr>
            <p:ph type="title"/>
          </p:nvPr>
        </p:nvSpPr>
        <p:spPr>
          <a:xfrm>
            <a:off x="361975" y="988557"/>
            <a:ext cx="50184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2200"/>
            </a:lvl1pPr>
            <a:lvl2pPr lvl="1" algn="l">
              <a:lnSpc>
                <a:spcPct val="90000"/>
              </a:lnSpc>
              <a:spcBef>
                <a:spcPts val="0"/>
              </a:spcBef>
              <a:spcAft>
                <a:spcPts val="0"/>
              </a:spcAft>
              <a:buSzPts val="1400"/>
              <a:buNone/>
              <a:defRPr sz="2200"/>
            </a:lvl2pPr>
            <a:lvl3pPr lvl="2" algn="l">
              <a:lnSpc>
                <a:spcPct val="90000"/>
              </a:lnSpc>
              <a:spcBef>
                <a:spcPts val="0"/>
              </a:spcBef>
              <a:spcAft>
                <a:spcPts val="0"/>
              </a:spcAft>
              <a:buSzPts val="1400"/>
              <a:buNone/>
              <a:defRPr sz="2200"/>
            </a:lvl3pPr>
            <a:lvl4pPr lvl="3" algn="l">
              <a:lnSpc>
                <a:spcPct val="90000"/>
              </a:lnSpc>
              <a:spcBef>
                <a:spcPts val="0"/>
              </a:spcBef>
              <a:spcAft>
                <a:spcPts val="0"/>
              </a:spcAft>
              <a:buSzPts val="1400"/>
              <a:buNone/>
              <a:defRPr sz="2200"/>
            </a:lvl4pPr>
            <a:lvl5pPr lvl="4" algn="l">
              <a:lnSpc>
                <a:spcPct val="90000"/>
              </a:lnSpc>
              <a:spcBef>
                <a:spcPts val="0"/>
              </a:spcBef>
              <a:spcAft>
                <a:spcPts val="0"/>
              </a:spcAft>
              <a:buSzPts val="1400"/>
              <a:buNone/>
              <a:defRPr sz="2200"/>
            </a:lvl5pPr>
            <a:lvl6pPr lvl="5" algn="l">
              <a:lnSpc>
                <a:spcPct val="90000"/>
              </a:lnSpc>
              <a:spcBef>
                <a:spcPts val="0"/>
              </a:spcBef>
              <a:spcAft>
                <a:spcPts val="0"/>
              </a:spcAft>
              <a:buSzPts val="1400"/>
              <a:buNone/>
              <a:defRPr sz="2200"/>
            </a:lvl6pPr>
            <a:lvl7pPr lvl="6" algn="l">
              <a:lnSpc>
                <a:spcPct val="90000"/>
              </a:lnSpc>
              <a:spcBef>
                <a:spcPts val="0"/>
              </a:spcBef>
              <a:spcAft>
                <a:spcPts val="0"/>
              </a:spcAft>
              <a:buSzPts val="1400"/>
              <a:buNone/>
              <a:defRPr sz="2200"/>
            </a:lvl7pPr>
            <a:lvl8pPr lvl="7" algn="l">
              <a:lnSpc>
                <a:spcPct val="90000"/>
              </a:lnSpc>
              <a:spcBef>
                <a:spcPts val="0"/>
              </a:spcBef>
              <a:spcAft>
                <a:spcPts val="0"/>
              </a:spcAft>
              <a:buSzPts val="1400"/>
              <a:buNone/>
              <a:defRPr sz="2200"/>
            </a:lvl8pPr>
            <a:lvl9pPr lvl="8" algn="l">
              <a:lnSpc>
                <a:spcPct val="90000"/>
              </a:lnSpc>
              <a:spcBef>
                <a:spcPts val="0"/>
              </a:spcBef>
              <a:spcAft>
                <a:spcPts val="0"/>
              </a:spcAft>
              <a:buSzPts val="1400"/>
              <a:buNone/>
              <a:defRPr sz="22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header">
  <p:cSld name="CUSTOM_2_1_2_1_2">
    <p:bg>
      <p:bgPr>
        <a:solidFill>
          <a:schemeClr val="lt1"/>
        </a:solidFill>
      </p:bgPr>
    </p:bg>
    <p:spTree>
      <p:nvGrpSpPr>
        <p:cNvPr id="345" name="Shape 345"/>
        <p:cNvGrpSpPr/>
        <p:nvPr/>
      </p:nvGrpSpPr>
      <p:grpSpPr>
        <a:xfrm>
          <a:off x="0" y="0"/>
          <a:ext cx="0" cy="0"/>
          <a:chOff x="0" y="0"/>
          <a:chExt cx="0" cy="0"/>
        </a:xfrm>
      </p:grpSpPr>
      <p:sp>
        <p:nvSpPr>
          <p:cNvPr id="346" name="Google Shape;346;p31"/>
          <p:cNvSpPr/>
          <p:nvPr>
            <p:ph idx="2" type="pic"/>
          </p:nvPr>
        </p:nvSpPr>
        <p:spPr>
          <a:xfrm>
            <a:off x="361975" y="781775"/>
            <a:ext cx="2872800" cy="3783300"/>
          </a:xfrm>
          <a:prstGeom prst="rect">
            <a:avLst/>
          </a:prstGeom>
          <a:noFill/>
          <a:ln>
            <a:noFill/>
          </a:ln>
        </p:spPr>
      </p:sp>
      <p:sp>
        <p:nvSpPr>
          <p:cNvPr id="347" name="Google Shape;347;p3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48" name="Google Shape;348;p31"/>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349" name="Google Shape;349;p31"/>
          <p:cNvSpPr txBox="1"/>
          <p:nvPr>
            <p:ph idx="3" type="subTitle"/>
          </p:nvPr>
        </p:nvSpPr>
        <p:spPr>
          <a:xfrm>
            <a:off x="3657600" y="1051772"/>
            <a:ext cx="4163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350" name="Google Shape;350;p31"/>
          <p:cNvSpPr txBox="1"/>
          <p:nvPr>
            <p:ph type="title"/>
          </p:nvPr>
        </p:nvSpPr>
        <p:spPr>
          <a:xfrm>
            <a:off x="3657600" y="1555450"/>
            <a:ext cx="5622000" cy="17505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SzPts val="3000"/>
              <a:buNone/>
              <a:defRPr sz="2800">
                <a:solidFill>
                  <a:schemeClr val="dk1"/>
                </a:solidFill>
              </a:defRPr>
            </a:lvl1pPr>
            <a:lvl2pPr lvl="1" algn="l">
              <a:lnSpc>
                <a:spcPct val="90000"/>
              </a:lnSpc>
              <a:spcBef>
                <a:spcPts val="0"/>
              </a:spcBef>
              <a:spcAft>
                <a:spcPts val="0"/>
              </a:spcAft>
              <a:buSzPts val="1400"/>
              <a:buNone/>
              <a:defRPr sz="2800">
                <a:solidFill>
                  <a:schemeClr val="dk1"/>
                </a:solidFill>
              </a:defRPr>
            </a:lvl2pPr>
            <a:lvl3pPr lvl="2" algn="l">
              <a:lnSpc>
                <a:spcPct val="90000"/>
              </a:lnSpc>
              <a:spcBef>
                <a:spcPts val="0"/>
              </a:spcBef>
              <a:spcAft>
                <a:spcPts val="0"/>
              </a:spcAft>
              <a:buSzPts val="1400"/>
              <a:buNone/>
              <a:defRPr sz="2800">
                <a:solidFill>
                  <a:schemeClr val="dk1"/>
                </a:solidFill>
              </a:defRPr>
            </a:lvl3pPr>
            <a:lvl4pPr lvl="3" algn="l">
              <a:lnSpc>
                <a:spcPct val="90000"/>
              </a:lnSpc>
              <a:spcBef>
                <a:spcPts val="0"/>
              </a:spcBef>
              <a:spcAft>
                <a:spcPts val="0"/>
              </a:spcAft>
              <a:buSzPts val="1400"/>
              <a:buNone/>
              <a:defRPr sz="2800">
                <a:solidFill>
                  <a:schemeClr val="dk1"/>
                </a:solidFill>
              </a:defRPr>
            </a:lvl4pPr>
            <a:lvl5pPr lvl="4" algn="l">
              <a:lnSpc>
                <a:spcPct val="90000"/>
              </a:lnSpc>
              <a:spcBef>
                <a:spcPts val="0"/>
              </a:spcBef>
              <a:spcAft>
                <a:spcPts val="0"/>
              </a:spcAft>
              <a:buSzPts val="1400"/>
              <a:buNone/>
              <a:defRPr sz="2800">
                <a:solidFill>
                  <a:schemeClr val="dk1"/>
                </a:solidFill>
              </a:defRPr>
            </a:lvl5pPr>
            <a:lvl6pPr lvl="5" algn="l">
              <a:lnSpc>
                <a:spcPct val="90000"/>
              </a:lnSpc>
              <a:spcBef>
                <a:spcPts val="0"/>
              </a:spcBef>
              <a:spcAft>
                <a:spcPts val="0"/>
              </a:spcAft>
              <a:buSzPts val="1400"/>
              <a:buNone/>
              <a:defRPr sz="2800">
                <a:solidFill>
                  <a:schemeClr val="dk1"/>
                </a:solidFill>
              </a:defRPr>
            </a:lvl6pPr>
            <a:lvl7pPr lvl="6" algn="l">
              <a:lnSpc>
                <a:spcPct val="90000"/>
              </a:lnSpc>
              <a:spcBef>
                <a:spcPts val="0"/>
              </a:spcBef>
              <a:spcAft>
                <a:spcPts val="0"/>
              </a:spcAft>
              <a:buSzPts val="1400"/>
              <a:buNone/>
              <a:defRPr sz="2800">
                <a:solidFill>
                  <a:schemeClr val="dk1"/>
                </a:solidFill>
              </a:defRPr>
            </a:lvl7pPr>
            <a:lvl8pPr lvl="7" algn="l">
              <a:lnSpc>
                <a:spcPct val="90000"/>
              </a:lnSpc>
              <a:spcBef>
                <a:spcPts val="0"/>
              </a:spcBef>
              <a:spcAft>
                <a:spcPts val="0"/>
              </a:spcAft>
              <a:buSzPts val="1400"/>
              <a:buNone/>
              <a:defRPr sz="2800">
                <a:solidFill>
                  <a:schemeClr val="dk1"/>
                </a:solidFill>
              </a:defRPr>
            </a:lvl8pPr>
            <a:lvl9pPr lvl="8" algn="l">
              <a:lnSpc>
                <a:spcPct val="90000"/>
              </a:lnSpc>
              <a:spcBef>
                <a:spcPts val="0"/>
              </a:spcBef>
              <a:spcAft>
                <a:spcPts val="0"/>
              </a:spcAft>
              <a:buSzPts val="1400"/>
              <a:buNone/>
              <a:defRPr sz="2800">
                <a:solidFill>
                  <a:schemeClr val="dk1"/>
                </a:solidFill>
              </a:defRPr>
            </a:lvl9pPr>
          </a:lstStyle>
          <a:p/>
        </p:txBody>
      </p:sp>
      <p:sp>
        <p:nvSpPr>
          <p:cNvPr id="351" name="Google Shape;351;p31"/>
          <p:cNvSpPr txBox="1"/>
          <p:nvPr>
            <p:ph idx="4" type="body"/>
          </p:nvPr>
        </p:nvSpPr>
        <p:spPr>
          <a:xfrm>
            <a:off x="3657600" y="3556575"/>
            <a:ext cx="3554400" cy="1029300"/>
          </a:xfrm>
          <a:prstGeom prst="rect">
            <a:avLst/>
          </a:prstGeom>
          <a:noFill/>
          <a:ln>
            <a:noFill/>
          </a:ln>
        </p:spPr>
        <p:txBody>
          <a:bodyPr anchorCtr="0" anchor="b" bIns="0" lIns="0" spcFirstLastPara="1" rIns="0" wrap="square" tIns="0">
            <a:spAutoFit/>
          </a:bodyPr>
          <a:lstStyle>
            <a:lvl1pPr indent="-292100" lvl="0" marL="457200" algn="l">
              <a:lnSpc>
                <a:spcPct val="115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l">
              <a:lnSpc>
                <a:spcPct val="115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5">
  <p:cSld name="CUSTOM_2_1_2_1_1">
    <p:bg>
      <p:bgPr>
        <a:solidFill>
          <a:schemeClr val="accent2"/>
        </a:solidFill>
      </p:bgPr>
    </p:bg>
    <p:spTree>
      <p:nvGrpSpPr>
        <p:cNvPr id="352" name="Shape 352"/>
        <p:cNvGrpSpPr/>
        <p:nvPr/>
      </p:nvGrpSpPr>
      <p:grpSpPr>
        <a:xfrm>
          <a:off x="0" y="0"/>
          <a:ext cx="0" cy="0"/>
          <a:chOff x="0" y="0"/>
          <a:chExt cx="0" cy="0"/>
        </a:xfrm>
      </p:grpSpPr>
      <p:pic>
        <p:nvPicPr>
          <p:cNvPr descr="The reflective glass facade of a skyscraper. " id="353" name="Google Shape;353;p32"/>
          <p:cNvPicPr preferRelativeResize="0"/>
          <p:nvPr/>
        </p:nvPicPr>
        <p:blipFill rotWithShape="1">
          <a:blip r:embed="rId2">
            <a:alphaModFix amt="14000"/>
          </a:blip>
          <a:srcRect b="15605" l="0" r="0" t="0"/>
          <a:stretch/>
        </p:blipFill>
        <p:spPr>
          <a:xfrm>
            <a:off x="0" y="-8150"/>
            <a:ext cx="9144003" cy="5143501"/>
          </a:xfrm>
          <a:prstGeom prst="rect">
            <a:avLst/>
          </a:prstGeom>
          <a:noFill/>
          <a:ln>
            <a:noFill/>
          </a:ln>
        </p:spPr>
      </p:pic>
      <p:sp>
        <p:nvSpPr>
          <p:cNvPr id="354" name="Google Shape;354;p3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55" name="Google Shape;355;p32"/>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56" name="Google Shape;356;p32"/>
          <p:cNvSpPr txBox="1"/>
          <p:nvPr>
            <p:ph idx="2" type="body"/>
          </p:nvPr>
        </p:nvSpPr>
        <p:spPr>
          <a:xfrm>
            <a:off x="1957800" y="4195275"/>
            <a:ext cx="5228400" cy="390600"/>
          </a:xfrm>
          <a:prstGeom prst="rect">
            <a:avLst/>
          </a:prstGeom>
          <a:noFill/>
          <a:ln>
            <a:noFill/>
          </a:ln>
        </p:spPr>
        <p:txBody>
          <a:bodyPr anchorCtr="0" anchor="b" bIns="0" lIns="0" spcFirstLastPara="1" rIns="0" wrap="square" tIns="0">
            <a:noAutofit/>
          </a:bodyPr>
          <a:lstStyle>
            <a:lvl1pPr indent="-292100" lvl="0" marL="457200" algn="ctr">
              <a:lnSpc>
                <a:spcPct val="115000"/>
              </a:lnSpc>
              <a:spcBef>
                <a:spcPts val="0"/>
              </a:spcBef>
              <a:spcAft>
                <a:spcPts val="0"/>
              </a:spcAft>
              <a:buClr>
                <a:schemeClr val="lt1"/>
              </a:buClr>
              <a:buSzPts val="1000"/>
              <a:buFont typeface="DM Sans"/>
              <a:buChar char="●"/>
              <a:defRPr sz="1000"/>
            </a:lvl1pPr>
            <a:lvl2pPr indent="-292100" lvl="1" marL="914400" algn="ctr">
              <a:lnSpc>
                <a:spcPct val="115000"/>
              </a:lnSpc>
              <a:spcBef>
                <a:spcPts val="800"/>
              </a:spcBef>
              <a:spcAft>
                <a:spcPts val="0"/>
              </a:spcAft>
              <a:buClr>
                <a:schemeClr val="lt1"/>
              </a:buClr>
              <a:buSzPts val="1000"/>
              <a:buFont typeface="DM Sans"/>
              <a:buChar char="○"/>
              <a:defRPr sz="1000"/>
            </a:lvl2pPr>
            <a:lvl3pPr indent="-292100" lvl="2" marL="1371600" algn="ctr">
              <a:lnSpc>
                <a:spcPct val="115000"/>
              </a:lnSpc>
              <a:spcBef>
                <a:spcPts val="800"/>
              </a:spcBef>
              <a:spcAft>
                <a:spcPts val="0"/>
              </a:spcAft>
              <a:buClr>
                <a:schemeClr val="lt1"/>
              </a:buClr>
              <a:buSzPts val="1000"/>
              <a:buFont typeface="DM Sans"/>
              <a:buChar char="■"/>
              <a:defRPr sz="1000"/>
            </a:lvl3pPr>
            <a:lvl4pPr indent="-292100" lvl="3" marL="1828800" algn="ctr">
              <a:lnSpc>
                <a:spcPct val="115000"/>
              </a:lnSpc>
              <a:spcBef>
                <a:spcPts val="800"/>
              </a:spcBef>
              <a:spcAft>
                <a:spcPts val="0"/>
              </a:spcAft>
              <a:buClr>
                <a:schemeClr val="lt1"/>
              </a:buClr>
              <a:buSzPts val="1000"/>
              <a:buFont typeface="DM Sans"/>
              <a:buChar char="●"/>
              <a:defRPr sz="1000"/>
            </a:lvl4pPr>
            <a:lvl5pPr indent="-292100" lvl="4" marL="2286000" algn="ctr">
              <a:lnSpc>
                <a:spcPct val="115000"/>
              </a:lnSpc>
              <a:spcBef>
                <a:spcPts val="800"/>
              </a:spcBef>
              <a:spcAft>
                <a:spcPts val="0"/>
              </a:spcAft>
              <a:buClr>
                <a:schemeClr val="lt1"/>
              </a:buClr>
              <a:buSzPts val="1000"/>
              <a:buFont typeface="DM Sans"/>
              <a:buChar char="○"/>
              <a:defRPr sz="1000"/>
            </a:lvl5pPr>
            <a:lvl6pPr indent="-292100" lvl="5" marL="2743200" algn="ctr">
              <a:lnSpc>
                <a:spcPct val="115000"/>
              </a:lnSpc>
              <a:spcBef>
                <a:spcPts val="800"/>
              </a:spcBef>
              <a:spcAft>
                <a:spcPts val="0"/>
              </a:spcAft>
              <a:buClr>
                <a:schemeClr val="lt1"/>
              </a:buClr>
              <a:buSzPts val="1000"/>
              <a:buFont typeface="DM Sans"/>
              <a:buChar char="■"/>
              <a:defRPr sz="1000"/>
            </a:lvl6pPr>
            <a:lvl7pPr indent="-292100" lvl="6" marL="3200400" algn="ctr">
              <a:lnSpc>
                <a:spcPct val="115000"/>
              </a:lnSpc>
              <a:spcBef>
                <a:spcPts val="800"/>
              </a:spcBef>
              <a:spcAft>
                <a:spcPts val="0"/>
              </a:spcAft>
              <a:buClr>
                <a:schemeClr val="lt1"/>
              </a:buClr>
              <a:buSzPts val="1000"/>
              <a:buFont typeface="DM Sans"/>
              <a:buChar char="●"/>
              <a:defRPr sz="1000"/>
            </a:lvl7pPr>
            <a:lvl8pPr indent="-292100" lvl="7" marL="3657600" algn="ctr">
              <a:lnSpc>
                <a:spcPct val="115000"/>
              </a:lnSpc>
              <a:spcBef>
                <a:spcPts val="800"/>
              </a:spcBef>
              <a:spcAft>
                <a:spcPts val="0"/>
              </a:spcAft>
              <a:buClr>
                <a:schemeClr val="lt1"/>
              </a:buClr>
              <a:buSzPts val="1000"/>
              <a:buFont typeface="DM Sans"/>
              <a:buChar char="○"/>
              <a:defRPr sz="1000"/>
            </a:lvl8pPr>
            <a:lvl9pPr indent="-292100" lvl="8" marL="4114800" algn="ctr">
              <a:lnSpc>
                <a:spcPct val="115000"/>
              </a:lnSpc>
              <a:spcBef>
                <a:spcPts val="800"/>
              </a:spcBef>
              <a:spcAft>
                <a:spcPts val="800"/>
              </a:spcAft>
              <a:buClr>
                <a:schemeClr val="lt1"/>
              </a:buClr>
              <a:buSzPts val="1000"/>
              <a:buFont typeface="DM Sans"/>
              <a:buChar char="■"/>
              <a:defRPr sz="1000"/>
            </a:lvl9pPr>
          </a:lstStyle>
          <a:p/>
        </p:txBody>
      </p:sp>
      <p:sp>
        <p:nvSpPr>
          <p:cNvPr id="357" name="Google Shape;357;p32"/>
          <p:cNvSpPr txBox="1"/>
          <p:nvPr>
            <p:ph idx="3" type="subTitle"/>
          </p:nvPr>
        </p:nvSpPr>
        <p:spPr>
          <a:xfrm>
            <a:off x="2490450" y="732775"/>
            <a:ext cx="4163100" cy="138600"/>
          </a:xfrm>
          <a:prstGeom prst="rect">
            <a:avLst/>
          </a:prstGeom>
          <a:noFill/>
          <a:ln>
            <a:noFill/>
          </a:ln>
        </p:spPr>
        <p:txBody>
          <a:bodyPr anchorCtr="0" anchor="b" bIns="0" lIns="0" spcFirstLastPara="1" rIns="0" wrap="square" tIns="0">
            <a:spAutoFit/>
          </a:bodyPr>
          <a:lstStyle>
            <a:lvl1pPr lvl="0" algn="ctr">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2pPr>
            <a:lvl3pPr lvl="2"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3pPr>
            <a:lvl4pPr lvl="3"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4pPr>
            <a:lvl5pPr lvl="4"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5pPr>
            <a:lvl6pPr lvl="5"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6pPr>
            <a:lvl7pPr lvl="6"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7pPr>
            <a:lvl8pPr lvl="7"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8pPr>
            <a:lvl9pPr lvl="8"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358" name="Google Shape;358;p32"/>
          <p:cNvSpPr txBox="1"/>
          <p:nvPr>
            <p:ph type="title"/>
          </p:nvPr>
        </p:nvSpPr>
        <p:spPr>
          <a:xfrm>
            <a:off x="719400" y="988550"/>
            <a:ext cx="7705200" cy="587700"/>
          </a:xfrm>
          <a:prstGeom prst="rect">
            <a:avLst/>
          </a:prstGeom>
          <a:noFill/>
          <a:ln>
            <a:noFill/>
          </a:ln>
        </p:spPr>
        <p:txBody>
          <a:bodyPr anchorCtr="0" anchor="t" bIns="0" lIns="0" spcFirstLastPara="1" rIns="0" wrap="square" tIns="0">
            <a:spAutoFit/>
          </a:bodyPr>
          <a:lstStyle>
            <a:lvl1pPr lvl="0" algn="ctr">
              <a:lnSpc>
                <a:spcPct val="90000"/>
              </a:lnSpc>
              <a:spcBef>
                <a:spcPts val="0"/>
              </a:spcBef>
              <a:spcAft>
                <a:spcPts val="0"/>
              </a:spcAft>
              <a:buSzPts val="3000"/>
              <a:buNone/>
              <a:defRPr/>
            </a:lvl1pPr>
            <a:lvl2pPr lvl="1" algn="ctr">
              <a:lnSpc>
                <a:spcPct val="90000"/>
              </a:lnSpc>
              <a:spcBef>
                <a:spcPts val="0"/>
              </a:spcBef>
              <a:spcAft>
                <a:spcPts val="0"/>
              </a:spcAft>
              <a:buSzPts val="1400"/>
              <a:buNone/>
              <a:defRPr sz="2200"/>
            </a:lvl2pPr>
            <a:lvl3pPr lvl="2" algn="ctr">
              <a:lnSpc>
                <a:spcPct val="90000"/>
              </a:lnSpc>
              <a:spcBef>
                <a:spcPts val="0"/>
              </a:spcBef>
              <a:spcAft>
                <a:spcPts val="0"/>
              </a:spcAft>
              <a:buSzPts val="1400"/>
              <a:buNone/>
              <a:defRPr sz="2200"/>
            </a:lvl3pPr>
            <a:lvl4pPr lvl="3" algn="ctr">
              <a:lnSpc>
                <a:spcPct val="90000"/>
              </a:lnSpc>
              <a:spcBef>
                <a:spcPts val="0"/>
              </a:spcBef>
              <a:spcAft>
                <a:spcPts val="0"/>
              </a:spcAft>
              <a:buSzPts val="1400"/>
              <a:buNone/>
              <a:defRPr sz="2200"/>
            </a:lvl4pPr>
            <a:lvl5pPr lvl="4" algn="ctr">
              <a:lnSpc>
                <a:spcPct val="90000"/>
              </a:lnSpc>
              <a:spcBef>
                <a:spcPts val="0"/>
              </a:spcBef>
              <a:spcAft>
                <a:spcPts val="0"/>
              </a:spcAft>
              <a:buSzPts val="1400"/>
              <a:buNone/>
              <a:defRPr sz="2200"/>
            </a:lvl5pPr>
            <a:lvl6pPr lvl="5" algn="ctr">
              <a:lnSpc>
                <a:spcPct val="90000"/>
              </a:lnSpc>
              <a:spcBef>
                <a:spcPts val="0"/>
              </a:spcBef>
              <a:spcAft>
                <a:spcPts val="0"/>
              </a:spcAft>
              <a:buSzPts val="1400"/>
              <a:buNone/>
              <a:defRPr sz="2200"/>
            </a:lvl6pPr>
            <a:lvl7pPr lvl="6" algn="ctr">
              <a:lnSpc>
                <a:spcPct val="90000"/>
              </a:lnSpc>
              <a:spcBef>
                <a:spcPts val="0"/>
              </a:spcBef>
              <a:spcAft>
                <a:spcPts val="0"/>
              </a:spcAft>
              <a:buSzPts val="1400"/>
              <a:buNone/>
              <a:defRPr sz="2200"/>
            </a:lvl7pPr>
            <a:lvl8pPr lvl="7" algn="ctr">
              <a:lnSpc>
                <a:spcPct val="90000"/>
              </a:lnSpc>
              <a:spcBef>
                <a:spcPts val="0"/>
              </a:spcBef>
              <a:spcAft>
                <a:spcPts val="0"/>
              </a:spcAft>
              <a:buSzPts val="1400"/>
              <a:buNone/>
              <a:defRPr sz="2200"/>
            </a:lvl8pPr>
            <a:lvl9pPr lvl="8" algn="ctr">
              <a:lnSpc>
                <a:spcPct val="90000"/>
              </a:lnSpc>
              <a:spcBef>
                <a:spcPts val="0"/>
              </a:spcBef>
              <a:spcAft>
                <a:spcPts val="0"/>
              </a:spcAft>
              <a:buSzPts val="1400"/>
              <a:buNone/>
              <a:defRPr sz="2200"/>
            </a:lvl9pPr>
          </a:lstStyle>
          <a:p/>
        </p:txBody>
      </p:sp>
      <p:sp>
        <p:nvSpPr>
          <p:cNvPr id="359" name="Google Shape;359;p32"/>
          <p:cNvSpPr/>
          <p:nvPr>
            <p:ph idx="4" type="pic"/>
          </p:nvPr>
        </p:nvSpPr>
        <p:spPr>
          <a:xfrm>
            <a:off x="3588150" y="2027104"/>
            <a:ext cx="1967700" cy="1311600"/>
          </a:xfrm>
          <a:prstGeom prst="rect">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p:cSld name="CUSTOM_8_1">
    <p:bg>
      <p:bgPr>
        <a:solidFill>
          <a:schemeClr val="accent2"/>
        </a:solidFill>
      </p:bgPr>
    </p:bg>
    <p:spTree>
      <p:nvGrpSpPr>
        <p:cNvPr id="360" name="Shape 360"/>
        <p:cNvGrpSpPr/>
        <p:nvPr/>
      </p:nvGrpSpPr>
      <p:grpSpPr>
        <a:xfrm>
          <a:off x="0" y="0"/>
          <a:ext cx="0" cy="0"/>
          <a:chOff x="0" y="0"/>
          <a:chExt cx="0" cy="0"/>
        </a:xfrm>
      </p:grpSpPr>
      <p:sp>
        <p:nvSpPr>
          <p:cNvPr id="361" name="Google Shape;361;p33"/>
          <p:cNvSpPr/>
          <p:nvPr/>
        </p:nvSpPr>
        <p:spPr>
          <a:xfrm>
            <a:off x="50" y="-300"/>
            <a:ext cx="67089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a:ea typeface="DM Sans"/>
              <a:cs typeface="DM Sans"/>
              <a:sym typeface="DM Sans"/>
            </a:endParaRPr>
          </a:p>
        </p:txBody>
      </p:sp>
      <p:sp>
        <p:nvSpPr>
          <p:cNvPr id="362" name="Google Shape;362;p33"/>
          <p:cNvSpPr txBox="1"/>
          <p:nvPr>
            <p:ph type="title"/>
          </p:nvPr>
        </p:nvSpPr>
        <p:spPr>
          <a:xfrm>
            <a:off x="451472" y="2024100"/>
            <a:ext cx="4163100" cy="13725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SzPts val="3000"/>
              <a:buNone/>
              <a:defRPr sz="4200">
                <a:solidFill>
                  <a:schemeClr val="dk1"/>
                </a:solidFill>
              </a:defRPr>
            </a:lvl1pPr>
            <a:lvl2pPr lvl="1" algn="l">
              <a:lnSpc>
                <a:spcPct val="90000"/>
              </a:lnSpc>
              <a:spcBef>
                <a:spcPts val="0"/>
              </a:spcBef>
              <a:spcAft>
                <a:spcPts val="0"/>
              </a:spcAft>
              <a:buSzPts val="1400"/>
              <a:buNone/>
              <a:defRPr sz="4200">
                <a:solidFill>
                  <a:schemeClr val="dk1"/>
                </a:solidFill>
              </a:defRPr>
            </a:lvl2pPr>
            <a:lvl3pPr lvl="2" algn="l">
              <a:lnSpc>
                <a:spcPct val="90000"/>
              </a:lnSpc>
              <a:spcBef>
                <a:spcPts val="0"/>
              </a:spcBef>
              <a:spcAft>
                <a:spcPts val="0"/>
              </a:spcAft>
              <a:buSzPts val="1400"/>
              <a:buNone/>
              <a:defRPr sz="4200">
                <a:solidFill>
                  <a:schemeClr val="dk1"/>
                </a:solidFill>
              </a:defRPr>
            </a:lvl3pPr>
            <a:lvl4pPr lvl="3" algn="l">
              <a:lnSpc>
                <a:spcPct val="90000"/>
              </a:lnSpc>
              <a:spcBef>
                <a:spcPts val="0"/>
              </a:spcBef>
              <a:spcAft>
                <a:spcPts val="0"/>
              </a:spcAft>
              <a:buSzPts val="1400"/>
              <a:buNone/>
              <a:defRPr sz="4200">
                <a:solidFill>
                  <a:schemeClr val="dk1"/>
                </a:solidFill>
              </a:defRPr>
            </a:lvl4pPr>
            <a:lvl5pPr lvl="4" algn="l">
              <a:lnSpc>
                <a:spcPct val="90000"/>
              </a:lnSpc>
              <a:spcBef>
                <a:spcPts val="0"/>
              </a:spcBef>
              <a:spcAft>
                <a:spcPts val="0"/>
              </a:spcAft>
              <a:buSzPts val="1400"/>
              <a:buNone/>
              <a:defRPr sz="4200">
                <a:solidFill>
                  <a:schemeClr val="dk1"/>
                </a:solidFill>
              </a:defRPr>
            </a:lvl5pPr>
            <a:lvl6pPr lvl="5" algn="l">
              <a:lnSpc>
                <a:spcPct val="90000"/>
              </a:lnSpc>
              <a:spcBef>
                <a:spcPts val="0"/>
              </a:spcBef>
              <a:spcAft>
                <a:spcPts val="0"/>
              </a:spcAft>
              <a:buSzPts val="1400"/>
              <a:buNone/>
              <a:defRPr sz="4200">
                <a:solidFill>
                  <a:schemeClr val="dk1"/>
                </a:solidFill>
              </a:defRPr>
            </a:lvl6pPr>
            <a:lvl7pPr lvl="6" algn="l">
              <a:lnSpc>
                <a:spcPct val="90000"/>
              </a:lnSpc>
              <a:spcBef>
                <a:spcPts val="0"/>
              </a:spcBef>
              <a:spcAft>
                <a:spcPts val="0"/>
              </a:spcAft>
              <a:buSzPts val="1400"/>
              <a:buNone/>
              <a:defRPr sz="4200">
                <a:solidFill>
                  <a:schemeClr val="dk1"/>
                </a:solidFill>
              </a:defRPr>
            </a:lvl7pPr>
            <a:lvl8pPr lvl="7" algn="l">
              <a:lnSpc>
                <a:spcPct val="90000"/>
              </a:lnSpc>
              <a:spcBef>
                <a:spcPts val="0"/>
              </a:spcBef>
              <a:spcAft>
                <a:spcPts val="0"/>
              </a:spcAft>
              <a:buSzPts val="1400"/>
              <a:buNone/>
              <a:defRPr sz="4200">
                <a:solidFill>
                  <a:schemeClr val="dk1"/>
                </a:solidFill>
              </a:defRPr>
            </a:lvl8pPr>
            <a:lvl9pPr lvl="8" algn="l">
              <a:lnSpc>
                <a:spcPct val="90000"/>
              </a:lnSpc>
              <a:spcBef>
                <a:spcPts val="0"/>
              </a:spcBef>
              <a:spcAft>
                <a:spcPts val="0"/>
              </a:spcAft>
              <a:buSzPts val="1400"/>
              <a:buNone/>
              <a:defRPr sz="4200">
                <a:solidFill>
                  <a:schemeClr val="dk1"/>
                </a:solidFill>
              </a:defRPr>
            </a:lvl9pPr>
          </a:lstStyle>
          <a:p/>
        </p:txBody>
      </p:sp>
      <p:sp>
        <p:nvSpPr>
          <p:cNvPr id="363" name="Google Shape;363;p33"/>
          <p:cNvSpPr txBox="1"/>
          <p:nvPr>
            <p:ph idx="1" type="subTitle"/>
          </p:nvPr>
        </p:nvSpPr>
        <p:spPr>
          <a:xfrm>
            <a:off x="451475" y="3776250"/>
            <a:ext cx="4163100" cy="4269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1pPr>
            <a:lvl2pPr lvl="1" algn="l">
              <a:lnSpc>
                <a:spcPct val="115000"/>
              </a:lnSpc>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2pPr>
            <a:lvl3pPr lvl="2" algn="l">
              <a:lnSpc>
                <a:spcPct val="115000"/>
              </a:lnSpc>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3pPr>
            <a:lvl4pPr lvl="3" algn="l">
              <a:lnSpc>
                <a:spcPct val="115000"/>
              </a:lnSpc>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4pPr>
            <a:lvl5pPr lvl="4" algn="l">
              <a:lnSpc>
                <a:spcPct val="115000"/>
              </a:lnSpc>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5pPr>
            <a:lvl6pPr lvl="5" algn="l">
              <a:lnSpc>
                <a:spcPct val="115000"/>
              </a:lnSpc>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6pPr>
            <a:lvl7pPr lvl="6" algn="l">
              <a:lnSpc>
                <a:spcPct val="115000"/>
              </a:lnSpc>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7pPr>
            <a:lvl8pPr lvl="7" algn="l">
              <a:lnSpc>
                <a:spcPct val="115000"/>
              </a:lnSpc>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8pPr>
            <a:lvl9pPr lvl="8" algn="l">
              <a:lnSpc>
                <a:spcPct val="115000"/>
              </a:lnSpc>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64" name="Shape 364"/>
        <p:cNvGrpSpPr/>
        <p:nvPr/>
      </p:nvGrpSpPr>
      <p:grpSpPr>
        <a:xfrm>
          <a:off x="0" y="0"/>
          <a:ext cx="0" cy="0"/>
          <a:chOff x="0" y="0"/>
          <a:chExt cx="0" cy="0"/>
        </a:xfrm>
      </p:grpSpPr>
      <p:sp>
        <p:nvSpPr>
          <p:cNvPr id="365" name="Google Shape;365;p3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66" name="Google Shape;366;p3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2800"/>
              <a:buNone/>
              <a:defRPr sz="2800"/>
            </a:lvl1pPr>
            <a:lvl2pPr lvl="1" algn="ctr">
              <a:lnSpc>
                <a:spcPct val="115000"/>
              </a:lnSpc>
              <a:spcBef>
                <a:spcPts val="0"/>
              </a:spcBef>
              <a:spcAft>
                <a:spcPts val="0"/>
              </a:spcAft>
              <a:buSzPts val="2800"/>
              <a:buNone/>
              <a:defRPr sz="2800"/>
            </a:lvl2pPr>
            <a:lvl3pPr lvl="2" algn="ctr">
              <a:lnSpc>
                <a:spcPct val="115000"/>
              </a:lnSpc>
              <a:spcBef>
                <a:spcPts val="0"/>
              </a:spcBef>
              <a:spcAft>
                <a:spcPts val="0"/>
              </a:spcAft>
              <a:buSzPts val="2800"/>
              <a:buNone/>
              <a:defRPr sz="2800"/>
            </a:lvl3pPr>
            <a:lvl4pPr lvl="3" algn="ctr">
              <a:lnSpc>
                <a:spcPct val="115000"/>
              </a:lnSpc>
              <a:spcBef>
                <a:spcPts val="0"/>
              </a:spcBef>
              <a:spcAft>
                <a:spcPts val="0"/>
              </a:spcAft>
              <a:buSzPts val="2800"/>
              <a:buNone/>
              <a:defRPr sz="2800"/>
            </a:lvl4pPr>
            <a:lvl5pPr lvl="4" algn="ctr">
              <a:lnSpc>
                <a:spcPct val="115000"/>
              </a:lnSpc>
              <a:spcBef>
                <a:spcPts val="0"/>
              </a:spcBef>
              <a:spcAft>
                <a:spcPts val="0"/>
              </a:spcAft>
              <a:buSzPts val="2800"/>
              <a:buNone/>
              <a:defRPr sz="2800"/>
            </a:lvl5pPr>
            <a:lvl6pPr lvl="5" algn="ctr">
              <a:lnSpc>
                <a:spcPct val="115000"/>
              </a:lnSpc>
              <a:spcBef>
                <a:spcPts val="0"/>
              </a:spcBef>
              <a:spcAft>
                <a:spcPts val="0"/>
              </a:spcAft>
              <a:buSzPts val="2800"/>
              <a:buNone/>
              <a:defRPr sz="2800"/>
            </a:lvl6pPr>
            <a:lvl7pPr lvl="6" algn="ctr">
              <a:lnSpc>
                <a:spcPct val="115000"/>
              </a:lnSpc>
              <a:spcBef>
                <a:spcPts val="0"/>
              </a:spcBef>
              <a:spcAft>
                <a:spcPts val="0"/>
              </a:spcAft>
              <a:buSzPts val="2800"/>
              <a:buNone/>
              <a:defRPr sz="2800"/>
            </a:lvl7pPr>
            <a:lvl8pPr lvl="7" algn="ctr">
              <a:lnSpc>
                <a:spcPct val="115000"/>
              </a:lnSpc>
              <a:spcBef>
                <a:spcPts val="0"/>
              </a:spcBef>
              <a:spcAft>
                <a:spcPts val="0"/>
              </a:spcAft>
              <a:buSzPts val="2800"/>
              <a:buNone/>
              <a:defRPr sz="2800"/>
            </a:lvl8pPr>
            <a:lvl9pPr lvl="8" algn="ctr">
              <a:lnSpc>
                <a:spcPct val="115000"/>
              </a:lnSpc>
              <a:spcBef>
                <a:spcPts val="0"/>
              </a:spcBef>
              <a:spcAft>
                <a:spcPts val="0"/>
              </a:spcAft>
              <a:buSzPts val="2800"/>
              <a:buNone/>
              <a:defRPr sz="28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67" name="Shape 367"/>
        <p:cNvGrpSpPr/>
        <p:nvPr/>
      </p:nvGrpSpPr>
      <p:grpSpPr>
        <a:xfrm>
          <a:off x="0" y="0"/>
          <a:ext cx="0" cy="0"/>
          <a:chOff x="0" y="0"/>
          <a:chExt cx="0" cy="0"/>
        </a:xfrm>
      </p:grpSpPr>
      <p:sp>
        <p:nvSpPr>
          <p:cNvPr id="368" name="Google Shape;368;p3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69" name="Shape 369"/>
        <p:cNvGrpSpPr/>
        <p:nvPr/>
      </p:nvGrpSpPr>
      <p:grpSpPr>
        <a:xfrm>
          <a:off x="0" y="0"/>
          <a:ext cx="0" cy="0"/>
          <a:chOff x="0" y="0"/>
          <a:chExt cx="0" cy="0"/>
        </a:xfrm>
      </p:grpSpPr>
      <p:sp>
        <p:nvSpPr>
          <p:cNvPr id="370" name="Google Shape;370;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1" name="Google Shape;371;p3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72" name="Shape 372"/>
        <p:cNvGrpSpPr/>
        <p:nvPr/>
      </p:nvGrpSpPr>
      <p:grpSpPr>
        <a:xfrm>
          <a:off x="0" y="0"/>
          <a:ext cx="0" cy="0"/>
          <a:chOff x="0" y="0"/>
          <a:chExt cx="0" cy="0"/>
        </a:xfrm>
      </p:grpSpPr>
      <p:sp>
        <p:nvSpPr>
          <p:cNvPr id="373" name="Google Shape;373;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4" name="Google Shape;374;p3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375" name="Google Shape;375;p3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800"/>
              </a:spcBef>
              <a:spcAft>
                <a:spcPts val="0"/>
              </a:spcAft>
              <a:buSzPts val="1200"/>
              <a:buChar char="○"/>
              <a:defRPr/>
            </a:lvl2pPr>
            <a:lvl3pPr indent="-304800" lvl="2" marL="1371600" algn="l">
              <a:lnSpc>
                <a:spcPct val="115000"/>
              </a:lnSpc>
              <a:spcBef>
                <a:spcPts val="800"/>
              </a:spcBef>
              <a:spcAft>
                <a:spcPts val="0"/>
              </a:spcAft>
              <a:buSzPts val="1200"/>
              <a:buChar char="■"/>
              <a:defRPr/>
            </a:lvl3pPr>
            <a:lvl4pPr indent="-304800" lvl="3" marL="1828800" algn="l">
              <a:lnSpc>
                <a:spcPct val="115000"/>
              </a:lnSpc>
              <a:spcBef>
                <a:spcPts val="800"/>
              </a:spcBef>
              <a:spcAft>
                <a:spcPts val="0"/>
              </a:spcAft>
              <a:buSzPts val="1200"/>
              <a:buChar char="●"/>
              <a:defRPr/>
            </a:lvl4pPr>
            <a:lvl5pPr indent="-304800" lvl="4" marL="2286000" algn="l">
              <a:lnSpc>
                <a:spcPct val="115000"/>
              </a:lnSpc>
              <a:spcBef>
                <a:spcPts val="800"/>
              </a:spcBef>
              <a:spcAft>
                <a:spcPts val="0"/>
              </a:spcAft>
              <a:buSzPts val="1200"/>
              <a:buChar char="○"/>
              <a:defRPr/>
            </a:lvl5pPr>
            <a:lvl6pPr indent="-304800" lvl="5" marL="2743200" algn="l">
              <a:lnSpc>
                <a:spcPct val="115000"/>
              </a:lnSpc>
              <a:spcBef>
                <a:spcPts val="800"/>
              </a:spcBef>
              <a:spcAft>
                <a:spcPts val="0"/>
              </a:spcAft>
              <a:buSzPts val="1200"/>
              <a:buChar char="■"/>
              <a:defRPr/>
            </a:lvl6pPr>
            <a:lvl7pPr indent="-304800" lvl="6" marL="3200400" algn="l">
              <a:lnSpc>
                <a:spcPct val="115000"/>
              </a:lnSpc>
              <a:spcBef>
                <a:spcPts val="800"/>
              </a:spcBef>
              <a:spcAft>
                <a:spcPts val="0"/>
              </a:spcAft>
              <a:buSzPts val="1200"/>
              <a:buChar char="●"/>
              <a:defRPr/>
            </a:lvl7pPr>
            <a:lvl8pPr indent="-304800" lvl="7" marL="3657600" algn="l">
              <a:lnSpc>
                <a:spcPct val="115000"/>
              </a:lnSpc>
              <a:spcBef>
                <a:spcPts val="800"/>
              </a:spcBef>
              <a:spcAft>
                <a:spcPts val="0"/>
              </a:spcAft>
              <a:buSzPts val="1200"/>
              <a:buChar char="○"/>
              <a:defRPr/>
            </a:lvl8pPr>
            <a:lvl9pPr indent="-304800" lvl="8" marL="4114800" algn="l">
              <a:lnSpc>
                <a:spcPct val="115000"/>
              </a:lnSpc>
              <a:spcBef>
                <a:spcPts val="800"/>
              </a:spcBef>
              <a:spcAft>
                <a:spcPts val="800"/>
              </a:spcAft>
              <a:buSzPts val="12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76" name="Shape 376"/>
        <p:cNvGrpSpPr/>
        <p:nvPr/>
      </p:nvGrpSpPr>
      <p:grpSpPr>
        <a:xfrm>
          <a:off x="0" y="0"/>
          <a:ext cx="0" cy="0"/>
          <a:chOff x="0" y="0"/>
          <a:chExt cx="0" cy="0"/>
        </a:xfrm>
      </p:grpSpPr>
      <p:sp>
        <p:nvSpPr>
          <p:cNvPr id="377" name="Google Shape;377;p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78" name="Shape 378"/>
        <p:cNvGrpSpPr/>
        <p:nvPr/>
      </p:nvGrpSpPr>
      <p:grpSpPr>
        <a:xfrm>
          <a:off x="0" y="0"/>
          <a:ext cx="0" cy="0"/>
          <a:chOff x="0" y="0"/>
          <a:chExt cx="0" cy="0"/>
        </a:xfrm>
      </p:grpSpPr>
      <p:sp>
        <p:nvSpPr>
          <p:cNvPr id="379" name="Google Shape;379;p3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80" name="Google Shape;380;p3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81" name="Shape 381"/>
        <p:cNvGrpSpPr/>
        <p:nvPr/>
      </p:nvGrpSpPr>
      <p:grpSpPr>
        <a:xfrm>
          <a:off x="0" y="0"/>
          <a:ext cx="0" cy="0"/>
          <a:chOff x="0" y="0"/>
          <a:chExt cx="0" cy="0"/>
        </a:xfrm>
      </p:grpSpPr>
      <p:sp>
        <p:nvSpPr>
          <p:cNvPr id="382" name="Google Shape;382;p4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83" name="Shape 383"/>
        <p:cNvGrpSpPr/>
        <p:nvPr/>
      </p:nvGrpSpPr>
      <p:grpSpPr>
        <a:xfrm>
          <a:off x="0" y="0"/>
          <a:ext cx="0" cy="0"/>
          <a:chOff x="0" y="0"/>
          <a:chExt cx="0" cy="0"/>
        </a:xfrm>
      </p:grpSpPr>
      <p:sp>
        <p:nvSpPr>
          <p:cNvPr id="384" name="Google Shape;384;p4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5" name="Google Shape;385;p4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2100"/>
              <a:buNone/>
              <a:defRPr sz="2100"/>
            </a:lvl1pPr>
            <a:lvl2pPr lvl="1" algn="ctr">
              <a:lnSpc>
                <a:spcPct val="115000"/>
              </a:lnSpc>
              <a:spcBef>
                <a:spcPts val="0"/>
              </a:spcBef>
              <a:spcAft>
                <a:spcPts val="0"/>
              </a:spcAft>
              <a:buSzPts val="2100"/>
              <a:buNone/>
              <a:defRPr sz="2100"/>
            </a:lvl2pPr>
            <a:lvl3pPr lvl="2" algn="ctr">
              <a:lnSpc>
                <a:spcPct val="115000"/>
              </a:lnSpc>
              <a:spcBef>
                <a:spcPts val="0"/>
              </a:spcBef>
              <a:spcAft>
                <a:spcPts val="0"/>
              </a:spcAft>
              <a:buSzPts val="2100"/>
              <a:buNone/>
              <a:defRPr sz="2100"/>
            </a:lvl3pPr>
            <a:lvl4pPr lvl="3" algn="ctr">
              <a:lnSpc>
                <a:spcPct val="115000"/>
              </a:lnSpc>
              <a:spcBef>
                <a:spcPts val="0"/>
              </a:spcBef>
              <a:spcAft>
                <a:spcPts val="0"/>
              </a:spcAft>
              <a:buSzPts val="2100"/>
              <a:buNone/>
              <a:defRPr sz="2100"/>
            </a:lvl4pPr>
            <a:lvl5pPr lvl="4" algn="ctr">
              <a:lnSpc>
                <a:spcPct val="115000"/>
              </a:lnSpc>
              <a:spcBef>
                <a:spcPts val="0"/>
              </a:spcBef>
              <a:spcAft>
                <a:spcPts val="0"/>
              </a:spcAft>
              <a:buSzPts val="2100"/>
              <a:buNone/>
              <a:defRPr sz="2100"/>
            </a:lvl5pPr>
            <a:lvl6pPr lvl="5" algn="ctr">
              <a:lnSpc>
                <a:spcPct val="115000"/>
              </a:lnSpc>
              <a:spcBef>
                <a:spcPts val="0"/>
              </a:spcBef>
              <a:spcAft>
                <a:spcPts val="0"/>
              </a:spcAft>
              <a:buSzPts val="2100"/>
              <a:buNone/>
              <a:defRPr sz="2100"/>
            </a:lvl6pPr>
            <a:lvl7pPr lvl="6" algn="ctr">
              <a:lnSpc>
                <a:spcPct val="115000"/>
              </a:lnSpc>
              <a:spcBef>
                <a:spcPts val="0"/>
              </a:spcBef>
              <a:spcAft>
                <a:spcPts val="0"/>
              </a:spcAft>
              <a:buSzPts val="2100"/>
              <a:buNone/>
              <a:defRPr sz="2100"/>
            </a:lvl7pPr>
            <a:lvl8pPr lvl="7" algn="ctr">
              <a:lnSpc>
                <a:spcPct val="115000"/>
              </a:lnSpc>
              <a:spcBef>
                <a:spcPts val="0"/>
              </a:spcBef>
              <a:spcAft>
                <a:spcPts val="0"/>
              </a:spcAft>
              <a:buSzPts val="2100"/>
              <a:buNone/>
              <a:defRPr sz="2100"/>
            </a:lvl8pPr>
            <a:lvl9pPr lvl="8" algn="ctr">
              <a:lnSpc>
                <a:spcPct val="115000"/>
              </a:lnSpc>
              <a:spcBef>
                <a:spcPts val="0"/>
              </a:spcBef>
              <a:spcAft>
                <a:spcPts val="0"/>
              </a:spcAft>
              <a:buSzPts val="2100"/>
              <a:buNone/>
              <a:defRPr sz="2100"/>
            </a:lvl9pPr>
          </a:lstStyle>
          <a:p/>
        </p:txBody>
      </p:sp>
      <p:sp>
        <p:nvSpPr>
          <p:cNvPr id="386" name="Google Shape;386;p4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87" name="Shape 387"/>
        <p:cNvGrpSpPr/>
        <p:nvPr/>
      </p:nvGrpSpPr>
      <p:grpSpPr>
        <a:xfrm>
          <a:off x="0" y="0"/>
          <a:ext cx="0" cy="0"/>
          <a:chOff x="0" y="0"/>
          <a:chExt cx="0" cy="0"/>
        </a:xfrm>
      </p:grpSpPr>
      <p:sp>
        <p:nvSpPr>
          <p:cNvPr id="388" name="Google Shape;388;p4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15000"/>
              </a:lnSpc>
              <a:spcBef>
                <a:spcPts val="0"/>
              </a:spcBef>
              <a:spcAft>
                <a:spcPts val="0"/>
              </a:spcAft>
              <a:buSzPts val="1200"/>
              <a:buNone/>
              <a:defRPr/>
            </a:lvl1pPr>
            <a:lvl2pPr indent="-304800" lvl="1" marL="914400" algn="l">
              <a:lnSpc>
                <a:spcPct val="115000"/>
              </a:lnSpc>
              <a:spcBef>
                <a:spcPts val="800"/>
              </a:spcBef>
              <a:spcAft>
                <a:spcPts val="0"/>
              </a:spcAft>
              <a:buSzPts val="1200"/>
              <a:buChar char="○"/>
              <a:defRPr/>
            </a:lvl2pPr>
            <a:lvl3pPr indent="-304800" lvl="2" marL="1371600" algn="l">
              <a:lnSpc>
                <a:spcPct val="115000"/>
              </a:lnSpc>
              <a:spcBef>
                <a:spcPts val="800"/>
              </a:spcBef>
              <a:spcAft>
                <a:spcPts val="0"/>
              </a:spcAft>
              <a:buSzPts val="1200"/>
              <a:buChar char="■"/>
              <a:defRPr/>
            </a:lvl3pPr>
            <a:lvl4pPr indent="-304800" lvl="3" marL="1828800" algn="l">
              <a:lnSpc>
                <a:spcPct val="115000"/>
              </a:lnSpc>
              <a:spcBef>
                <a:spcPts val="800"/>
              </a:spcBef>
              <a:spcAft>
                <a:spcPts val="0"/>
              </a:spcAft>
              <a:buSzPts val="1200"/>
              <a:buChar char="●"/>
              <a:defRPr/>
            </a:lvl4pPr>
            <a:lvl5pPr indent="-304800" lvl="4" marL="2286000" algn="l">
              <a:lnSpc>
                <a:spcPct val="115000"/>
              </a:lnSpc>
              <a:spcBef>
                <a:spcPts val="800"/>
              </a:spcBef>
              <a:spcAft>
                <a:spcPts val="0"/>
              </a:spcAft>
              <a:buSzPts val="1200"/>
              <a:buChar char="○"/>
              <a:defRPr/>
            </a:lvl5pPr>
            <a:lvl6pPr indent="-304800" lvl="5" marL="2743200" algn="l">
              <a:lnSpc>
                <a:spcPct val="115000"/>
              </a:lnSpc>
              <a:spcBef>
                <a:spcPts val="800"/>
              </a:spcBef>
              <a:spcAft>
                <a:spcPts val="0"/>
              </a:spcAft>
              <a:buSzPts val="1200"/>
              <a:buChar char="■"/>
              <a:defRPr/>
            </a:lvl6pPr>
            <a:lvl7pPr indent="-304800" lvl="6" marL="3200400" algn="l">
              <a:lnSpc>
                <a:spcPct val="115000"/>
              </a:lnSpc>
              <a:spcBef>
                <a:spcPts val="800"/>
              </a:spcBef>
              <a:spcAft>
                <a:spcPts val="0"/>
              </a:spcAft>
              <a:buSzPts val="1200"/>
              <a:buChar char="●"/>
              <a:defRPr/>
            </a:lvl7pPr>
            <a:lvl8pPr indent="-304800" lvl="7" marL="3657600" algn="l">
              <a:lnSpc>
                <a:spcPct val="115000"/>
              </a:lnSpc>
              <a:spcBef>
                <a:spcPts val="800"/>
              </a:spcBef>
              <a:spcAft>
                <a:spcPts val="0"/>
              </a:spcAft>
              <a:buSzPts val="1200"/>
              <a:buChar char="○"/>
              <a:defRPr/>
            </a:lvl8pPr>
            <a:lvl9pPr indent="-304800" lvl="8" marL="4114800" algn="l">
              <a:lnSpc>
                <a:spcPct val="115000"/>
              </a:lnSpc>
              <a:spcBef>
                <a:spcPts val="800"/>
              </a:spcBef>
              <a:spcAft>
                <a:spcPts val="800"/>
              </a:spcAft>
              <a:buSzPts val="12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89" name="Shape 389"/>
        <p:cNvGrpSpPr/>
        <p:nvPr/>
      </p:nvGrpSpPr>
      <p:grpSpPr>
        <a:xfrm>
          <a:off x="0" y="0"/>
          <a:ext cx="0" cy="0"/>
          <a:chOff x="0" y="0"/>
          <a:chExt cx="0" cy="0"/>
        </a:xfrm>
      </p:grpSpPr>
      <p:sp>
        <p:nvSpPr>
          <p:cNvPr id="390" name="Google Shape;390;p43"/>
          <p:cNvSpPr txBox="1"/>
          <p:nvPr>
            <p:ph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p:txBody>
      </p:sp>
      <p:sp>
        <p:nvSpPr>
          <p:cNvPr id="391" name="Google Shape;391;p4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04800" lvl="0" marL="457200" algn="ctr">
              <a:lnSpc>
                <a:spcPct val="115000"/>
              </a:lnSpc>
              <a:spcBef>
                <a:spcPts val="0"/>
              </a:spcBef>
              <a:spcAft>
                <a:spcPts val="0"/>
              </a:spcAft>
              <a:buSzPts val="1200"/>
              <a:buChar char="●"/>
              <a:defRPr/>
            </a:lvl1pPr>
            <a:lvl2pPr indent="-304800" lvl="1" marL="914400" algn="ctr">
              <a:lnSpc>
                <a:spcPct val="115000"/>
              </a:lnSpc>
              <a:spcBef>
                <a:spcPts val="0"/>
              </a:spcBef>
              <a:spcAft>
                <a:spcPts val="0"/>
              </a:spcAft>
              <a:buSzPts val="1200"/>
              <a:buChar char="○"/>
              <a:defRPr/>
            </a:lvl2pPr>
            <a:lvl3pPr indent="-304800" lvl="2" marL="1371600" algn="ctr">
              <a:lnSpc>
                <a:spcPct val="115000"/>
              </a:lnSpc>
              <a:spcBef>
                <a:spcPts val="0"/>
              </a:spcBef>
              <a:spcAft>
                <a:spcPts val="0"/>
              </a:spcAft>
              <a:buSzPts val="1200"/>
              <a:buChar char="■"/>
              <a:defRPr/>
            </a:lvl3pPr>
            <a:lvl4pPr indent="-304800" lvl="3" marL="1828800" algn="ctr">
              <a:lnSpc>
                <a:spcPct val="115000"/>
              </a:lnSpc>
              <a:spcBef>
                <a:spcPts val="0"/>
              </a:spcBef>
              <a:spcAft>
                <a:spcPts val="0"/>
              </a:spcAft>
              <a:buSzPts val="1200"/>
              <a:buChar char="●"/>
              <a:defRPr/>
            </a:lvl4pPr>
            <a:lvl5pPr indent="-304800" lvl="4" marL="2286000" algn="ctr">
              <a:lnSpc>
                <a:spcPct val="115000"/>
              </a:lnSpc>
              <a:spcBef>
                <a:spcPts val="0"/>
              </a:spcBef>
              <a:spcAft>
                <a:spcPts val="0"/>
              </a:spcAft>
              <a:buSzPts val="1200"/>
              <a:buChar char="○"/>
              <a:defRPr/>
            </a:lvl5pPr>
            <a:lvl6pPr indent="-304800" lvl="5" marL="2743200" algn="ctr">
              <a:lnSpc>
                <a:spcPct val="115000"/>
              </a:lnSpc>
              <a:spcBef>
                <a:spcPts val="0"/>
              </a:spcBef>
              <a:spcAft>
                <a:spcPts val="0"/>
              </a:spcAft>
              <a:buSzPts val="1200"/>
              <a:buChar char="■"/>
              <a:defRPr/>
            </a:lvl6pPr>
            <a:lvl7pPr indent="-304800" lvl="6" marL="3200400" algn="ctr">
              <a:lnSpc>
                <a:spcPct val="115000"/>
              </a:lnSpc>
              <a:spcBef>
                <a:spcPts val="0"/>
              </a:spcBef>
              <a:spcAft>
                <a:spcPts val="0"/>
              </a:spcAft>
              <a:buSzPts val="1200"/>
              <a:buChar char="●"/>
              <a:defRPr/>
            </a:lvl7pPr>
            <a:lvl8pPr indent="-304800" lvl="7" marL="3657600" algn="ctr">
              <a:lnSpc>
                <a:spcPct val="115000"/>
              </a:lnSpc>
              <a:spcBef>
                <a:spcPts val="0"/>
              </a:spcBef>
              <a:spcAft>
                <a:spcPts val="0"/>
              </a:spcAft>
              <a:buSzPts val="1200"/>
              <a:buChar char="○"/>
              <a:defRPr/>
            </a:lvl8pPr>
            <a:lvl9pPr indent="-304800" lvl="8" marL="4114800" algn="ctr">
              <a:lnSpc>
                <a:spcPct val="115000"/>
              </a:lnSpc>
              <a:spcBef>
                <a:spcPts val="0"/>
              </a:spcBef>
              <a:spcAft>
                <a:spcPts val="0"/>
              </a:spcAft>
              <a:buSzPts val="12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92" name="Shape 392"/>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93" name="Shape 393"/>
        <p:cNvGrpSpPr/>
        <p:nvPr/>
      </p:nvGrpSpPr>
      <p:grpSpPr>
        <a:xfrm>
          <a:off x="0" y="0"/>
          <a:ext cx="0" cy="0"/>
          <a:chOff x="0" y="0"/>
          <a:chExt cx="0" cy="0"/>
        </a:xfrm>
      </p:grpSpPr>
      <p:sp>
        <p:nvSpPr>
          <p:cNvPr id="394" name="Google Shape;394;p45"/>
          <p:cNvSpPr txBox="1"/>
          <p:nvPr>
            <p:ph type="title"/>
          </p:nvPr>
        </p:nvSpPr>
        <p:spPr>
          <a:xfrm>
            <a:off x="677325" y="1832775"/>
            <a:ext cx="3217200" cy="1484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5" name="Google Shape;395;p45"/>
          <p:cNvSpPr txBox="1"/>
          <p:nvPr>
            <p:ph idx="1" type="subTitle"/>
          </p:nvPr>
        </p:nvSpPr>
        <p:spPr>
          <a:xfrm>
            <a:off x="4406650" y="393750"/>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96" name="Google Shape;396;p45"/>
          <p:cNvSpPr txBox="1"/>
          <p:nvPr>
            <p:ph idx="2" type="subTitle"/>
          </p:nvPr>
        </p:nvSpPr>
        <p:spPr>
          <a:xfrm>
            <a:off x="4406650" y="1151705"/>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97" name="Google Shape;397;p45"/>
          <p:cNvSpPr txBox="1"/>
          <p:nvPr>
            <p:ph idx="3" type="subTitle"/>
          </p:nvPr>
        </p:nvSpPr>
        <p:spPr>
          <a:xfrm>
            <a:off x="4406650" y="3425570"/>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98" name="Google Shape;398;p45"/>
          <p:cNvSpPr txBox="1"/>
          <p:nvPr>
            <p:ph idx="4" type="subTitle"/>
          </p:nvPr>
        </p:nvSpPr>
        <p:spPr>
          <a:xfrm>
            <a:off x="4406650" y="1909660"/>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99" name="Google Shape;399;p45"/>
          <p:cNvSpPr txBox="1"/>
          <p:nvPr>
            <p:ph idx="5" type="subTitle"/>
          </p:nvPr>
        </p:nvSpPr>
        <p:spPr>
          <a:xfrm>
            <a:off x="4406650" y="4183525"/>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400" name="Google Shape;400;p45"/>
          <p:cNvSpPr txBox="1"/>
          <p:nvPr>
            <p:ph idx="6" type="subTitle"/>
          </p:nvPr>
        </p:nvSpPr>
        <p:spPr>
          <a:xfrm>
            <a:off x="4406650" y="2667615"/>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01" name="Shape 401"/>
        <p:cNvGrpSpPr/>
        <p:nvPr/>
      </p:nvGrpSpPr>
      <p:grpSpPr>
        <a:xfrm>
          <a:off x="0" y="0"/>
          <a:ext cx="0" cy="0"/>
          <a:chOff x="0" y="0"/>
          <a:chExt cx="0" cy="0"/>
        </a:xfrm>
      </p:grpSpPr>
      <p:sp>
        <p:nvSpPr>
          <p:cNvPr id="402" name="Google Shape;402;p4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3" name="Google Shape;403;p46"/>
          <p:cNvSpPr txBox="1"/>
          <p:nvPr>
            <p:ph idx="1" type="body"/>
          </p:nvPr>
        </p:nvSpPr>
        <p:spPr>
          <a:xfrm>
            <a:off x="311700" y="1152475"/>
            <a:ext cx="4473900" cy="3416400"/>
          </a:xfrm>
          <a:prstGeom prst="rect">
            <a:avLst/>
          </a:prstGeom>
          <a:noFill/>
          <a:ln>
            <a:noFill/>
          </a:ln>
        </p:spPr>
        <p:txBody>
          <a:bodyPr anchorCtr="0" anchor="t" bIns="91425" lIns="91425" spcFirstLastPara="1" rIns="91425" wrap="square" tIns="91425">
            <a:sp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800"/>
              </a:spcBef>
              <a:spcAft>
                <a:spcPts val="0"/>
              </a:spcAft>
              <a:buSzPts val="1200"/>
              <a:buChar char="○"/>
              <a:defRPr/>
            </a:lvl2pPr>
            <a:lvl3pPr indent="-304800" lvl="2" marL="1371600" algn="l">
              <a:lnSpc>
                <a:spcPct val="115000"/>
              </a:lnSpc>
              <a:spcBef>
                <a:spcPts val="800"/>
              </a:spcBef>
              <a:spcAft>
                <a:spcPts val="0"/>
              </a:spcAft>
              <a:buSzPts val="1200"/>
              <a:buChar char="■"/>
              <a:defRPr/>
            </a:lvl3pPr>
            <a:lvl4pPr indent="-304800" lvl="3" marL="1828800" algn="l">
              <a:lnSpc>
                <a:spcPct val="115000"/>
              </a:lnSpc>
              <a:spcBef>
                <a:spcPts val="800"/>
              </a:spcBef>
              <a:spcAft>
                <a:spcPts val="0"/>
              </a:spcAft>
              <a:buSzPts val="1200"/>
              <a:buChar char="●"/>
              <a:defRPr/>
            </a:lvl4pPr>
            <a:lvl5pPr indent="-304800" lvl="4" marL="2286000" algn="l">
              <a:lnSpc>
                <a:spcPct val="115000"/>
              </a:lnSpc>
              <a:spcBef>
                <a:spcPts val="800"/>
              </a:spcBef>
              <a:spcAft>
                <a:spcPts val="0"/>
              </a:spcAft>
              <a:buSzPts val="1200"/>
              <a:buChar char="○"/>
              <a:defRPr/>
            </a:lvl5pPr>
            <a:lvl6pPr indent="-304800" lvl="5" marL="2743200" algn="l">
              <a:lnSpc>
                <a:spcPct val="115000"/>
              </a:lnSpc>
              <a:spcBef>
                <a:spcPts val="800"/>
              </a:spcBef>
              <a:spcAft>
                <a:spcPts val="0"/>
              </a:spcAft>
              <a:buSzPts val="1200"/>
              <a:buChar char="■"/>
              <a:defRPr/>
            </a:lvl6pPr>
            <a:lvl7pPr indent="-304800" lvl="6" marL="3200400" algn="l">
              <a:lnSpc>
                <a:spcPct val="115000"/>
              </a:lnSpc>
              <a:spcBef>
                <a:spcPts val="800"/>
              </a:spcBef>
              <a:spcAft>
                <a:spcPts val="0"/>
              </a:spcAft>
              <a:buSzPts val="1200"/>
              <a:buChar char="●"/>
              <a:defRPr/>
            </a:lvl7pPr>
            <a:lvl8pPr indent="-304800" lvl="7" marL="3657600" algn="l">
              <a:lnSpc>
                <a:spcPct val="115000"/>
              </a:lnSpc>
              <a:spcBef>
                <a:spcPts val="800"/>
              </a:spcBef>
              <a:spcAft>
                <a:spcPts val="0"/>
              </a:spcAft>
              <a:buSzPts val="1200"/>
              <a:buChar char="○"/>
              <a:defRPr/>
            </a:lvl8pPr>
            <a:lvl9pPr indent="-304800" lvl="8" marL="4114800" algn="l">
              <a:lnSpc>
                <a:spcPct val="115000"/>
              </a:lnSpc>
              <a:spcBef>
                <a:spcPts val="800"/>
              </a:spcBef>
              <a:spcAft>
                <a:spcPts val="800"/>
              </a:spcAft>
              <a:buSzPts val="1200"/>
              <a:buChar char="■"/>
              <a:defRPr/>
            </a:lvl9pPr>
          </a:lstStyle>
          <a:p/>
        </p:txBody>
      </p:sp>
      <p:sp>
        <p:nvSpPr>
          <p:cNvPr id="404" name="Google Shape;404;p46"/>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05" name="Shape 405"/>
        <p:cNvGrpSpPr/>
        <p:nvPr/>
      </p:nvGrpSpPr>
      <p:grpSpPr>
        <a:xfrm>
          <a:off x="0" y="0"/>
          <a:ext cx="0" cy="0"/>
          <a:chOff x="0" y="0"/>
          <a:chExt cx="0" cy="0"/>
        </a:xfrm>
      </p:grpSpPr>
      <p:sp>
        <p:nvSpPr>
          <p:cNvPr id="406" name="Google Shape;406;p47"/>
          <p:cNvSpPr txBox="1"/>
          <p:nvPr>
            <p:ph type="title"/>
          </p:nvPr>
        </p:nvSpPr>
        <p:spPr>
          <a:xfrm>
            <a:off x="483175" y="450025"/>
            <a:ext cx="8184600" cy="758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07" name="Google Shape;407;p47"/>
          <p:cNvSpPr txBox="1"/>
          <p:nvPr>
            <p:ph idx="1" type="body"/>
          </p:nvPr>
        </p:nvSpPr>
        <p:spPr>
          <a:xfrm>
            <a:off x="483150" y="2237788"/>
            <a:ext cx="3619800" cy="2373600"/>
          </a:xfrm>
          <a:prstGeom prst="rect">
            <a:avLst/>
          </a:prstGeom>
          <a:noFill/>
          <a:ln>
            <a:noFill/>
          </a:ln>
        </p:spPr>
        <p:txBody>
          <a:bodyPr anchorCtr="0" anchor="t" bIns="91425" lIns="91425" spcFirstLastPara="1" rIns="91425" wrap="square" tIns="91425">
            <a:sp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800"/>
              </a:spcBef>
              <a:spcAft>
                <a:spcPts val="0"/>
              </a:spcAft>
              <a:buSzPts val="1200"/>
              <a:buChar char="○"/>
              <a:defRPr/>
            </a:lvl2pPr>
            <a:lvl3pPr indent="-304800" lvl="2" marL="1371600" algn="l">
              <a:lnSpc>
                <a:spcPct val="115000"/>
              </a:lnSpc>
              <a:spcBef>
                <a:spcPts val="800"/>
              </a:spcBef>
              <a:spcAft>
                <a:spcPts val="0"/>
              </a:spcAft>
              <a:buSzPts val="1200"/>
              <a:buChar char="■"/>
              <a:defRPr/>
            </a:lvl3pPr>
            <a:lvl4pPr indent="-304800" lvl="3" marL="1828800" algn="l">
              <a:lnSpc>
                <a:spcPct val="115000"/>
              </a:lnSpc>
              <a:spcBef>
                <a:spcPts val="800"/>
              </a:spcBef>
              <a:spcAft>
                <a:spcPts val="0"/>
              </a:spcAft>
              <a:buSzPts val="1200"/>
              <a:buChar char="●"/>
              <a:defRPr/>
            </a:lvl4pPr>
            <a:lvl5pPr indent="-304800" lvl="4" marL="2286000" algn="l">
              <a:lnSpc>
                <a:spcPct val="115000"/>
              </a:lnSpc>
              <a:spcBef>
                <a:spcPts val="800"/>
              </a:spcBef>
              <a:spcAft>
                <a:spcPts val="0"/>
              </a:spcAft>
              <a:buSzPts val="1200"/>
              <a:buChar char="○"/>
              <a:defRPr/>
            </a:lvl5pPr>
            <a:lvl6pPr indent="-304800" lvl="5" marL="2743200" algn="l">
              <a:lnSpc>
                <a:spcPct val="115000"/>
              </a:lnSpc>
              <a:spcBef>
                <a:spcPts val="800"/>
              </a:spcBef>
              <a:spcAft>
                <a:spcPts val="0"/>
              </a:spcAft>
              <a:buSzPts val="1200"/>
              <a:buChar char="■"/>
              <a:defRPr/>
            </a:lvl6pPr>
            <a:lvl7pPr indent="-304800" lvl="6" marL="3200400" algn="l">
              <a:lnSpc>
                <a:spcPct val="115000"/>
              </a:lnSpc>
              <a:spcBef>
                <a:spcPts val="800"/>
              </a:spcBef>
              <a:spcAft>
                <a:spcPts val="0"/>
              </a:spcAft>
              <a:buSzPts val="1200"/>
              <a:buChar char="●"/>
              <a:defRPr/>
            </a:lvl7pPr>
            <a:lvl8pPr indent="-304800" lvl="7" marL="3657600" algn="l">
              <a:lnSpc>
                <a:spcPct val="115000"/>
              </a:lnSpc>
              <a:spcBef>
                <a:spcPts val="800"/>
              </a:spcBef>
              <a:spcAft>
                <a:spcPts val="0"/>
              </a:spcAft>
              <a:buSzPts val="1200"/>
              <a:buChar char="○"/>
              <a:defRPr/>
            </a:lvl8pPr>
            <a:lvl9pPr indent="-304800" lvl="8" marL="4114800" algn="l">
              <a:lnSpc>
                <a:spcPct val="115000"/>
              </a:lnSpc>
              <a:spcBef>
                <a:spcPts val="800"/>
              </a:spcBef>
              <a:spcAft>
                <a:spcPts val="800"/>
              </a:spcAft>
              <a:buSzPts val="1200"/>
              <a:buChar char="■"/>
              <a:defRPr/>
            </a:lvl9pPr>
          </a:lstStyle>
          <a:p/>
        </p:txBody>
      </p:sp>
      <p:sp>
        <p:nvSpPr>
          <p:cNvPr id="408" name="Google Shape;408;p47"/>
          <p:cNvSpPr txBox="1"/>
          <p:nvPr>
            <p:ph idx="2" type="body"/>
          </p:nvPr>
        </p:nvSpPr>
        <p:spPr>
          <a:xfrm>
            <a:off x="5048000" y="2237788"/>
            <a:ext cx="3619800" cy="23736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409" name="Google Shape;409;p47"/>
          <p:cNvSpPr txBox="1"/>
          <p:nvPr>
            <p:ph idx="3" type="subTitle"/>
          </p:nvPr>
        </p:nvSpPr>
        <p:spPr>
          <a:xfrm>
            <a:off x="483150" y="1336161"/>
            <a:ext cx="36198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410" name="Google Shape;410;p47"/>
          <p:cNvSpPr txBox="1"/>
          <p:nvPr>
            <p:ph idx="4" type="subTitle"/>
          </p:nvPr>
        </p:nvSpPr>
        <p:spPr>
          <a:xfrm>
            <a:off x="5048000" y="1336161"/>
            <a:ext cx="36198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11" name="Shape 411"/>
        <p:cNvGrpSpPr/>
        <p:nvPr/>
      </p:nvGrpSpPr>
      <p:grpSpPr>
        <a:xfrm>
          <a:off x="0" y="0"/>
          <a:ext cx="0" cy="0"/>
          <a:chOff x="0" y="0"/>
          <a:chExt cx="0" cy="0"/>
        </a:xfrm>
      </p:grpSpPr>
      <p:sp>
        <p:nvSpPr>
          <p:cNvPr id="412" name="Google Shape;412;p48"/>
          <p:cNvSpPr txBox="1"/>
          <p:nvPr>
            <p:ph idx="1" type="body"/>
          </p:nvPr>
        </p:nvSpPr>
        <p:spPr>
          <a:xfrm>
            <a:off x="483175" y="2417500"/>
            <a:ext cx="2455500" cy="2373600"/>
          </a:xfrm>
          <a:prstGeom prst="rect">
            <a:avLst/>
          </a:prstGeom>
          <a:noFill/>
          <a:ln>
            <a:noFill/>
          </a:ln>
        </p:spPr>
        <p:txBody>
          <a:bodyPr anchorCtr="0" anchor="t" bIns="91425" lIns="91425" spcFirstLastPara="1" rIns="91425" wrap="square" tIns="91425">
            <a:sp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800"/>
              </a:spcBef>
              <a:spcAft>
                <a:spcPts val="0"/>
              </a:spcAft>
              <a:buSzPts val="1200"/>
              <a:buChar char="○"/>
              <a:defRPr/>
            </a:lvl2pPr>
            <a:lvl3pPr indent="-304800" lvl="2" marL="1371600" algn="l">
              <a:lnSpc>
                <a:spcPct val="115000"/>
              </a:lnSpc>
              <a:spcBef>
                <a:spcPts val="800"/>
              </a:spcBef>
              <a:spcAft>
                <a:spcPts val="0"/>
              </a:spcAft>
              <a:buSzPts val="1200"/>
              <a:buChar char="■"/>
              <a:defRPr/>
            </a:lvl3pPr>
            <a:lvl4pPr indent="-304800" lvl="3" marL="1828800" algn="l">
              <a:lnSpc>
                <a:spcPct val="115000"/>
              </a:lnSpc>
              <a:spcBef>
                <a:spcPts val="800"/>
              </a:spcBef>
              <a:spcAft>
                <a:spcPts val="0"/>
              </a:spcAft>
              <a:buSzPts val="1200"/>
              <a:buChar char="●"/>
              <a:defRPr/>
            </a:lvl4pPr>
            <a:lvl5pPr indent="-304800" lvl="4" marL="2286000" algn="l">
              <a:lnSpc>
                <a:spcPct val="115000"/>
              </a:lnSpc>
              <a:spcBef>
                <a:spcPts val="800"/>
              </a:spcBef>
              <a:spcAft>
                <a:spcPts val="0"/>
              </a:spcAft>
              <a:buSzPts val="1200"/>
              <a:buChar char="○"/>
              <a:defRPr/>
            </a:lvl5pPr>
            <a:lvl6pPr indent="-304800" lvl="5" marL="2743200" algn="l">
              <a:lnSpc>
                <a:spcPct val="115000"/>
              </a:lnSpc>
              <a:spcBef>
                <a:spcPts val="800"/>
              </a:spcBef>
              <a:spcAft>
                <a:spcPts val="0"/>
              </a:spcAft>
              <a:buSzPts val="1200"/>
              <a:buChar char="■"/>
              <a:defRPr/>
            </a:lvl6pPr>
            <a:lvl7pPr indent="-304800" lvl="6" marL="3200400" algn="l">
              <a:lnSpc>
                <a:spcPct val="115000"/>
              </a:lnSpc>
              <a:spcBef>
                <a:spcPts val="800"/>
              </a:spcBef>
              <a:spcAft>
                <a:spcPts val="0"/>
              </a:spcAft>
              <a:buSzPts val="1200"/>
              <a:buChar char="●"/>
              <a:defRPr/>
            </a:lvl7pPr>
            <a:lvl8pPr indent="-304800" lvl="7" marL="3657600" algn="l">
              <a:lnSpc>
                <a:spcPct val="115000"/>
              </a:lnSpc>
              <a:spcBef>
                <a:spcPts val="800"/>
              </a:spcBef>
              <a:spcAft>
                <a:spcPts val="0"/>
              </a:spcAft>
              <a:buSzPts val="1200"/>
              <a:buChar char="○"/>
              <a:defRPr/>
            </a:lvl8pPr>
            <a:lvl9pPr indent="-304800" lvl="8" marL="4114800" algn="l">
              <a:lnSpc>
                <a:spcPct val="115000"/>
              </a:lnSpc>
              <a:spcBef>
                <a:spcPts val="800"/>
              </a:spcBef>
              <a:spcAft>
                <a:spcPts val="800"/>
              </a:spcAft>
              <a:buSzPts val="1200"/>
              <a:buChar char="■"/>
              <a:defRPr/>
            </a:lvl9pPr>
          </a:lstStyle>
          <a:p/>
        </p:txBody>
      </p:sp>
      <p:sp>
        <p:nvSpPr>
          <p:cNvPr id="413" name="Google Shape;413;p48"/>
          <p:cNvSpPr txBox="1"/>
          <p:nvPr>
            <p:ph idx="2" type="body"/>
          </p:nvPr>
        </p:nvSpPr>
        <p:spPr>
          <a:xfrm>
            <a:off x="3347725" y="2417500"/>
            <a:ext cx="2455500" cy="23736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414" name="Google Shape;414;p48"/>
          <p:cNvSpPr txBox="1"/>
          <p:nvPr>
            <p:ph type="title"/>
          </p:nvPr>
        </p:nvSpPr>
        <p:spPr>
          <a:xfrm>
            <a:off x="483175" y="450025"/>
            <a:ext cx="8184600" cy="758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15" name="Google Shape;415;p48"/>
          <p:cNvSpPr txBox="1"/>
          <p:nvPr>
            <p:ph idx="3" type="subTitle"/>
          </p:nvPr>
        </p:nvSpPr>
        <p:spPr>
          <a:xfrm>
            <a:off x="483175" y="1336150"/>
            <a:ext cx="2455500" cy="7785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416" name="Google Shape;416;p48"/>
          <p:cNvSpPr txBox="1"/>
          <p:nvPr>
            <p:ph idx="4" type="subTitle"/>
          </p:nvPr>
        </p:nvSpPr>
        <p:spPr>
          <a:xfrm>
            <a:off x="3347725" y="1336150"/>
            <a:ext cx="2455500" cy="7785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417" name="Google Shape;417;p48"/>
          <p:cNvSpPr txBox="1"/>
          <p:nvPr>
            <p:ph idx="5" type="subTitle"/>
          </p:nvPr>
        </p:nvSpPr>
        <p:spPr>
          <a:xfrm>
            <a:off x="6212275" y="1336150"/>
            <a:ext cx="2455500" cy="7785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418" name="Google Shape;418;p48"/>
          <p:cNvSpPr txBox="1"/>
          <p:nvPr>
            <p:ph idx="6" type="body"/>
          </p:nvPr>
        </p:nvSpPr>
        <p:spPr>
          <a:xfrm>
            <a:off x="6212275" y="2417500"/>
            <a:ext cx="2455500" cy="23736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19" name="Shape 419"/>
        <p:cNvGrpSpPr/>
        <p:nvPr/>
      </p:nvGrpSpPr>
      <p:grpSpPr>
        <a:xfrm>
          <a:off x="0" y="0"/>
          <a:ext cx="0" cy="0"/>
          <a:chOff x="0" y="0"/>
          <a:chExt cx="0" cy="0"/>
        </a:xfrm>
      </p:grpSpPr>
      <p:sp>
        <p:nvSpPr>
          <p:cNvPr id="420" name="Google Shape;420;p49"/>
          <p:cNvSpPr txBox="1"/>
          <p:nvPr>
            <p:ph idx="1" type="body"/>
          </p:nvPr>
        </p:nvSpPr>
        <p:spPr>
          <a:xfrm>
            <a:off x="366725" y="1759093"/>
            <a:ext cx="3838500" cy="11385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800"/>
              </a:spcBef>
              <a:spcAft>
                <a:spcPts val="0"/>
              </a:spcAft>
              <a:buSzPts val="1200"/>
              <a:buChar char="○"/>
              <a:defRPr/>
            </a:lvl2pPr>
            <a:lvl3pPr indent="-304800" lvl="2" marL="1371600" algn="l">
              <a:lnSpc>
                <a:spcPct val="115000"/>
              </a:lnSpc>
              <a:spcBef>
                <a:spcPts val="800"/>
              </a:spcBef>
              <a:spcAft>
                <a:spcPts val="0"/>
              </a:spcAft>
              <a:buSzPts val="1200"/>
              <a:buChar char="■"/>
              <a:defRPr/>
            </a:lvl3pPr>
            <a:lvl4pPr indent="-304800" lvl="3" marL="1828800" algn="l">
              <a:lnSpc>
                <a:spcPct val="115000"/>
              </a:lnSpc>
              <a:spcBef>
                <a:spcPts val="800"/>
              </a:spcBef>
              <a:spcAft>
                <a:spcPts val="0"/>
              </a:spcAft>
              <a:buSzPts val="1200"/>
              <a:buChar char="●"/>
              <a:defRPr/>
            </a:lvl4pPr>
            <a:lvl5pPr indent="-304800" lvl="4" marL="2286000" algn="l">
              <a:lnSpc>
                <a:spcPct val="115000"/>
              </a:lnSpc>
              <a:spcBef>
                <a:spcPts val="800"/>
              </a:spcBef>
              <a:spcAft>
                <a:spcPts val="0"/>
              </a:spcAft>
              <a:buSzPts val="1200"/>
              <a:buChar char="○"/>
              <a:defRPr/>
            </a:lvl5pPr>
            <a:lvl6pPr indent="-304800" lvl="5" marL="2743200" algn="l">
              <a:lnSpc>
                <a:spcPct val="115000"/>
              </a:lnSpc>
              <a:spcBef>
                <a:spcPts val="800"/>
              </a:spcBef>
              <a:spcAft>
                <a:spcPts val="0"/>
              </a:spcAft>
              <a:buSzPts val="1200"/>
              <a:buChar char="■"/>
              <a:defRPr/>
            </a:lvl6pPr>
            <a:lvl7pPr indent="-304800" lvl="6" marL="3200400" algn="l">
              <a:lnSpc>
                <a:spcPct val="115000"/>
              </a:lnSpc>
              <a:spcBef>
                <a:spcPts val="800"/>
              </a:spcBef>
              <a:spcAft>
                <a:spcPts val="0"/>
              </a:spcAft>
              <a:buSzPts val="1200"/>
              <a:buChar char="●"/>
              <a:defRPr/>
            </a:lvl7pPr>
            <a:lvl8pPr indent="-304800" lvl="7" marL="3657600" algn="l">
              <a:lnSpc>
                <a:spcPct val="115000"/>
              </a:lnSpc>
              <a:spcBef>
                <a:spcPts val="800"/>
              </a:spcBef>
              <a:spcAft>
                <a:spcPts val="0"/>
              </a:spcAft>
              <a:buSzPts val="1200"/>
              <a:buChar char="○"/>
              <a:defRPr/>
            </a:lvl8pPr>
            <a:lvl9pPr indent="-304800" lvl="8" marL="4114800" algn="l">
              <a:lnSpc>
                <a:spcPct val="115000"/>
              </a:lnSpc>
              <a:spcBef>
                <a:spcPts val="800"/>
              </a:spcBef>
              <a:spcAft>
                <a:spcPts val="800"/>
              </a:spcAft>
              <a:buSzPts val="1200"/>
              <a:buChar char="■"/>
              <a:defRPr/>
            </a:lvl9pPr>
          </a:lstStyle>
          <a:p/>
        </p:txBody>
      </p:sp>
      <p:sp>
        <p:nvSpPr>
          <p:cNvPr id="421" name="Google Shape;421;p49"/>
          <p:cNvSpPr txBox="1"/>
          <p:nvPr>
            <p:ph idx="2" type="body"/>
          </p:nvPr>
        </p:nvSpPr>
        <p:spPr>
          <a:xfrm>
            <a:off x="4938725" y="1759093"/>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422" name="Google Shape;422;p49"/>
          <p:cNvSpPr txBox="1"/>
          <p:nvPr>
            <p:ph idx="3" type="body"/>
          </p:nvPr>
        </p:nvSpPr>
        <p:spPr>
          <a:xfrm>
            <a:off x="366750" y="3648575"/>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423" name="Google Shape;423;p49"/>
          <p:cNvSpPr txBox="1"/>
          <p:nvPr>
            <p:ph idx="4" type="body"/>
          </p:nvPr>
        </p:nvSpPr>
        <p:spPr>
          <a:xfrm>
            <a:off x="4938750" y="3648575"/>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424" name="Google Shape;424;p49"/>
          <p:cNvSpPr txBox="1"/>
          <p:nvPr>
            <p:ph type="title"/>
          </p:nvPr>
        </p:nvSpPr>
        <p:spPr>
          <a:xfrm>
            <a:off x="366750" y="450025"/>
            <a:ext cx="8184600" cy="758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25" name="Google Shape;425;p49"/>
          <p:cNvSpPr txBox="1"/>
          <p:nvPr>
            <p:ph idx="5" type="subTitle"/>
          </p:nvPr>
        </p:nvSpPr>
        <p:spPr>
          <a:xfrm>
            <a:off x="366763" y="1277907"/>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426" name="Google Shape;426;p49"/>
          <p:cNvSpPr txBox="1"/>
          <p:nvPr>
            <p:ph idx="6" type="subTitle"/>
          </p:nvPr>
        </p:nvSpPr>
        <p:spPr>
          <a:xfrm>
            <a:off x="4938738" y="1277907"/>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427" name="Google Shape;427;p49"/>
          <p:cNvSpPr txBox="1"/>
          <p:nvPr>
            <p:ph idx="7" type="subTitle"/>
          </p:nvPr>
        </p:nvSpPr>
        <p:spPr>
          <a:xfrm>
            <a:off x="4938761" y="3167363"/>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428" name="Google Shape;428;p49"/>
          <p:cNvSpPr txBox="1"/>
          <p:nvPr>
            <p:ph idx="8" type="subTitle"/>
          </p:nvPr>
        </p:nvSpPr>
        <p:spPr>
          <a:xfrm>
            <a:off x="366750" y="3167363"/>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29" name="Shape 429"/>
        <p:cNvGrpSpPr/>
        <p:nvPr/>
      </p:nvGrpSpPr>
      <p:grpSpPr>
        <a:xfrm>
          <a:off x="0" y="0"/>
          <a:ext cx="0" cy="0"/>
          <a:chOff x="0" y="0"/>
          <a:chExt cx="0" cy="0"/>
        </a:xfrm>
      </p:grpSpPr>
      <p:sp>
        <p:nvSpPr>
          <p:cNvPr id="430" name="Google Shape;430;p5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1" name="Google Shape;431;p5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32" name="Shape 432"/>
        <p:cNvGrpSpPr/>
        <p:nvPr/>
      </p:nvGrpSpPr>
      <p:grpSpPr>
        <a:xfrm>
          <a:off x="0" y="0"/>
          <a:ext cx="0" cy="0"/>
          <a:chOff x="0" y="0"/>
          <a:chExt cx="0" cy="0"/>
        </a:xfrm>
      </p:grpSpPr>
      <p:sp>
        <p:nvSpPr>
          <p:cNvPr id="433" name="Google Shape;433;p51"/>
          <p:cNvSpPr txBox="1"/>
          <p:nvPr>
            <p:ph idx="1" type="body"/>
          </p:nvPr>
        </p:nvSpPr>
        <p:spPr>
          <a:xfrm>
            <a:off x="311700" y="4080225"/>
            <a:ext cx="4027500" cy="926100"/>
          </a:xfrm>
          <a:prstGeom prst="rect">
            <a:avLst/>
          </a:prstGeom>
          <a:noFill/>
          <a:ln>
            <a:noFill/>
          </a:ln>
        </p:spPr>
        <p:txBody>
          <a:bodyPr anchorCtr="0" anchor="t" bIns="91425" lIns="91425" spcFirstLastPara="1" rIns="91425" wrap="square" tIns="91425">
            <a:sp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800"/>
              </a:spcBef>
              <a:spcAft>
                <a:spcPts val="0"/>
              </a:spcAft>
              <a:buSzPts val="1200"/>
              <a:buChar char="○"/>
              <a:defRPr/>
            </a:lvl2pPr>
            <a:lvl3pPr indent="-304800" lvl="2" marL="1371600" algn="l">
              <a:lnSpc>
                <a:spcPct val="115000"/>
              </a:lnSpc>
              <a:spcBef>
                <a:spcPts val="800"/>
              </a:spcBef>
              <a:spcAft>
                <a:spcPts val="0"/>
              </a:spcAft>
              <a:buSzPts val="1200"/>
              <a:buChar char="■"/>
              <a:defRPr/>
            </a:lvl3pPr>
            <a:lvl4pPr indent="-304800" lvl="3" marL="1828800" algn="l">
              <a:lnSpc>
                <a:spcPct val="115000"/>
              </a:lnSpc>
              <a:spcBef>
                <a:spcPts val="800"/>
              </a:spcBef>
              <a:spcAft>
                <a:spcPts val="0"/>
              </a:spcAft>
              <a:buSzPts val="1200"/>
              <a:buChar char="●"/>
              <a:defRPr/>
            </a:lvl4pPr>
            <a:lvl5pPr indent="-304800" lvl="4" marL="2286000" algn="l">
              <a:lnSpc>
                <a:spcPct val="115000"/>
              </a:lnSpc>
              <a:spcBef>
                <a:spcPts val="800"/>
              </a:spcBef>
              <a:spcAft>
                <a:spcPts val="0"/>
              </a:spcAft>
              <a:buSzPts val="1200"/>
              <a:buChar char="○"/>
              <a:defRPr/>
            </a:lvl5pPr>
            <a:lvl6pPr indent="-304800" lvl="5" marL="2743200" algn="l">
              <a:lnSpc>
                <a:spcPct val="115000"/>
              </a:lnSpc>
              <a:spcBef>
                <a:spcPts val="800"/>
              </a:spcBef>
              <a:spcAft>
                <a:spcPts val="0"/>
              </a:spcAft>
              <a:buSzPts val="1200"/>
              <a:buChar char="■"/>
              <a:defRPr/>
            </a:lvl6pPr>
            <a:lvl7pPr indent="-304800" lvl="6" marL="3200400" algn="l">
              <a:lnSpc>
                <a:spcPct val="115000"/>
              </a:lnSpc>
              <a:spcBef>
                <a:spcPts val="800"/>
              </a:spcBef>
              <a:spcAft>
                <a:spcPts val="0"/>
              </a:spcAft>
              <a:buSzPts val="1200"/>
              <a:buChar char="●"/>
              <a:defRPr/>
            </a:lvl7pPr>
            <a:lvl8pPr indent="-304800" lvl="7" marL="3657600" algn="l">
              <a:lnSpc>
                <a:spcPct val="115000"/>
              </a:lnSpc>
              <a:spcBef>
                <a:spcPts val="800"/>
              </a:spcBef>
              <a:spcAft>
                <a:spcPts val="0"/>
              </a:spcAft>
              <a:buSzPts val="1200"/>
              <a:buChar char="○"/>
              <a:defRPr/>
            </a:lvl8pPr>
            <a:lvl9pPr indent="-304800" lvl="8" marL="4114800" algn="l">
              <a:lnSpc>
                <a:spcPct val="115000"/>
              </a:lnSpc>
              <a:spcBef>
                <a:spcPts val="800"/>
              </a:spcBef>
              <a:spcAft>
                <a:spcPts val="800"/>
              </a:spcAft>
              <a:buSzPts val="1200"/>
              <a:buChar char="■"/>
              <a:defRPr/>
            </a:lvl9pPr>
          </a:lstStyle>
          <a:p/>
        </p:txBody>
      </p:sp>
      <p:sp>
        <p:nvSpPr>
          <p:cNvPr id="434" name="Google Shape;434;p51"/>
          <p:cNvSpPr/>
          <p:nvPr>
            <p:ph idx="2" type="pic"/>
          </p:nvPr>
        </p:nvSpPr>
        <p:spPr>
          <a:xfrm>
            <a:off x="4804825" y="1133300"/>
            <a:ext cx="4027500" cy="2392800"/>
          </a:xfrm>
          <a:prstGeom prst="rect">
            <a:avLst/>
          </a:prstGeom>
          <a:noFill/>
          <a:ln>
            <a:noFill/>
          </a:ln>
        </p:spPr>
      </p:sp>
      <p:sp>
        <p:nvSpPr>
          <p:cNvPr id="435" name="Google Shape;435;p51"/>
          <p:cNvSpPr/>
          <p:nvPr>
            <p:ph idx="3" type="pic"/>
          </p:nvPr>
        </p:nvSpPr>
        <p:spPr>
          <a:xfrm>
            <a:off x="311725" y="1133300"/>
            <a:ext cx="4027500" cy="2392800"/>
          </a:xfrm>
          <a:prstGeom prst="rect">
            <a:avLst/>
          </a:prstGeom>
          <a:noFill/>
          <a:ln>
            <a:noFill/>
          </a:ln>
        </p:spPr>
      </p:sp>
      <p:sp>
        <p:nvSpPr>
          <p:cNvPr id="436" name="Google Shape;436;p51"/>
          <p:cNvSpPr txBox="1"/>
          <p:nvPr>
            <p:ph idx="4" type="body"/>
          </p:nvPr>
        </p:nvSpPr>
        <p:spPr>
          <a:xfrm>
            <a:off x="4804825" y="4080225"/>
            <a:ext cx="4027500" cy="9261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437" name="Google Shape;437;p5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8" name="Google Shape;438;p51"/>
          <p:cNvSpPr txBox="1"/>
          <p:nvPr>
            <p:ph idx="5" type="subTitle"/>
          </p:nvPr>
        </p:nvSpPr>
        <p:spPr>
          <a:xfrm>
            <a:off x="311725" y="3582900"/>
            <a:ext cx="4027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
        <p:nvSpPr>
          <p:cNvPr id="439" name="Google Shape;439;p51"/>
          <p:cNvSpPr txBox="1"/>
          <p:nvPr>
            <p:ph idx="6" type="subTitle"/>
          </p:nvPr>
        </p:nvSpPr>
        <p:spPr>
          <a:xfrm>
            <a:off x="4804825" y="3582900"/>
            <a:ext cx="4027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40" name="Shape 440"/>
        <p:cNvGrpSpPr/>
        <p:nvPr/>
      </p:nvGrpSpPr>
      <p:grpSpPr>
        <a:xfrm>
          <a:off x="0" y="0"/>
          <a:ext cx="0" cy="0"/>
          <a:chOff x="0" y="0"/>
          <a:chExt cx="0" cy="0"/>
        </a:xfrm>
      </p:grpSpPr>
      <p:sp>
        <p:nvSpPr>
          <p:cNvPr id="441" name="Google Shape;441;p52"/>
          <p:cNvSpPr txBox="1"/>
          <p:nvPr>
            <p:ph idx="1" type="body"/>
          </p:nvPr>
        </p:nvSpPr>
        <p:spPr>
          <a:xfrm>
            <a:off x="311700" y="3911700"/>
            <a:ext cx="2627100" cy="1018500"/>
          </a:xfrm>
          <a:prstGeom prst="rect">
            <a:avLst/>
          </a:prstGeom>
          <a:noFill/>
          <a:ln>
            <a:noFill/>
          </a:ln>
        </p:spPr>
        <p:txBody>
          <a:bodyPr anchorCtr="0" anchor="t" bIns="91425" lIns="91425" spcFirstLastPara="1" rIns="91425" wrap="square" tIns="91425">
            <a:sp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800"/>
              </a:spcBef>
              <a:spcAft>
                <a:spcPts val="0"/>
              </a:spcAft>
              <a:buSzPts val="1200"/>
              <a:buChar char="○"/>
              <a:defRPr/>
            </a:lvl2pPr>
            <a:lvl3pPr indent="-304800" lvl="2" marL="1371600" algn="l">
              <a:lnSpc>
                <a:spcPct val="115000"/>
              </a:lnSpc>
              <a:spcBef>
                <a:spcPts val="800"/>
              </a:spcBef>
              <a:spcAft>
                <a:spcPts val="0"/>
              </a:spcAft>
              <a:buSzPts val="1200"/>
              <a:buChar char="■"/>
              <a:defRPr/>
            </a:lvl3pPr>
            <a:lvl4pPr indent="-304800" lvl="3" marL="1828800" algn="l">
              <a:lnSpc>
                <a:spcPct val="115000"/>
              </a:lnSpc>
              <a:spcBef>
                <a:spcPts val="800"/>
              </a:spcBef>
              <a:spcAft>
                <a:spcPts val="0"/>
              </a:spcAft>
              <a:buSzPts val="1200"/>
              <a:buChar char="●"/>
              <a:defRPr/>
            </a:lvl4pPr>
            <a:lvl5pPr indent="-304800" lvl="4" marL="2286000" algn="l">
              <a:lnSpc>
                <a:spcPct val="115000"/>
              </a:lnSpc>
              <a:spcBef>
                <a:spcPts val="800"/>
              </a:spcBef>
              <a:spcAft>
                <a:spcPts val="0"/>
              </a:spcAft>
              <a:buSzPts val="1200"/>
              <a:buChar char="○"/>
              <a:defRPr/>
            </a:lvl5pPr>
            <a:lvl6pPr indent="-304800" lvl="5" marL="2743200" algn="l">
              <a:lnSpc>
                <a:spcPct val="115000"/>
              </a:lnSpc>
              <a:spcBef>
                <a:spcPts val="800"/>
              </a:spcBef>
              <a:spcAft>
                <a:spcPts val="0"/>
              </a:spcAft>
              <a:buSzPts val="1200"/>
              <a:buChar char="■"/>
              <a:defRPr/>
            </a:lvl6pPr>
            <a:lvl7pPr indent="-304800" lvl="6" marL="3200400" algn="l">
              <a:lnSpc>
                <a:spcPct val="115000"/>
              </a:lnSpc>
              <a:spcBef>
                <a:spcPts val="800"/>
              </a:spcBef>
              <a:spcAft>
                <a:spcPts val="0"/>
              </a:spcAft>
              <a:buSzPts val="1200"/>
              <a:buChar char="●"/>
              <a:defRPr/>
            </a:lvl7pPr>
            <a:lvl8pPr indent="-304800" lvl="7" marL="3657600" algn="l">
              <a:lnSpc>
                <a:spcPct val="115000"/>
              </a:lnSpc>
              <a:spcBef>
                <a:spcPts val="800"/>
              </a:spcBef>
              <a:spcAft>
                <a:spcPts val="0"/>
              </a:spcAft>
              <a:buSzPts val="1200"/>
              <a:buChar char="○"/>
              <a:defRPr/>
            </a:lvl8pPr>
            <a:lvl9pPr indent="-304800" lvl="8" marL="4114800" algn="l">
              <a:lnSpc>
                <a:spcPct val="115000"/>
              </a:lnSpc>
              <a:spcBef>
                <a:spcPts val="800"/>
              </a:spcBef>
              <a:spcAft>
                <a:spcPts val="800"/>
              </a:spcAft>
              <a:buSzPts val="1200"/>
              <a:buChar char="■"/>
              <a:defRPr/>
            </a:lvl9pPr>
          </a:lstStyle>
          <a:p/>
        </p:txBody>
      </p:sp>
      <p:sp>
        <p:nvSpPr>
          <p:cNvPr id="442" name="Google Shape;442;p52"/>
          <p:cNvSpPr/>
          <p:nvPr>
            <p:ph idx="2" type="pic"/>
          </p:nvPr>
        </p:nvSpPr>
        <p:spPr>
          <a:xfrm>
            <a:off x="6205225" y="1128325"/>
            <a:ext cx="2627100" cy="2273100"/>
          </a:xfrm>
          <a:prstGeom prst="rect">
            <a:avLst/>
          </a:prstGeom>
          <a:noFill/>
          <a:ln>
            <a:noFill/>
          </a:ln>
        </p:spPr>
      </p:sp>
      <p:sp>
        <p:nvSpPr>
          <p:cNvPr id="443" name="Google Shape;443;p52"/>
          <p:cNvSpPr/>
          <p:nvPr>
            <p:ph idx="3" type="pic"/>
          </p:nvPr>
        </p:nvSpPr>
        <p:spPr>
          <a:xfrm>
            <a:off x="311725" y="1128325"/>
            <a:ext cx="2627100" cy="2273100"/>
          </a:xfrm>
          <a:prstGeom prst="rect">
            <a:avLst/>
          </a:prstGeom>
          <a:noFill/>
          <a:ln>
            <a:noFill/>
          </a:ln>
        </p:spPr>
      </p:sp>
      <p:sp>
        <p:nvSpPr>
          <p:cNvPr id="444" name="Google Shape;444;p52"/>
          <p:cNvSpPr txBox="1"/>
          <p:nvPr>
            <p:ph idx="4" type="body"/>
          </p:nvPr>
        </p:nvSpPr>
        <p:spPr>
          <a:xfrm>
            <a:off x="6205225" y="3911700"/>
            <a:ext cx="2627100" cy="10185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445" name="Google Shape;445;p52"/>
          <p:cNvSpPr/>
          <p:nvPr>
            <p:ph idx="5" type="pic"/>
          </p:nvPr>
        </p:nvSpPr>
        <p:spPr>
          <a:xfrm>
            <a:off x="3255250" y="1128325"/>
            <a:ext cx="2627100" cy="2273100"/>
          </a:xfrm>
          <a:prstGeom prst="rect">
            <a:avLst/>
          </a:prstGeom>
          <a:noFill/>
          <a:ln>
            <a:noFill/>
          </a:ln>
        </p:spPr>
      </p:sp>
      <p:sp>
        <p:nvSpPr>
          <p:cNvPr id="446" name="Google Shape;446;p52"/>
          <p:cNvSpPr txBox="1"/>
          <p:nvPr>
            <p:ph idx="6" type="body"/>
          </p:nvPr>
        </p:nvSpPr>
        <p:spPr>
          <a:xfrm>
            <a:off x="3255250" y="3911700"/>
            <a:ext cx="2627100" cy="10185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447" name="Google Shape;447;p5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8" name="Google Shape;448;p52"/>
          <p:cNvSpPr txBox="1"/>
          <p:nvPr>
            <p:ph idx="7" type="subTitle"/>
          </p:nvPr>
        </p:nvSpPr>
        <p:spPr>
          <a:xfrm>
            <a:off x="311725" y="3430500"/>
            <a:ext cx="26271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
        <p:nvSpPr>
          <p:cNvPr id="449" name="Google Shape;449;p52"/>
          <p:cNvSpPr txBox="1"/>
          <p:nvPr>
            <p:ph idx="8" type="subTitle"/>
          </p:nvPr>
        </p:nvSpPr>
        <p:spPr>
          <a:xfrm>
            <a:off x="6205225" y="3430500"/>
            <a:ext cx="26271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
        <p:nvSpPr>
          <p:cNvPr id="450" name="Google Shape;450;p52"/>
          <p:cNvSpPr txBox="1"/>
          <p:nvPr>
            <p:ph idx="9" type="subTitle"/>
          </p:nvPr>
        </p:nvSpPr>
        <p:spPr>
          <a:xfrm>
            <a:off x="3255250" y="3430500"/>
            <a:ext cx="26271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51" name="Shape 451"/>
        <p:cNvGrpSpPr/>
        <p:nvPr/>
      </p:nvGrpSpPr>
      <p:grpSpPr>
        <a:xfrm>
          <a:off x="0" y="0"/>
          <a:ext cx="0" cy="0"/>
          <a:chOff x="0" y="0"/>
          <a:chExt cx="0" cy="0"/>
        </a:xfrm>
      </p:grpSpPr>
      <p:sp>
        <p:nvSpPr>
          <p:cNvPr id="452" name="Google Shape;452;p53"/>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53" name="Shape 453"/>
        <p:cNvGrpSpPr/>
        <p:nvPr/>
      </p:nvGrpSpPr>
      <p:grpSpPr>
        <a:xfrm>
          <a:off x="0" y="0"/>
          <a:ext cx="0" cy="0"/>
          <a:chOff x="0" y="0"/>
          <a:chExt cx="0" cy="0"/>
        </a:xfrm>
      </p:grpSpPr>
      <p:sp>
        <p:nvSpPr>
          <p:cNvPr id="454" name="Google Shape;454;p54"/>
          <p:cNvSpPr/>
          <p:nvPr>
            <p:ph idx="2" type="pic"/>
          </p:nvPr>
        </p:nvSpPr>
        <p:spPr>
          <a:xfrm>
            <a:off x="3389600" y="118913"/>
            <a:ext cx="1643700" cy="1535100"/>
          </a:xfrm>
          <a:prstGeom prst="rect">
            <a:avLst/>
          </a:prstGeom>
          <a:noFill/>
          <a:ln>
            <a:noFill/>
          </a:ln>
        </p:spPr>
      </p:sp>
      <p:sp>
        <p:nvSpPr>
          <p:cNvPr id="455" name="Google Shape;455;p54"/>
          <p:cNvSpPr/>
          <p:nvPr>
            <p:ph idx="3" type="pic"/>
          </p:nvPr>
        </p:nvSpPr>
        <p:spPr>
          <a:xfrm>
            <a:off x="5195935" y="118913"/>
            <a:ext cx="1643700" cy="1535100"/>
          </a:xfrm>
          <a:prstGeom prst="rect">
            <a:avLst/>
          </a:prstGeom>
          <a:noFill/>
          <a:ln>
            <a:noFill/>
          </a:ln>
        </p:spPr>
      </p:sp>
      <p:sp>
        <p:nvSpPr>
          <p:cNvPr id="456" name="Google Shape;456;p54"/>
          <p:cNvSpPr/>
          <p:nvPr>
            <p:ph idx="4" type="pic"/>
          </p:nvPr>
        </p:nvSpPr>
        <p:spPr>
          <a:xfrm>
            <a:off x="7002270" y="118913"/>
            <a:ext cx="1643700" cy="1535100"/>
          </a:xfrm>
          <a:prstGeom prst="rect">
            <a:avLst/>
          </a:prstGeom>
          <a:noFill/>
          <a:ln>
            <a:noFill/>
          </a:ln>
        </p:spPr>
      </p:sp>
      <p:sp>
        <p:nvSpPr>
          <p:cNvPr id="457" name="Google Shape;457;p54"/>
          <p:cNvSpPr/>
          <p:nvPr>
            <p:ph idx="5" type="pic"/>
          </p:nvPr>
        </p:nvSpPr>
        <p:spPr>
          <a:xfrm>
            <a:off x="3389588" y="1804212"/>
            <a:ext cx="1643700" cy="1535100"/>
          </a:xfrm>
          <a:prstGeom prst="rect">
            <a:avLst/>
          </a:prstGeom>
          <a:noFill/>
          <a:ln>
            <a:noFill/>
          </a:ln>
        </p:spPr>
      </p:sp>
      <p:sp>
        <p:nvSpPr>
          <p:cNvPr id="458" name="Google Shape;458;p54"/>
          <p:cNvSpPr/>
          <p:nvPr>
            <p:ph idx="6" type="pic"/>
          </p:nvPr>
        </p:nvSpPr>
        <p:spPr>
          <a:xfrm>
            <a:off x="5195922" y="1804212"/>
            <a:ext cx="1643700" cy="1535100"/>
          </a:xfrm>
          <a:prstGeom prst="rect">
            <a:avLst/>
          </a:prstGeom>
          <a:noFill/>
          <a:ln>
            <a:noFill/>
          </a:ln>
        </p:spPr>
      </p:sp>
      <p:sp>
        <p:nvSpPr>
          <p:cNvPr id="459" name="Google Shape;459;p54"/>
          <p:cNvSpPr/>
          <p:nvPr>
            <p:ph idx="7" type="pic"/>
          </p:nvPr>
        </p:nvSpPr>
        <p:spPr>
          <a:xfrm>
            <a:off x="7002257" y="1804212"/>
            <a:ext cx="1643700" cy="1535100"/>
          </a:xfrm>
          <a:prstGeom prst="rect">
            <a:avLst/>
          </a:prstGeom>
          <a:noFill/>
          <a:ln>
            <a:noFill/>
          </a:ln>
        </p:spPr>
      </p:sp>
      <p:sp>
        <p:nvSpPr>
          <p:cNvPr id="460" name="Google Shape;460;p54"/>
          <p:cNvSpPr txBox="1"/>
          <p:nvPr>
            <p:ph type="title"/>
          </p:nvPr>
        </p:nvSpPr>
        <p:spPr>
          <a:xfrm>
            <a:off x="351550" y="445025"/>
            <a:ext cx="2596800" cy="17064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1" name="Google Shape;461;p54"/>
          <p:cNvSpPr/>
          <p:nvPr>
            <p:ph idx="8" type="pic"/>
          </p:nvPr>
        </p:nvSpPr>
        <p:spPr>
          <a:xfrm>
            <a:off x="3389588" y="3489487"/>
            <a:ext cx="1643700" cy="1535100"/>
          </a:xfrm>
          <a:prstGeom prst="rect">
            <a:avLst/>
          </a:prstGeom>
          <a:noFill/>
          <a:ln>
            <a:noFill/>
          </a:ln>
        </p:spPr>
      </p:sp>
      <p:sp>
        <p:nvSpPr>
          <p:cNvPr id="462" name="Google Shape;462;p54"/>
          <p:cNvSpPr/>
          <p:nvPr>
            <p:ph idx="9" type="pic"/>
          </p:nvPr>
        </p:nvSpPr>
        <p:spPr>
          <a:xfrm>
            <a:off x="5195922" y="3489487"/>
            <a:ext cx="1643700" cy="1535100"/>
          </a:xfrm>
          <a:prstGeom prst="rect">
            <a:avLst/>
          </a:prstGeom>
          <a:noFill/>
          <a:ln>
            <a:noFill/>
          </a:ln>
        </p:spPr>
      </p:sp>
      <p:sp>
        <p:nvSpPr>
          <p:cNvPr id="463" name="Google Shape;463;p5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USTOM_7_1_1_1_1_1_1_1_1_1_1_1_1_1_1_1_1">
    <p:bg>
      <p:bgPr>
        <a:solidFill>
          <a:schemeClr val="lt1"/>
        </a:solidFill>
      </p:bgPr>
    </p:bg>
    <p:spTree>
      <p:nvGrpSpPr>
        <p:cNvPr id="468" name="Shape 468"/>
        <p:cNvGrpSpPr/>
        <p:nvPr/>
      </p:nvGrpSpPr>
      <p:grpSpPr>
        <a:xfrm>
          <a:off x="0" y="0"/>
          <a:ext cx="0" cy="0"/>
          <a:chOff x="0" y="0"/>
          <a:chExt cx="0" cy="0"/>
        </a:xfrm>
      </p:grpSpPr>
      <p:sp>
        <p:nvSpPr>
          <p:cNvPr id="469" name="Google Shape;469;p56"/>
          <p:cNvSpPr/>
          <p:nvPr>
            <p:ph idx="2" type="pic"/>
          </p:nvPr>
        </p:nvSpPr>
        <p:spPr>
          <a:xfrm>
            <a:off x="4587725" y="-8750"/>
            <a:ext cx="4572000" cy="5152200"/>
          </a:xfrm>
          <a:prstGeom prst="rect">
            <a:avLst/>
          </a:prstGeom>
          <a:noFill/>
          <a:ln>
            <a:noFill/>
          </a:ln>
        </p:spPr>
      </p:sp>
      <p:sp>
        <p:nvSpPr>
          <p:cNvPr id="470" name="Google Shape;470;p56"/>
          <p:cNvSpPr txBox="1"/>
          <p:nvPr>
            <p:ph type="title"/>
          </p:nvPr>
        </p:nvSpPr>
        <p:spPr>
          <a:xfrm>
            <a:off x="361975" y="923525"/>
            <a:ext cx="3860100" cy="587700"/>
          </a:xfrm>
          <a:prstGeom prst="rect">
            <a:avLst/>
          </a:prstGeom>
          <a:noFill/>
          <a:ln>
            <a:noFill/>
          </a:ln>
        </p:spPr>
        <p:txBody>
          <a:bodyPr anchorCtr="0" anchor="t" bIns="91425" lIns="91425" spcFirstLastPara="1" rIns="91425" wrap="square" tIns="91425">
            <a:noAutofit/>
          </a:bodyPr>
          <a:lstStyle>
            <a:lvl1pPr lvl="0" algn="ctr">
              <a:lnSpc>
                <a:spcPct val="80000"/>
              </a:lnSpc>
              <a:spcBef>
                <a:spcPts val="0"/>
              </a:spcBef>
              <a:spcAft>
                <a:spcPts val="0"/>
              </a:spcAft>
              <a:buSzPts val="3000"/>
              <a:buNone/>
              <a:defRPr sz="4200">
                <a:solidFill>
                  <a:schemeClr val="dk1"/>
                </a:solidFill>
              </a:defRPr>
            </a:lvl1pPr>
            <a:lvl2pPr lvl="1" algn="ctr">
              <a:lnSpc>
                <a:spcPct val="115000"/>
              </a:lnSpc>
              <a:spcBef>
                <a:spcPts val="0"/>
              </a:spcBef>
              <a:spcAft>
                <a:spcPts val="0"/>
              </a:spcAft>
              <a:buSzPts val="1400"/>
              <a:buNone/>
              <a:defRPr>
                <a:solidFill>
                  <a:schemeClr val="dk1"/>
                </a:solidFill>
              </a:defRPr>
            </a:lvl2pPr>
            <a:lvl3pPr lvl="2" algn="ctr">
              <a:lnSpc>
                <a:spcPct val="115000"/>
              </a:lnSpc>
              <a:spcBef>
                <a:spcPts val="0"/>
              </a:spcBef>
              <a:spcAft>
                <a:spcPts val="0"/>
              </a:spcAft>
              <a:buSzPts val="1400"/>
              <a:buNone/>
              <a:defRPr>
                <a:solidFill>
                  <a:schemeClr val="dk1"/>
                </a:solidFill>
              </a:defRPr>
            </a:lvl3pPr>
            <a:lvl4pPr lvl="3" algn="ctr">
              <a:lnSpc>
                <a:spcPct val="115000"/>
              </a:lnSpc>
              <a:spcBef>
                <a:spcPts val="0"/>
              </a:spcBef>
              <a:spcAft>
                <a:spcPts val="0"/>
              </a:spcAft>
              <a:buSzPts val="1400"/>
              <a:buNone/>
              <a:defRPr>
                <a:solidFill>
                  <a:schemeClr val="dk1"/>
                </a:solidFill>
              </a:defRPr>
            </a:lvl4pPr>
            <a:lvl5pPr lvl="4" algn="ctr">
              <a:lnSpc>
                <a:spcPct val="115000"/>
              </a:lnSpc>
              <a:spcBef>
                <a:spcPts val="0"/>
              </a:spcBef>
              <a:spcAft>
                <a:spcPts val="0"/>
              </a:spcAft>
              <a:buSzPts val="1400"/>
              <a:buNone/>
              <a:defRPr>
                <a:solidFill>
                  <a:schemeClr val="dk1"/>
                </a:solidFill>
              </a:defRPr>
            </a:lvl5pPr>
            <a:lvl6pPr lvl="5" algn="ctr">
              <a:lnSpc>
                <a:spcPct val="115000"/>
              </a:lnSpc>
              <a:spcBef>
                <a:spcPts val="0"/>
              </a:spcBef>
              <a:spcAft>
                <a:spcPts val="0"/>
              </a:spcAft>
              <a:buSzPts val="1400"/>
              <a:buNone/>
              <a:defRPr>
                <a:solidFill>
                  <a:schemeClr val="dk1"/>
                </a:solidFill>
              </a:defRPr>
            </a:lvl6pPr>
            <a:lvl7pPr lvl="6" algn="ctr">
              <a:lnSpc>
                <a:spcPct val="115000"/>
              </a:lnSpc>
              <a:spcBef>
                <a:spcPts val="0"/>
              </a:spcBef>
              <a:spcAft>
                <a:spcPts val="0"/>
              </a:spcAft>
              <a:buSzPts val="1400"/>
              <a:buNone/>
              <a:defRPr>
                <a:solidFill>
                  <a:schemeClr val="dk1"/>
                </a:solidFill>
              </a:defRPr>
            </a:lvl7pPr>
            <a:lvl8pPr lvl="7" algn="ctr">
              <a:lnSpc>
                <a:spcPct val="115000"/>
              </a:lnSpc>
              <a:spcBef>
                <a:spcPts val="0"/>
              </a:spcBef>
              <a:spcAft>
                <a:spcPts val="0"/>
              </a:spcAft>
              <a:buSzPts val="1400"/>
              <a:buNone/>
              <a:defRPr>
                <a:solidFill>
                  <a:schemeClr val="dk1"/>
                </a:solidFill>
              </a:defRPr>
            </a:lvl8pPr>
            <a:lvl9pPr lvl="8" algn="ctr">
              <a:lnSpc>
                <a:spcPct val="115000"/>
              </a:lnSpc>
              <a:spcBef>
                <a:spcPts val="0"/>
              </a:spcBef>
              <a:spcAft>
                <a:spcPts val="0"/>
              </a:spcAft>
              <a:buSzPts val="1400"/>
              <a:buNone/>
              <a:defRPr>
                <a:solidFill>
                  <a:schemeClr val="dk1"/>
                </a:solidFill>
              </a:defRPr>
            </a:lvl9pPr>
          </a:lstStyle>
          <a:p/>
        </p:txBody>
      </p:sp>
      <p:sp>
        <p:nvSpPr>
          <p:cNvPr id="471" name="Google Shape;471;p56"/>
          <p:cNvSpPr txBox="1"/>
          <p:nvPr>
            <p:ph idx="1" type="subTitle"/>
          </p:nvPr>
        </p:nvSpPr>
        <p:spPr>
          <a:xfrm>
            <a:off x="361975" y="255533"/>
            <a:ext cx="3860100" cy="377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400"/>
              <a:buFont typeface="Newsreader"/>
              <a:buNone/>
              <a:defRPr>
                <a:solidFill>
                  <a:schemeClr val="dk1"/>
                </a:solidFill>
              </a:defRPr>
            </a:lvl2pPr>
            <a:lvl3pPr lvl="2" algn="l">
              <a:lnSpc>
                <a:spcPct val="115000"/>
              </a:lnSpc>
              <a:spcBef>
                <a:spcPts val="0"/>
              </a:spcBef>
              <a:spcAft>
                <a:spcPts val="0"/>
              </a:spcAft>
              <a:buClr>
                <a:schemeClr val="dk1"/>
              </a:buClr>
              <a:buSzPts val="1400"/>
              <a:buFont typeface="Newsreader"/>
              <a:buNone/>
              <a:defRPr>
                <a:solidFill>
                  <a:schemeClr val="dk1"/>
                </a:solidFill>
              </a:defRPr>
            </a:lvl3pPr>
            <a:lvl4pPr lvl="3" algn="l">
              <a:lnSpc>
                <a:spcPct val="115000"/>
              </a:lnSpc>
              <a:spcBef>
                <a:spcPts val="0"/>
              </a:spcBef>
              <a:spcAft>
                <a:spcPts val="0"/>
              </a:spcAft>
              <a:buClr>
                <a:schemeClr val="dk1"/>
              </a:buClr>
              <a:buSzPts val="1400"/>
              <a:buFont typeface="Newsreader"/>
              <a:buNone/>
              <a:defRPr>
                <a:solidFill>
                  <a:schemeClr val="dk1"/>
                </a:solidFill>
              </a:defRPr>
            </a:lvl4pPr>
            <a:lvl5pPr lvl="4" algn="l">
              <a:lnSpc>
                <a:spcPct val="115000"/>
              </a:lnSpc>
              <a:spcBef>
                <a:spcPts val="0"/>
              </a:spcBef>
              <a:spcAft>
                <a:spcPts val="0"/>
              </a:spcAft>
              <a:buClr>
                <a:schemeClr val="dk1"/>
              </a:buClr>
              <a:buSzPts val="1400"/>
              <a:buFont typeface="Newsreader"/>
              <a:buNone/>
              <a:defRPr>
                <a:solidFill>
                  <a:schemeClr val="dk1"/>
                </a:solidFill>
              </a:defRPr>
            </a:lvl5pPr>
            <a:lvl6pPr lvl="5" algn="l">
              <a:lnSpc>
                <a:spcPct val="115000"/>
              </a:lnSpc>
              <a:spcBef>
                <a:spcPts val="0"/>
              </a:spcBef>
              <a:spcAft>
                <a:spcPts val="0"/>
              </a:spcAft>
              <a:buClr>
                <a:schemeClr val="dk1"/>
              </a:buClr>
              <a:buSzPts val="1400"/>
              <a:buFont typeface="Newsreader"/>
              <a:buNone/>
              <a:defRPr>
                <a:solidFill>
                  <a:schemeClr val="dk1"/>
                </a:solidFill>
              </a:defRPr>
            </a:lvl6pPr>
            <a:lvl7pPr lvl="6" algn="l">
              <a:lnSpc>
                <a:spcPct val="115000"/>
              </a:lnSpc>
              <a:spcBef>
                <a:spcPts val="0"/>
              </a:spcBef>
              <a:spcAft>
                <a:spcPts val="0"/>
              </a:spcAft>
              <a:buClr>
                <a:schemeClr val="dk1"/>
              </a:buClr>
              <a:buSzPts val="1400"/>
              <a:buFont typeface="Newsreader"/>
              <a:buNone/>
              <a:defRPr>
                <a:solidFill>
                  <a:schemeClr val="dk1"/>
                </a:solidFill>
              </a:defRPr>
            </a:lvl7pPr>
            <a:lvl8pPr lvl="7" algn="l">
              <a:lnSpc>
                <a:spcPct val="115000"/>
              </a:lnSpc>
              <a:spcBef>
                <a:spcPts val="0"/>
              </a:spcBef>
              <a:spcAft>
                <a:spcPts val="0"/>
              </a:spcAft>
              <a:buClr>
                <a:schemeClr val="dk1"/>
              </a:buClr>
              <a:buSzPts val="1400"/>
              <a:buFont typeface="Newsreader"/>
              <a:buNone/>
              <a:defRPr>
                <a:solidFill>
                  <a:schemeClr val="dk1"/>
                </a:solidFill>
              </a:defRPr>
            </a:lvl8pPr>
            <a:lvl9pPr lvl="8" algn="l">
              <a:lnSpc>
                <a:spcPct val="115000"/>
              </a:lnSpc>
              <a:spcBef>
                <a:spcPts val="0"/>
              </a:spcBef>
              <a:spcAft>
                <a:spcPts val="0"/>
              </a:spcAft>
              <a:buClr>
                <a:schemeClr val="dk1"/>
              </a:buClr>
              <a:buSzPts val="1400"/>
              <a:buFont typeface="Newsreader"/>
              <a:buNone/>
              <a:defRPr>
                <a:solidFill>
                  <a:schemeClr val="dk1"/>
                </a:solidFill>
              </a:defRPr>
            </a:lvl9pPr>
          </a:lstStyle>
          <a:p/>
        </p:txBody>
      </p:sp>
      <p:sp>
        <p:nvSpPr>
          <p:cNvPr id="472" name="Google Shape;472;p56"/>
          <p:cNvSpPr txBox="1"/>
          <p:nvPr>
            <p:ph idx="3" type="body"/>
          </p:nvPr>
        </p:nvSpPr>
        <p:spPr>
          <a:xfrm>
            <a:off x="547575" y="3337797"/>
            <a:ext cx="3492600" cy="1327500"/>
          </a:xfrm>
          <a:prstGeom prst="rect">
            <a:avLst/>
          </a:prstGeom>
          <a:noFill/>
          <a:ln>
            <a:noFill/>
          </a:ln>
        </p:spPr>
        <p:txBody>
          <a:bodyPr anchorCtr="0" anchor="b" bIns="91425" lIns="91425" spcFirstLastPara="1" rIns="91425" wrap="square" tIns="91425">
            <a:noAutofit/>
          </a:bodyPr>
          <a:lstStyle>
            <a:lvl1pPr indent="-292100" lvl="0" marL="457200" algn="ctr">
              <a:lnSpc>
                <a:spcPct val="115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ctr">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ctr">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ctr">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ctr">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ctr">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ctr">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ctr">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ctr">
              <a:lnSpc>
                <a:spcPct val="115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overview - Six modules">
  <p:cSld name="CUSTOM_3">
    <p:bg>
      <p:bgPr>
        <a:solidFill>
          <a:schemeClr val="lt1"/>
        </a:solidFill>
      </p:bgPr>
    </p:bg>
    <p:spTree>
      <p:nvGrpSpPr>
        <p:cNvPr id="473" name="Shape 473"/>
        <p:cNvGrpSpPr/>
        <p:nvPr/>
      </p:nvGrpSpPr>
      <p:grpSpPr>
        <a:xfrm>
          <a:off x="0" y="0"/>
          <a:ext cx="0" cy="0"/>
          <a:chOff x="0" y="0"/>
          <a:chExt cx="0" cy="0"/>
        </a:xfrm>
      </p:grpSpPr>
      <p:cxnSp>
        <p:nvCxnSpPr>
          <p:cNvPr id="474" name="Google Shape;474;p57"/>
          <p:cNvCxnSpPr/>
          <p:nvPr/>
        </p:nvCxnSpPr>
        <p:spPr>
          <a:xfrm>
            <a:off x="6096087" y="1794800"/>
            <a:ext cx="0" cy="2755200"/>
          </a:xfrm>
          <a:prstGeom prst="straightConnector1">
            <a:avLst/>
          </a:prstGeom>
          <a:noFill/>
          <a:ln cap="flat" cmpd="sng" w="19050">
            <a:solidFill>
              <a:schemeClr val="lt1"/>
            </a:solidFill>
            <a:prstDash val="solid"/>
            <a:round/>
            <a:headEnd len="sm" w="sm" type="none"/>
            <a:tailEnd len="sm" w="sm" type="none"/>
          </a:ln>
        </p:spPr>
      </p:cxnSp>
      <p:cxnSp>
        <p:nvCxnSpPr>
          <p:cNvPr id="475" name="Google Shape;475;p57"/>
          <p:cNvCxnSpPr/>
          <p:nvPr/>
        </p:nvCxnSpPr>
        <p:spPr>
          <a:xfrm>
            <a:off x="3048087" y="1794800"/>
            <a:ext cx="0" cy="2755200"/>
          </a:xfrm>
          <a:prstGeom prst="straightConnector1">
            <a:avLst/>
          </a:prstGeom>
          <a:noFill/>
          <a:ln cap="flat" cmpd="sng" w="19050">
            <a:solidFill>
              <a:schemeClr val="lt1"/>
            </a:solidFill>
            <a:prstDash val="solid"/>
            <a:round/>
            <a:headEnd len="sm" w="sm" type="none"/>
            <a:tailEnd len="sm" w="sm" type="none"/>
          </a:ln>
        </p:spPr>
      </p:cxnSp>
      <p:cxnSp>
        <p:nvCxnSpPr>
          <p:cNvPr id="476" name="Google Shape;476;p57"/>
          <p:cNvCxnSpPr/>
          <p:nvPr/>
        </p:nvCxnSpPr>
        <p:spPr>
          <a:xfrm>
            <a:off x="50" y="3174279"/>
            <a:ext cx="9144000" cy="0"/>
          </a:xfrm>
          <a:prstGeom prst="straightConnector1">
            <a:avLst/>
          </a:prstGeom>
          <a:noFill/>
          <a:ln cap="flat" cmpd="sng" w="19050">
            <a:solidFill>
              <a:schemeClr val="lt1"/>
            </a:solidFill>
            <a:prstDash val="solid"/>
            <a:round/>
            <a:headEnd len="sm" w="sm" type="none"/>
            <a:tailEnd len="sm" w="sm" type="none"/>
          </a:ln>
        </p:spPr>
      </p:cxnSp>
      <p:sp>
        <p:nvSpPr>
          <p:cNvPr id="477" name="Google Shape;477;p57"/>
          <p:cNvSpPr txBox="1"/>
          <p:nvPr>
            <p:ph idx="1" type="subTitle"/>
          </p:nvPr>
        </p:nvSpPr>
        <p:spPr>
          <a:xfrm>
            <a:off x="363200" y="2516650"/>
            <a:ext cx="2321700" cy="1878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600"/>
              <a:buNone/>
              <a:defRPr sz="1600">
                <a:solidFill>
                  <a:schemeClr val="dk1"/>
                </a:solidFill>
              </a:defRPr>
            </a:lvl1pPr>
            <a:lvl2pPr lvl="1" algn="l">
              <a:lnSpc>
                <a:spcPct val="115000"/>
              </a:lnSpc>
              <a:spcBef>
                <a:spcPts val="0"/>
              </a:spcBef>
              <a:spcAft>
                <a:spcPts val="0"/>
              </a:spcAft>
              <a:buClr>
                <a:schemeClr val="dk1"/>
              </a:buClr>
              <a:buSzPts val="1000"/>
              <a:buNone/>
              <a:defRPr sz="1000">
                <a:solidFill>
                  <a:schemeClr val="dk1"/>
                </a:solidFill>
              </a:defRPr>
            </a:lvl2pPr>
            <a:lvl3pPr lvl="2" algn="l">
              <a:lnSpc>
                <a:spcPct val="115000"/>
              </a:lnSpc>
              <a:spcBef>
                <a:spcPts val="0"/>
              </a:spcBef>
              <a:spcAft>
                <a:spcPts val="0"/>
              </a:spcAft>
              <a:buClr>
                <a:schemeClr val="dk1"/>
              </a:buClr>
              <a:buSzPts val="1000"/>
              <a:buNone/>
              <a:defRPr sz="1000">
                <a:solidFill>
                  <a:schemeClr val="dk1"/>
                </a:solidFill>
              </a:defRPr>
            </a:lvl3pPr>
            <a:lvl4pPr lvl="3" algn="l">
              <a:lnSpc>
                <a:spcPct val="115000"/>
              </a:lnSpc>
              <a:spcBef>
                <a:spcPts val="0"/>
              </a:spcBef>
              <a:spcAft>
                <a:spcPts val="0"/>
              </a:spcAft>
              <a:buClr>
                <a:schemeClr val="dk1"/>
              </a:buClr>
              <a:buSzPts val="1000"/>
              <a:buNone/>
              <a:defRPr sz="1000">
                <a:solidFill>
                  <a:schemeClr val="dk1"/>
                </a:solidFill>
              </a:defRPr>
            </a:lvl4pPr>
            <a:lvl5pPr lvl="4" algn="l">
              <a:lnSpc>
                <a:spcPct val="115000"/>
              </a:lnSpc>
              <a:spcBef>
                <a:spcPts val="0"/>
              </a:spcBef>
              <a:spcAft>
                <a:spcPts val="0"/>
              </a:spcAft>
              <a:buClr>
                <a:schemeClr val="dk1"/>
              </a:buClr>
              <a:buSzPts val="1000"/>
              <a:buNone/>
              <a:defRPr sz="1000">
                <a:solidFill>
                  <a:schemeClr val="dk1"/>
                </a:solidFill>
              </a:defRPr>
            </a:lvl5pPr>
            <a:lvl6pPr lvl="5" algn="l">
              <a:lnSpc>
                <a:spcPct val="115000"/>
              </a:lnSpc>
              <a:spcBef>
                <a:spcPts val="0"/>
              </a:spcBef>
              <a:spcAft>
                <a:spcPts val="0"/>
              </a:spcAft>
              <a:buClr>
                <a:schemeClr val="dk1"/>
              </a:buClr>
              <a:buSzPts val="1000"/>
              <a:buNone/>
              <a:defRPr sz="1000">
                <a:solidFill>
                  <a:schemeClr val="dk1"/>
                </a:solidFill>
              </a:defRPr>
            </a:lvl6pPr>
            <a:lvl7pPr lvl="6" algn="l">
              <a:lnSpc>
                <a:spcPct val="115000"/>
              </a:lnSpc>
              <a:spcBef>
                <a:spcPts val="0"/>
              </a:spcBef>
              <a:spcAft>
                <a:spcPts val="0"/>
              </a:spcAft>
              <a:buClr>
                <a:schemeClr val="dk1"/>
              </a:buClr>
              <a:buSzPts val="1000"/>
              <a:buNone/>
              <a:defRPr sz="1000">
                <a:solidFill>
                  <a:schemeClr val="dk1"/>
                </a:solidFill>
              </a:defRPr>
            </a:lvl7pPr>
            <a:lvl8pPr lvl="7" algn="l">
              <a:lnSpc>
                <a:spcPct val="115000"/>
              </a:lnSpc>
              <a:spcBef>
                <a:spcPts val="0"/>
              </a:spcBef>
              <a:spcAft>
                <a:spcPts val="0"/>
              </a:spcAft>
              <a:buClr>
                <a:schemeClr val="dk1"/>
              </a:buClr>
              <a:buSzPts val="1000"/>
              <a:buNone/>
              <a:defRPr sz="1000">
                <a:solidFill>
                  <a:schemeClr val="dk1"/>
                </a:solidFill>
              </a:defRPr>
            </a:lvl8pPr>
            <a:lvl9pPr lvl="8" algn="l">
              <a:lnSpc>
                <a:spcPct val="115000"/>
              </a:lnSpc>
              <a:spcBef>
                <a:spcPts val="0"/>
              </a:spcBef>
              <a:spcAft>
                <a:spcPts val="0"/>
              </a:spcAft>
              <a:buClr>
                <a:schemeClr val="dk1"/>
              </a:buClr>
              <a:buSzPts val="1000"/>
              <a:buNone/>
              <a:defRPr sz="1000">
                <a:solidFill>
                  <a:schemeClr val="dk1"/>
                </a:solidFill>
              </a:defRPr>
            </a:lvl9pPr>
          </a:lstStyle>
          <a:p/>
        </p:txBody>
      </p:sp>
      <p:sp>
        <p:nvSpPr>
          <p:cNvPr id="478" name="Google Shape;478;p57"/>
          <p:cNvSpPr txBox="1"/>
          <p:nvPr>
            <p:ph idx="2" type="subTitle"/>
          </p:nvPr>
        </p:nvSpPr>
        <p:spPr>
          <a:xfrm>
            <a:off x="361975" y="2227250"/>
            <a:ext cx="23217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479" name="Google Shape;479;p5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480" name="Google Shape;480;p57"/>
          <p:cNvSpPr txBox="1"/>
          <p:nvPr>
            <p:ph idx="3"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481" name="Google Shape;481;p57"/>
          <p:cNvSpPr txBox="1"/>
          <p:nvPr>
            <p:ph type="title"/>
          </p:nvPr>
        </p:nvSpPr>
        <p:spPr>
          <a:xfrm>
            <a:off x="361975" y="962092"/>
            <a:ext cx="57186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3600">
                <a:solidFill>
                  <a:schemeClr val="dk1"/>
                </a:solidFill>
              </a:defRPr>
            </a:lvl1pPr>
            <a:lvl2pPr lvl="1" algn="l">
              <a:lnSpc>
                <a:spcPct val="90000"/>
              </a:lnSpc>
              <a:spcBef>
                <a:spcPts val="0"/>
              </a:spcBef>
              <a:spcAft>
                <a:spcPts val="0"/>
              </a:spcAft>
              <a:buSzPts val="1400"/>
              <a:buNone/>
              <a:defRPr sz="3600">
                <a:solidFill>
                  <a:schemeClr val="dk1"/>
                </a:solidFill>
              </a:defRPr>
            </a:lvl2pPr>
            <a:lvl3pPr lvl="2" algn="l">
              <a:lnSpc>
                <a:spcPct val="90000"/>
              </a:lnSpc>
              <a:spcBef>
                <a:spcPts val="0"/>
              </a:spcBef>
              <a:spcAft>
                <a:spcPts val="0"/>
              </a:spcAft>
              <a:buSzPts val="1400"/>
              <a:buNone/>
              <a:defRPr sz="3600">
                <a:solidFill>
                  <a:schemeClr val="dk1"/>
                </a:solidFill>
              </a:defRPr>
            </a:lvl3pPr>
            <a:lvl4pPr lvl="3" algn="l">
              <a:lnSpc>
                <a:spcPct val="90000"/>
              </a:lnSpc>
              <a:spcBef>
                <a:spcPts val="0"/>
              </a:spcBef>
              <a:spcAft>
                <a:spcPts val="0"/>
              </a:spcAft>
              <a:buSzPts val="1400"/>
              <a:buNone/>
              <a:defRPr sz="3600">
                <a:solidFill>
                  <a:schemeClr val="dk1"/>
                </a:solidFill>
              </a:defRPr>
            </a:lvl4pPr>
            <a:lvl5pPr lvl="4" algn="l">
              <a:lnSpc>
                <a:spcPct val="90000"/>
              </a:lnSpc>
              <a:spcBef>
                <a:spcPts val="0"/>
              </a:spcBef>
              <a:spcAft>
                <a:spcPts val="0"/>
              </a:spcAft>
              <a:buSzPts val="1400"/>
              <a:buNone/>
              <a:defRPr sz="3600">
                <a:solidFill>
                  <a:schemeClr val="dk1"/>
                </a:solidFill>
              </a:defRPr>
            </a:lvl5pPr>
            <a:lvl6pPr lvl="5" algn="l">
              <a:lnSpc>
                <a:spcPct val="90000"/>
              </a:lnSpc>
              <a:spcBef>
                <a:spcPts val="0"/>
              </a:spcBef>
              <a:spcAft>
                <a:spcPts val="0"/>
              </a:spcAft>
              <a:buSzPts val="1400"/>
              <a:buNone/>
              <a:defRPr sz="3600">
                <a:solidFill>
                  <a:schemeClr val="dk1"/>
                </a:solidFill>
              </a:defRPr>
            </a:lvl6pPr>
            <a:lvl7pPr lvl="6" algn="l">
              <a:lnSpc>
                <a:spcPct val="90000"/>
              </a:lnSpc>
              <a:spcBef>
                <a:spcPts val="0"/>
              </a:spcBef>
              <a:spcAft>
                <a:spcPts val="0"/>
              </a:spcAft>
              <a:buSzPts val="1400"/>
              <a:buNone/>
              <a:defRPr sz="3600">
                <a:solidFill>
                  <a:schemeClr val="dk1"/>
                </a:solidFill>
              </a:defRPr>
            </a:lvl7pPr>
            <a:lvl8pPr lvl="7" algn="l">
              <a:lnSpc>
                <a:spcPct val="90000"/>
              </a:lnSpc>
              <a:spcBef>
                <a:spcPts val="0"/>
              </a:spcBef>
              <a:spcAft>
                <a:spcPts val="0"/>
              </a:spcAft>
              <a:buSzPts val="1400"/>
              <a:buNone/>
              <a:defRPr sz="3600">
                <a:solidFill>
                  <a:schemeClr val="dk1"/>
                </a:solidFill>
              </a:defRPr>
            </a:lvl8pPr>
            <a:lvl9pPr lvl="8" algn="l">
              <a:lnSpc>
                <a:spcPct val="90000"/>
              </a:lnSpc>
              <a:spcBef>
                <a:spcPts val="0"/>
              </a:spcBef>
              <a:spcAft>
                <a:spcPts val="0"/>
              </a:spcAft>
              <a:buSzPts val="1400"/>
              <a:buNone/>
              <a:defRPr sz="3600">
                <a:solidFill>
                  <a:schemeClr val="dk1"/>
                </a:solidFill>
              </a:defRPr>
            </a:lvl9pPr>
          </a:lstStyle>
          <a:p/>
        </p:txBody>
      </p:sp>
      <p:sp>
        <p:nvSpPr>
          <p:cNvPr id="482" name="Google Shape;482;p57"/>
          <p:cNvSpPr txBox="1"/>
          <p:nvPr>
            <p:ph idx="4" type="subTitle"/>
          </p:nvPr>
        </p:nvSpPr>
        <p:spPr>
          <a:xfrm>
            <a:off x="3411825" y="2516650"/>
            <a:ext cx="2321700" cy="1878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600"/>
              <a:buNone/>
              <a:defRPr sz="1600">
                <a:solidFill>
                  <a:schemeClr val="dk1"/>
                </a:solidFill>
              </a:defRPr>
            </a:lvl1pPr>
            <a:lvl2pPr lvl="1" algn="l">
              <a:lnSpc>
                <a:spcPct val="115000"/>
              </a:lnSpc>
              <a:spcBef>
                <a:spcPts val="0"/>
              </a:spcBef>
              <a:spcAft>
                <a:spcPts val="0"/>
              </a:spcAft>
              <a:buClr>
                <a:schemeClr val="dk1"/>
              </a:buClr>
              <a:buSzPts val="1000"/>
              <a:buNone/>
              <a:defRPr sz="1000">
                <a:solidFill>
                  <a:schemeClr val="dk1"/>
                </a:solidFill>
              </a:defRPr>
            </a:lvl2pPr>
            <a:lvl3pPr lvl="2" algn="l">
              <a:lnSpc>
                <a:spcPct val="115000"/>
              </a:lnSpc>
              <a:spcBef>
                <a:spcPts val="0"/>
              </a:spcBef>
              <a:spcAft>
                <a:spcPts val="0"/>
              </a:spcAft>
              <a:buClr>
                <a:schemeClr val="dk1"/>
              </a:buClr>
              <a:buSzPts val="1000"/>
              <a:buNone/>
              <a:defRPr sz="1000">
                <a:solidFill>
                  <a:schemeClr val="dk1"/>
                </a:solidFill>
              </a:defRPr>
            </a:lvl3pPr>
            <a:lvl4pPr lvl="3" algn="l">
              <a:lnSpc>
                <a:spcPct val="115000"/>
              </a:lnSpc>
              <a:spcBef>
                <a:spcPts val="0"/>
              </a:spcBef>
              <a:spcAft>
                <a:spcPts val="0"/>
              </a:spcAft>
              <a:buClr>
                <a:schemeClr val="dk1"/>
              </a:buClr>
              <a:buSzPts val="1000"/>
              <a:buNone/>
              <a:defRPr sz="1000">
                <a:solidFill>
                  <a:schemeClr val="dk1"/>
                </a:solidFill>
              </a:defRPr>
            </a:lvl4pPr>
            <a:lvl5pPr lvl="4" algn="l">
              <a:lnSpc>
                <a:spcPct val="115000"/>
              </a:lnSpc>
              <a:spcBef>
                <a:spcPts val="0"/>
              </a:spcBef>
              <a:spcAft>
                <a:spcPts val="0"/>
              </a:spcAft>
              <a:buClr>
                <a:schemeClr val="dk1"/>
              </a:buClr>
              <a:buSzPts val="1000"/>
              <a:buNone/>
              <a:defRPr sz="1000">
                <a:solidFill>
                  <a:schemeClr val="dk1"/>
                </a:solidFill>
              </a:defRPr>
            </a:lvl5pPr>
            <a:lvl6pPr lvl="5" algn="l">
              <a:lnSpc>
                <a:spcPct val="115000"/>
              </a:lnSpc>
              <a:spcBef>
                <a:spcPts val="0"/>
              </a:spcBef>
              <a:spcAft>
                <a:spcPts val="0"/>
              </a:spcAft>
              <a:buClr>
                <a:schemeClr val="dk1"/>
              </a:buClr>
              <a:buSzPts val="1000"/>
              <a:buNone/>
              <a:defRPr sz="1000">
                <a:solidFill>
                  <a:schemeClr val="dk1"/>
                </a:solidFill>
              </a:defRPr>
            </a:lvl6pPr>
            <a:lvl7pPr lvl="6" algn="l">
              <a:lnSpc>
                <a:spcPct val="115000"/>
              </a:lnSpc>
              <a:spcBef>
                <a:spcPts val="0"/>
              </a:spcBef>
              <a:spcAft>
                <a:spcPts val="0"/>
              </a:spcAft>
              <a:buClr>
                <a:schemeClr val="dk1"/>
              </a:buClr>
              <a:buSzPts val="1000"/>
              <a:buNone/>
              <a:defRPr sz="1000">
                <a:solidFill>
                  <a:schemeClr val="dk1"/>
                </a:solidFill>
              </a:defRPr>
            </a:lvl7pPr>
            <a:lvl8pPr lvl="7" algn="l">
              <a:lnSpc>
                <a:spcPct val="115000"/>
              </a:lnSpc>
              <a:spcBef>
                <a:spcPts val="0"/>
              </a:spcBef>
              <a:spcAft>
                <a:spcPts val="0"/>
              </a:spcAft>
              <a:buClr>
                <a:schemeClr val="dk1"/>
              </a:buClr>
              <a:buSzPts val="1000"/>
              <a:buNone/>
              <a:defRPr sz="1000">
                <a:solidFill>
                  <a:schemeClr val="dk1"/>
                </a:solidFill>
              </a:defRPr>
            </a:lvl8pPr>
            <a:lvl9pPr lvl="8" algn="l">
              <a:lnSpc>
                <a:spcPct val="115000"/>
              </a:lnSpc>
              <a:spcBef>
                <a:spcPts val="0"/>
              </a:spcBef>
              <a:spcAft>
                <a:spcPts val="0"/>
              </a:spcAft>
              <a:buClr>
                <a:schemeClr val="dk1"/>
              </a:buClr>
              <a:buSzPts val="1000"/>
              <a:buNone/>
              <a:defRPr sz="1000">
                <a:solidFill>
                  <a:schemeClr val="dk1"/>
                </a:solidFill>
              </a:defRPr>
            </a:lvl9pPr>
          </a:lstStyle>
          <a:p/>
        </p:txBody>
      </p:sp>
      <p:sp>
        <p:nvSpPr>
          <p:cNvPr id="483" name="Google Shape;483;p57"/>
          <p:cNvSpPr txBox="1"/>
          <p:nvPr>
            <p:ph idx="5" type="subTitle"/>
          </p:nvPr>
        </p:nvSpPr>
        <p:spPr>
          <a:xfrm>
            <a:off x="3410600" y="2227250"/>
            <a:ext cx="23217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484" name="Google Shape;484;p57"/>
          <p:cNvSpPr txBox="1"/>
          <p:nvPr>
            <p:ph idx="6" type="subTitle"/>
          </p:nvPr>
        </p:nvSpPr>
        <p:spPr>
          <a:xfrm>
            <a:off x="6460475" y="2516650"/>
            <a:ext cx="2321700" cy="1878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600"/>
              <a:buNone/>
              <a:defRPr sz="1600">
                <a:solidFill>
                  <a:schemeClr val="dk1"/>
                </a:solidFill>
              </a:defRPr>
            </a:lvl1pPr>
            <a:lvl2pPr lvl="1" algn="l">
              <a:lnSpc>
                <a:spcPct val="115000"/>
              </a:lnSpc>
              <a:spcBef>
                <a:spcPts val="0"/>
              </a:spcBef>
              <a:spcAft>
                <a:spcPts val="0"/>
              </a:spcAft>
              <a:buClr>
                <a:schemeClr val="dk1"/>
              </a:buClr>
              <a:buSzPts val="1000"/>
              <a:buNone/>
              <a:defRPr sz="1000">
                <a:solidFill>
                  <a:schemeClr val="dk1"/>
                </a:solidFill>
              </a:defRPr>
            </a:lvl2pPr>
            <a:lvl3pPr lvl="2" algn="l">
              <a:lnSpc>
                <a:spcPct val="115000"/>
              </a:lnSpc>
              <a:spcBef>
                <a:spcPts val="0"/>
              </a:spcBef>
              <a:spcAft>
                <a:spcPts val="0"/>
              </a:spcAft>
              <a:buClr>
                <a:schemeClr val="dk1"/>
              </a:buClr>
              <a:buSzPts val="1000"/>
              <a:buNone/>
              <a:defRPr sz="1000">
                <a:solidFill>
                  <a:schemeClr val="dk1"/>
                </a:solidFill>
              </a:defRPr>
            </a:lvl3pPr>
            <a:lvl4pPr lvl="3" algn="l">
              <a:lnSpc>
                <a:spcPct val="115000"/>
              </a:lnSpc>
              <a:spcBef>
                <a:spcPts val="0"/>
              </a:spcBef>
              <a:spcAft>
                <a:spcPts val="0"/>
              </a:spcAft>
              <a:buClr>
                <a:schemeClr val="dk1"/>
              </a:buClr>
              <a:buSzPts val="1000"/>
              <a:buNone/>
              <a:defRPr sz="1000">
                <a:solidFill>
                  <a:schemeClr val="dk1"/>
                </a:solidFill>
              </a:defRPr>
            </a:lvl4pPr>
            <a:lvl5pPr lvl="4" algn="l">
              <a:lnSpc>
                <a:spcPct val="115000"/>
              </a:lnSpc>
              <a:spcBef>
                <a:spcPts val="0"/>
              </a:spcBef>
              <a:spcAft>
                <a:spcPts val="0"/>
              </a:spcAft>
              <a:buClr>
                <a:schemeClr val="dk1"/>
              </a:buClr>
              <a:buSzPts val="1000"/>
              <a:buNone/>
              <a:defRPr sz="1000">
                <a:solidFill>
                  <a:schemeClr val="dk1"/>
                </a:solidFill>
              </a:defRPr>
            </a:lvl5pPr>
            <a:lvl6pPr lvl="5" algn="l">
              <a:lnSpc>
                <a:spcPct val="115000"/>
              </a:lnSpc>
              <a:spcBef>
                <a:spcPts val="0"/>
              </a:spcBef>
              <a:spcAft>
                <a:spcPts val="0"/>
              </a:spcAft>
              <a:buClr>
                <a:schemeClr val="dk1"/>
              </a:buClr>
              <a:buSzPts val="1000"/>
              <a:buNone/>
              <a:defRPr sz="1000">
                <a:solidFill>
                  <a:schemeClr val="dk1"/>
                </a:solidFill>
              </a:defRPr>
            </a:lvl6pPr>
            <a:lvl7pPr lvl="6" algn="l">
              <a:lnSpc>
                <a:spcPct val="115000"/>
              </a:lnSpc>
              <a:spcBef>
                <a:spcPts val="0"/>
              </a:spcBef>
              <a:spcAft>
                <a:spcPts val="0"/>
              </a:spcAft>
              <a:buClr>
                <a:schemeClr val="dk1"/>
              </a:buClr>
              <a:buSzPts val="1000"/>
              <a:buNone/>
              <a:defRPr sz="1000">
                <a:solidFill>
                  <a:schemeClr val="dk1"/>
                </a:solidFill>
              </a:defRPr>
            </a:lvl7pPr>
            <a:lvl8pPr lvl="7" algn="l">
              <a:lnSpc>
                <a:spcPct val="115000"/>
              </a:lnSpc>
              <a:spcBef>
                <a:spcPts val="0"/>
              </a:spcBef>
              <a:spcAft>
                <a:spcPts val="0"/>
              </a:spcAft>
              <a:buClr>
                <a:schemeClr val="dk1"/>
              </a:buClr>
              <a:buSzPts val="1000"/>
              <a:buNone/>
              <a:defRPr sz="1000">
                <a:solidFill>
                  <a:schemeClr val="dk1"/>
                </a:solidFill>
              </a:defRPr>
            </a:lvl8pPr>
            <a:lvl9pPr lvl="8" algn="l">
              <a:lnSpc>
                <a:spcPct val="115000"/>
              </a:lnSpc>
              <a:spcBef>
                <a:spcPts val="0"/>
              </a:spcBef>
              <a:spcAft>
                <a:spcPts val="0"/>
              </a:spcAft>
              <a:buClr>
                <a:schemeClr val="dk1"/>
              </a:buClr>
              <a:buSzPts val="1000"/>
              <a:buNone/>
              <a:defRPr sz="1000">
                <a:solidFill>
                  <a:schemeClr val="dk1"/>
                </a:solidFill>
              </a:defRPr>
            </a:lvl9pPr>
          </a:lstStyle>
          <a:p/>
        </p:txBody>
      </p:sp>
      <p:sp>
        <p:nvSpPr>
          <p:cNvPr id="485" name="Google Shape;485;p57"/>
          <p:cNvSpPr txBox="1"/>
          <p:nvPr>
            <p:ph idx="7" type="subTitle"/>
          </p:nvPr>
        </p:nvSpPr>
        <p:spPr>
          <a:xfrm>
            <a:off x="6459250" y="2227250"/>
            <a:ext cx="23217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486" name="Google Shape;486;p57"/>
          <p:cNvSpPr txBox="1"/>
          <p:nvPr>
            <p:ph idx="8" type="subTitle"/>
          </p:nvPr>
        </p:nvSpPr>
        <p:spPr>
          <a:xfrm>
            <a:off x="363200" y="3864775"/>
            <a:ext cx="2321700" cy="1878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600"/>
              <a:buNone/>
              <a:defRPr sz="1600">
                <a:solidFill>
                  <a:schemeClr val="dk1"/>
                </a:solidFill>
              </a:defRPr>
            </a:lvl1pPr>
            <a:lvl2pPr lvl="1" algn="l">
              <a:lnSpc>
                <a:spcPct val="115000"/>
              </a:lnSpc>
              <a:spcBef>
                <a:spcPts val="0"/>
              </a:spcBef>
              <a:spcAft>
                <a:spcPts val="0"/>
              </a:spcAft>
              <a:buClr>
                <a:schemeClr val="dk1"/>
              </a:buClr>
              <a:buSzPts val="1000"/>
              <a:buNone/>
              <a:defRPr sz="1000">
                <a:solidFill>
                  <a:schemeClr val="dk1"/>
                </a:solidFill>
              </a:defRPr>
            </a:lvl2pPr>
            <a:lvl3pPr lvl="2" algn="l">
              <a:lnSpc>
                <a:spcPct val="115000"/>
              </a:lnSpc>
              <a:spcBef>
                <a:spcPts val="0"/>
              </a:spcBef>
              <a:spcAft>
                <a:spcPts val="0"/>
              </a:spcAft>
              <a:buClr>
                <a:schemeClr val="dk1"/>
              </a:buClr>
              <a:buSzPts val="1000"/>
              <a:buNone/>
              <a:defRPr sz="1000">
                <a:solidFill>
                  <a:schemeClr val="dk1"/>
                </a:solidFill>
              </a:defRPr>
            </a:lvl3pPr>
            <a:lvl4pPr lvl="3" algn="l">
              <a:lnSpc>
                <a:spcPct val="115000"/>
              </a:lnSpc>
              <a:spcBef>
                <a:spcPts val="0"/>
              </a:spcBef>
              <a:spcAft>
                <a:spcPts val="0"/>
              </a:spcAft>
              <a:buClr>
                <a:schemeClr val="dk1"/>
              </a:buClr>
              <a:buSzPts val="1000"/>
              <a:buNone/>
              <a:defRPr sz="1000">
                <a:solidFill>
                  <a:schemeClr val="dk1"/>
                </a:solidFill>
              </a:defRPr>
            </a:lvl4pPr>
            <a:lvl5pPr lvl="4" algn="l">
              <a:lnSpc>
                <a:spcPct val="115000"/>
              </a:lnSpc>
              <a:spcBef>
                <a:spcPts val="0"/>
              </a:spcBef>
              <a:spcAft>
                <a:spcPts val="0"/>
              </a:spcAft>
              <a:buClr>
                <a:schemeClr val="dk1"/>
              </a:buClr>
              <a:buSzPts val="1000"/>
              <a:buNone/>
              <a:defRPr sz="1000">
                <a:solidFill>
                  <a:schemeClr val="dk1"/>
                </a:solidFill>
              </a:defRPr>
            </a:lvl5pPr>
            <a:lvl6pPr lvl="5" algn="l">
              <a:lnSpc>
                <a:spcPct val="115000"/>
              </a:lnSpc>
              <a:spcBef>
                <a:spcPts val="0"/>
              </a:spcBef>
              <a:spcAft>
                <a:spcPts val="0"/>
              </a:spcAft>
              <a:buClr>
                <a:schemeClr val="dk1"/>
              </a:buClr>
              <a:buSzPts val="1000"/>
              <a:buNone/>
              <a:defRPr sz="1000">
                <a:solidFill>
                  <a:schemeClr val="dk1"/>
                </a:solidFill>
              </a:defRPr>
            </a:lvl6pPr>
            <a:lvl7pPr lvl="6" algn="l">
              <a:lnSpc>
                <a:spcPct val="115000"/>
              </a:lnSpc>
              <a:spcBef>
                <a:spcPts val="0"/>
              </a:spcBef>
              <a:spcAft>
                <a:spcPts val="0"/>
              </a:spcAft>
              <a:buClr>
                <a:schemeClr val="dk1"/>
              </a:buClr>
              <a:buSzPts val="1000"/>
              <a:buNone/>
              <a:defRPr sz="1000">
                <a:solidFill>
                  <a:schemeClr val="dk1"/>
                </a:solidFill>
              </a:defRPr>
            </a:lvl7pPr>
            <a:lvl8pPr lvl="7" algn="l">
              <a:lnSpc>
                <a:spcPct val="115000"/>
              </a:lnSpc>
              <a:spcBef>
                <a:spcPts val="0"/>
              </a:spcBef>
              <a:spcAft>
                <a:spcPts val="0"/>
              </a:spcAft>
              <a:buClr>
                <a:schemeClr val="dk1"/>
              </a:buClr>
              <a:buSzPts val="1000"/>
              <a:buNone/>
              <a:defRPr sz="1000">
                <a:solidFill>
                  <a:schemeClr val="dk1"/>
                </a:solidFill>
              </a:defRPr>
            </a:lvl8pPr>
            <a:lvl9pPr lvl="8" algn="l">
              <a:lnSpc>
                <a:spcPct val="115000"/>
              </a:lnSpc>
              <a:spcBef>
                <a:spcPts val="0"/>
              </a:spcBef>
              <a:spcAft>
                <a:spcPts val="0"/>
              </a:spcAft>
              <a:buClr>
                <a:schemeClr val="dk1"/>
              </a:buClr>
              <a:buSzPts val="1000"/>
              <a:buNone/>
              <a:defRPr sz="1000">
                <a:solidFill>
                  <a:schemeClr val="dk1"/>
                </a:solidFill>
              </a:defRPr>
            </a:lvl9pPr>
          </a:lstStyle>
          <a:p/>
        </p:txBody>
      </p:sp>
      <p:sp>
        <p:nvSpPr>
          <p:cNvPr id="487" name="Google Shape;487;p57"/>
          <p:cNvSpPr txBox="1"/>
          <p:nvPr>
            <p:ph idx="9" type="subTitle"/>
          </p:nvPr>
        </p:nvSpPr>
        <p:spPr>
          <a:xfrm>
            <a:off x="361975" y="3575375"/>
            <a:ext cx="23217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488" name="Google Shape;488;p57"/>
          <p:cNvSpPr txBox="1"/>
          <p:nvPr>
            <p:ph idx="13" type="subTitle"/>
          </p:nvPr>
        </p:nvSpPr>
        <p:spPr>
          <a:xfrm>
            <a:off x="3411825" y="3864775"/>
            <a:ext cx="2321700" cy="1878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600"/>
              <a:buNone/>
              <a:defRPr sz="1600">
                <a:solidFill>
                  <a:schemeClr val="dk1"/>
                </a:solidFill>
              </a:defRPr>
            </a:lvl1pPr>
            <a:lvl2pPr lvl="1" algn="l">
              <a:lnSpc>
                <a:spcPct val="115000"/>
              </a:lnSpc>
              <a:spcBef>
                <a:spcPts val="0"/>
              </a:spcBef>
              <a:spcAft>
                <a:spcPts val="0"/>
              </a:spcAft>
              <a:buClr>
                <a:schemeClr val="dk1"/>
              </a:buClr>
              <a:buSzPts val="1000"/>
              <a:buNone/>
              <a:defRPr sz="1000">
                <a:solidFill>
                  <a:schemeClr val="dk1"/>
                </a:solidFill>
              </a:defRPr>
            </a:lvl2pPr>
            <a:lvl3pPr lvl="2" algn="l">
              <a:lnSpc>
                <a:spcPct val="115000"/>
              </a:lnSpc>
              <a:spcBef>
                <a:spcPts val="0"/>
              </a:spcBef>
              <a:spcAft>
                <a:spcPts val="0"/>
              </a:spcAft>
              <a:buClr>
                <a:schemeClr val="dk1"/>
              </a:buClr>
              <a:buSzPts val="1000"/>
              <a:buNone/>
              <a:defRPr sz="1000">
                <a:solidFill>
                  <a:schemeClr val="dk1"/>
                </a:solidFill>
              </a:defRPr>
            </a:lvl3pPr>
            <a:lvl4pPr lvl="3" algn="l">
              <a:lnSpc>
                <a:spcPct val="115000"/>
              </a:lnSpc>
              <a:spcBef>
                <a:spcPts val="0"/>
              </a:spcBef>
              <a:spcAft>
                <a:spcPts val="0"/>
              </a:spcAft>
              <a:buClr>
                <a:schemeClr val="dk1"/>
              </a:buClr>
              <a:buSzPts val="1000"/>
              <a:buNone/>
              <a:defRPr sz="1000">
                <a:solidFill>
                  <a:schemeClr val="dk1"/>
                </a:solidFill>
              </a:defRPr>
            </a:lvl4pPr>
            <a:lvl5pPr lvl="4" algn="l">
              <a:lnSpc>
                <a:spcPct val="115000"/>
              </a:lnSpc>
              <a:spcBef>
                <a:spcPts val="0"/>
              </a:spcBef>
              <a:spcAft>
                <a:spcPts val="0"/>
              </a:spcAft>
              <a:buClr>
                <a:schemeClr val="dk1"/>
              </a:buClr>
              <a:buSzPts val="1000"/>
              <a:buNone/>
              <a:defRPr sz="1000">
                <a:solidFill>
                  <a:schemeClr val="dk1"/>
                </a:solidFill>
              </a:defRPr>
            </a:lvl5pPr>
            <a:lvl6pPr lvl="5" algn="l">
              <a:lnSpc>
                <a:spcPct val="115000"/>
              </a:lnSpc>
              <a:spcBef>
                <a:spcPts val="0"/>
              </a:spcBef>
              <a:spcAft>
                <a:spcPts val="0"/>
              </a:spcAft>
              <a:buClr>
                <a:schemeClr val="dk1"/>
              </a:buClr>
              <a:buSzPts val="1000"/>
              <a:buNone/>
              <a:defRPr sz="1000">
                <a:solidFill>
                  <a:schemeClr val="dk1"/>
                </a:solidFill>
              </a:defRPr>
            </a:lvl6pPr>
            <a:lvl7pPr lvl="6" algn="l">
              <a:lnSpc>
                <a:spcPct val="115000"/>
              </a:lnSpc>
              <a:spcBef>
                <a:spcPts val="0"/>
              </a:spcBef>
              <a:spcAft>
                <a:spcPts val="0"/>
              </a:spcAft>
              <a:buClr>
                <a:schemeClr val="dk1"/>
              </a:buClr>
              <a:buSzPts val="1000"/>
              <a:buNone/>
              <a:defRPr sz="1000">
                <a:solidFill>
                  <a:schemeClr val="dk1"/>
                </a:solidFill>
              </a:defRPr>
            </a:lvl7pPr>
            <a:lvl8pPr lvl="7" algn="l">
              <a:lnSpc>
                <a:spcPct val="115000"/>
              </a:lnSpc>
              <a:spcBef>
                <a:spcPts val="0"/>
              </a:spcBef>
              <a:spcAft>
                <a:spcPts val="0"/>
              </a:spcAft>
              <a:buClr>
                <a:schemeClr val="dk1"/>
              </a:buClr>
              <a:buSzPts val="1000"/>
              <a:buNone/>
              <a:defRPr sz="1000">
                <a:solidFill>
                  <a:schemeClr val="dk1"/>
                </a:solidFill>
              </a:defRPr>
            </a:lvl8pPr>
            <a:lvl9pPr lvl="8" algn="l">
              <a:lnSpc>
                <a:spcPct val="115000"/>
              </a:lnSpc>
              <a:spcBef>
                <a:spcPts val="0"/>
              </a:spcBef>
              <a:spcAft>
                <a:spcPts val="0"/>
              </a:spcAft>
              <a:buClr>
                <a:schemeClr val="dk1"/>
              </a:buClr>
              <a:buSzPts val="1000"/>
              <a:buNone/>
              <a:defRPr sz="1000">
                <a:solidFill>
                  <a:schemeClr val="dk1"/>
                </a:solidFill>
              </a:defRPr>
            </a:lvl9pPr>
          </a:lstStyle>
          <a:p/>
        </p:txBody>
      </p:sp>
      <p:sp>
        <p:nvSpPr>
          <p:cNvPr id="489" name="Google Shape;489;p57"/>
          <p:cNvSpPr txBox="1"/>
          <p:nvPr>
            <p:ph idx="14" type="subTitle"/>
          </p:nvPr>
        </p:nvSpPr>
        <p:spPr>
          <a:xfrm>
            <a:off x="3410600" y="3575375"/>
            <a:ext cx="23217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490" name="Google Shape;490;p57"/>
          <p:cNvSpPr txBox="1"/>
          <p:nvPr>
            <p:ph idx="15" type="subTitle"/>
          </p:nvPr>
        </p:nvSpPr>
        <p:spPr>
          <a:xfrm>
            <a:off x="6460475" y="3864775"/>
            <a:ext cx="2321700" cy="1878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600"/>
              <a:buNone/>
              <a:defRPr sz="1600">
                <a:solidFill>
                  <a:schemeClr val="dk1"/>
                </a:solidFill>
              </a:defRPr>
            </a:lvl1pPr>
            <a:lvl2pPr lvl="1" algn="l">
              <a:lnSpc>
                <a:spcPct val="115000"/>
              </a:lnSpc>
              <a:spcBef>
                <a:spcPts val="0"/>
              </a:spcBef>
              <a:spcAft>
                <a:spcPts val="0"/>
              </a:spcAft>
              <a:buClr>
                <a:schemeClr val="dk1"/>
              </a:buClr>
              <a:buSzPts val="1000"/>
              <a:buNone/>
              <a:defRPr sz="1000">
                <a:solidFill>
                  <a:schemeClr val="dk1"/>
                </a:solidFill>
              </a:defRPr>
            </a:lvl2pPr>
            <a:lvl3pPr lvl="2" algn="l">
              <a:lnSpc>
                <a:spcPct val="115000"/>
              </a:lnSpc>
              <a:spcBef>
                <a:spcPts val="0"/>
              </a:spcBef>
              <a:spcAft>
                <a:spcPts val="0"/>
              </a:spcAft>
              <a:buClr>
                <a:schemeClr val="dk1"/>
              </a:buClr>
              <a:buSzPts val="1000"/>
              <a:buNone/>
              <a:defRPr sz="1000">
                <a:solidFill>
                  <a:schemeClr val="dk1"/>
                </a:solidFill>
              </a:defRPr>
            </a:lvl3pPr>
            <a:lvl4pPr lvl="3" algn="l">
              <a:lnSpc>
                <a:spcPct val="115000"/>
              </a:lnSpc>
              <a:spcBef>
                <a:spcPts val="0"/>
              </a:spcBef>
              <a:spcAft>
                <a:spcPts val="0"/>
              </a:spcAft>
              <a:buClr>
                <a:schemeClr val="dk1"/>
              </a:buClr>
              <a:buSzPts val="1000"/>
              <a:buNone/>
              <a:defRPr sz="1000">
                <a:solidFill>
                  <a:schemeClr val="dk1"/>
                </a:solidFill>
              </a:defRPr>
            </a:lvl4pPr>
            <a:lvl5pPr lvl="4" algn="l">
              <a:lnSpc>
                <a:spcPct val="115000"/>
              </a:lnSpc>
              <a:spcBef>
                <a:spcPts val="0"/>
              </a:spcBef>
              <a:spcAft>
                <a:spcPts val="0"/>
              </a:spcAft>
              <a:buClr>
                <a:schemeClr val="dk1"/>
              </a:buClr>
              <a:buSzPts val="1000"/>
              <a:buNone/>
              <a:defRPr sz="1000">
                <a:solidFill>
                  <a:schemeClr val="dk1"/>
                </a:solidFill>
              </a:defRPr>
            </a:lvl5pPr>
            <a:lvl6pPr lvl="5" algn="l">
              <a:lnSpc>
                <a:spcPct val="115000"/>
              </a:lnSpc>
              <a:spcBef>
                <a:spcPts val="0"/>
              </a:spcBef>
              <a:spcAft>
                <a:spcPts val="0"/>
              </a:spcAft>
              <a:buClr>
                <a:schemeClr val="dk1"/>
              </a:buClr>
              <a:buSzPts val="1000"/>
              <a:buNone/>
              <a:defRPr sz="1000">
                <a:solidFill>
                  <a:schemeClr val="dk1"/>
                </a:solidFill>
              </a:defRPr>
            </a:lvl6pPr>
            <a:lvl7pPr lvl="6" algn="l">
              <a:lnSpc>
                <a:spcPct val="115000"/>
              </a:lnSpc>
              <a:spcBef>
                <a:spcPts val="0"/>
              </a:spcBef>
              <a:spcAft>
                <a:spcPts val="0"/>
              </a:spcAft>
              <a:buClr>
                <a:schemeClr val="dk1"/>
              </a:buClr>
              <a:buSzPts val="1000"/>
              <a:buNone/>
              <a:defRPr sz="1000">
                <a:solidFill>
                  <a:schemeClr val="dk1"/>
                </a:solidFill>
              </a:defRPr>
            </a:lvl7pPr>
            <a:lvl8pPr lvl="7" algn="l">
              <a:lnSpc>
                <a:spcPct val="115000"/>
              </a:lnSpc>
              <a:spcBef>
                <a:spcPts val="0"/>
              </a:spcBef>
              <a:spcAft>
                <a:spcPts val="0"/>
              </a:spcAft>
              <a:buClr>
                <a:schemeClr val="dk1"/>
              </a:buClr>
              <a:buSzPts val="1000"/>
              <a:buNone/>
              <a:defRPr sz="1000">
                <a:solidFill>
                  <a:schemeClr val="dk1"/>
                </a:solidFill>
              </a:defRPr>
            </a:lvl8pPr>
            <a:lvl9pPr lvl="8" algn="l">
              <a:lnSpc>
                <a:spcPct val="115000"/>
              </a:lnSpc>
              <a:spcBef>
                <a:spcPts val="0"/>
              </a:spcBef>
              <a:spcAft>
                <a:spcPts val="0"/>
              </a:spcAft>
              <a:buClr>
                <a:schemeClr val="dk1"/>
              </a:buClr>
              <a:buSzPts val="1000"/>
              <a:buNone/>
              <a:defRPr sz="1000">
                <a:solidFill>
                  <a:schemeClr val="dk1"/>
                </a:solidFill>
              </a:defRPr>
            </a:lvl9pPr>
          </a:lstStyle>
          <a:p/>
        </p:txBody>
      </p:sp>
      <p:sp>
        <p:nvSpPr>
          <p:cNvPr id="491" name="Google Shape;491;p57"/>
          <p:cNvSpPr txBox="1"/>
          <p:nvPr>
            <p:ph idx="16" type="subTitle"/>
          </p:nvPr>
        </p:nvSpPr>
        <p:spPr>
          <a:xfrm>
            <a:off x="6459250" y="3575375"/>
            <a:ext cx="23217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p:cSld name="BLANK_1_1_1_1_1_1_1_1_1_1_1">
    <p:bg>
      <p:bgPr>
        <a:solidFill>
          <a:schemeClr val="lt1"/>
        </a:solidFill>
      </p:bgPr>
    </p:bg>
    <p:spTree>
      <p:nvGrpSpPr>
        <p:cNvPr id="492" name="Shape 492"/>
        <p:cNvGrpSpPr/>
        <p:nvPr/>
      </p:nvGrpSpPr>
      <p:grpSpPr>
        <a:xfrm>
          <a:off x="0" y="0"/>
          <a:ext cx="0" cy="0"/>
          <a:chOff x="0" y="0"/>
          <a:chExt cx="0" cy="0"/>
        </a:xfrm>
      </p:grpSpPr>
      <p:sp>
        <p:nvSpPr>
          <p:cNvPr id="493" name="Google Shape;493;p58"/>
          <p:cNvSpPr txBox="1"/>
          <p:nvPr>
            <p:ph idx="1" type="subTitle"/>
          </p:nvPr>
        </p:nvSpPr>
        <p:spPr>
          <a:xfrm>
            <a:off x="361975" y="2841984"/>
            <a:ext cx="3154800" cy="21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800"/>
              <a:buNone/>
              <a:defRPr sz="1800">
                <a:solidFill>
                  <a:schemeClr val="dk1"/>
                </a:solidFill>
              </a:defRPr>
            </a:lvl1pPr>
            <a:lvl2pPr lvl="1" algn="l">
              <a:lnSpc>
                <a:spcPct val="115000"/>
              </a:lnSpc>
              <a:spcBef>
                <a:spcPts val="0"/>
              </a:spcBef>
              <a:spcAft>
                <a:spcPts val="0"/>
              </a:spcAft>
              <a:buClr>
                <a:schemeClr val="dk1"/>
              </a:buClr>
              <a:buSzPts val="1800"/>
              <a:buNone/>
              <a:defRPr sz="1800">
                <a:solidFill>
                  <a:schemeClr val="dk1"/>
                </a:solidFill>
              </a:defRPr>
            </a:lvl2pPr>
            <a:lvl3pPr lvl="2" algn="l">
              <a:lnSpc>
                <a:spcPct val="115000"/>
              </a:lnSpc>
              <a:spcBef>
                <a:spcPts val="0"/>
              </a:spcBef>
              <a:spcAft>
                <a:spcPts val="0"/>
              </a:spcAft>
              <a:buClr>
                <a:schemeClr val="dk1"/>
              </a:buClr>
              <a:buSzPts val="1800"/>
              <a:buNone/>
              <a:defRPr sz="1800">
                <a:solidFill>
                  <a:schemeClr val="dk1"/>
                </a:solidFill>
              </a:defRPr>
            </a:lvl3pPr>
            <a:lvl4pPr lvl="3" algn="l">
              <a:lnSpc>
                <a:spcPct val="115000"/>
              </a:lnSpc>
              <a:spcBef>
                <a:spcPts val="0"/>
              </a:spcBef>
              <a:spcAft>
                <a:spcPts val="0"/>
              </a:spcAft>
              <a:buClr>
                <a:schemeClr val="dk1"/>
              </a:buClr>
              <a:buSzPts val="1800"/>
              <a:buNone/>
              <a:defRPr sz="1800">
                <a:solidFill>
                  <a:schemeClr val="dk1"/>
                </a:solidFill>
              </a:defRPr>
            </a:lvl4pPr>
            <a:lvl5pPr lvl="4" algn="l">
              <a:lnSpc>
                <a:spcPct val="115000"/>
              </a:lnSpc>
              <a:spcBef>
                <a:spcPts val="0"/>
              </a:spcBef>
              <a:spcAft>
                <a:spcPts val="0"/>
              </a:spcAft>
              <a:buClr>
                <a:schemeClr val="dk1"/>
              </a:buClr>
              <a:buSzPts val="1800"/>
              <a:buNone/>
              <a:defRPr sz="1800">
                <a:solidFill>
                  <a:schemeClr val="dk1"/>
                </a:solidFill>
              </a:defRPr>
            </a:lvl5pPr>
            <a:lvl6pPr lvl="5" algn="l">
              <a:lnSpc>
                <a:spcPct val="115000"/>
              </a:lnSpc>
              <a:spcBef>
                <a:spcPts val="0"/>
              </a:spcBef>
              <a:spcAft>
                <a:spcPts val="0"/>
              </a:spcAft>
              <a:buClr>
                <a:schemeClr val="dk1"/>
              </a:buClr>
              <a:buSzPts val="1800"/>
              <a:buNone/>
              <a:defRPr sz="1800">
                <a:solidFill>
                  <a:schemeClr val="dk1"/>
                </a:solidFill>
              </a:defRPr>
            </a:lvl6pPr>
            <a:lvl7pPr lvl="6" algn="l">
              <a:lnSpc>
                <a:spcPct val="115000"/>
              </a:lnSpc>
              <a:spcBef>
                <a:spcPts val="0"/>
              </a:spcBef>
              <a:spcAft>
                <a:spcPts val="0"/>
              </a:spcAft>
              <a:buClr>
                <a:schemeClr val="dk1"/>
              </a:buClr>
              <a:buSzPts val="1800"/>
              <a:buNone/>
              <a:defRPr sz="1800">
                <a:solidFill>
                  <a:schemeClr val="dk1"/>
                </a:solidFill>
              </a:defRPr>
            </a:lvl7pPr>
            <a:lvl8pPr lvl="7" algn="l">
              <a:lnSpc>
                <a:spcPct val="115000"/>
              </a:lnSpc>
              <a:spcBef>
                <a:spcPts val="0"/>
              </a:spcBef>
              <a:spcAft>
                <a:spcPts val="0"/>
              </a:spcAft>
              <a:buClr>
                <a:schemeClr val="dk1"/>
              </a:buClr>
              <a:buSzPts val="1800"/>
              <a:buNone/>
              <a:defRPr sz="1800">
                <a:solidFill>
                  <a:schemeClr val="dk1"/>
                </a:solidFill>
              </a:defRPr>
            </a:lvl8pPr>
            <a:lvl9pPr lvl="8" algn="l">
              <a:lnSpc>
                <a:spcPct val="115000"/>
              </a:lnSpc>
              <a:spcBef>
                <a:spcPts val="0"/>
              </a:spcBef>
              <a:spcAft>
                <a:spcPts val="0"/>
              </a:spcAft>
              <a:buClr>
                <a:schemeClr val="dk1"/>
              </a:buClr>
              <a:buSzPts val="1800"/>
              <a:buNone/>
              <a:defRPr sz="1800">
                <a:solidFill>
                  <a:schemeClr val="dk1"/>
                </a:solidFill>
              </a:defRPr>
            </a:lvl9pPr>
          </a:lstStyle>
          <a:p/>
        </p:txBody>
      </p:sp>
      <p:sp>
        <p:nvSpPr>
          <p:cNvPr id="494" name="Google Shape;494;p58"/>
          <p:cNvSpPr txBox="1"/>
          <p:nvPr>
            <p:ph type="title"/>
          </p:nvPr>
        </p:nvSpPr>
        <p:spPr>
          <a:xfrm>
            <a:off x="361975" y="962100"/>
            <a:ext cx="41631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3600">
                <a:solidFill>
                  <a:schemeClr val="dk1"/>
                </a:solidFill>
              </a:defRPr>
            </a:lvl1pPr>
            <a:lvl2pPr lvl="1" algn="l">
              <a:lnSpc>
                <a:spcPct val="90000"/>
              </a:lnSpc>
              <a:spcBef>
                <a:spcPts val="0"/>
              </a:spcBef>
              <a:spcAft>
                <a:spcPts val="0"/>
              </a:spcAft>
              <a:buSzPts val="1400"/>
              <a:buNone/>
              <a:defRPr sz="3600">
                <a:solidFill>
                  <a:schemeClr val="dk1"/>
                </a:solidFill>
              </a:defRPr>
            </a:lvl2pPr>
            <a:lvl3pPr lvl="2" algn="l">
              <a:lnSpc>
                <a:spcPct val="90000"/>
              </a:lnSpc>
              <a:spcBef>
                <a:spcPts val="0"/>
              </a:spcBef>
              <a:spcAft>
                <a:spcPts val="0"/>
              </a:spcAft>
              <a:buSzPts val="1400"/>
              <a:buNone/>
              <a:defRPr sz="3600">
                <a:solidFill>
                  <a:schemeClr val="dk1"/>
                </a:solidFill>
              </a:defRPr>
            </a:lvl3pPr>
            <a:lvl4pPr lvl="3" algn="l">
              <a:lnSpc>
                <a:spcPct val="90000"/>
              </a:lnSpc>
              <a:spcBef>
                <a:spcPts val="0"/>
              </a:spcBef>
              <a:spcAft>
                <a:spcPts val="0"/>
              </a:spcAft>
              <a:buSzPts val="1400"/>
              <a:buNone/>
              <a:defRPr sz="3600">
                <a:solidFill>
                  <a:schemeClr val="dk1"/>
                </a:solidFill>
              </a:defRPr>
            </a:lvl4pPr>
            <a:lvl5pPr lvl="4" algn="l">
              <a:lnSpc>
                <a:spcPct val="90000"/>
              </a:lnSpc>
              <a:spcBef>
                <a:spcPts val="0"/>
              </a:spcBef>
              <a:spcAft>
                <a:spcPts val="0"/>
              </a:spcAft>
              <a:buSzPts val="1400"/>
              <a:buNone/>
              <a:defRPr sz="3600">
                <a:solidFill>
                  <a:schemeClr val="dk1"/>
                </a:solidFill>
              </a:defRPr>
            </a:lvl5pPr>
            <a:lvl6pPr lvl="5" algn="l">
              <a:lnSpc>
                <a:spcPct val="90000"/>
              </a:lnSpc>
              <a:spcBef>
                <a:spcPts val="0"/>
              </a:spcBef>
              <a:spcAft>
                <a:spcPts val="0"/>
              </a:spcAft>
              <a:buSzPts val="1400"/>
              <a:buNone/>
              <a:defRPr sz="3600">
                <a:solidFill>
                  <a:schemeClr val="dk1"/>
                </a:solidFill>
              </a:defRPr>
            </a:lvl6pPr>
            <a:lvl7pPr lvl="6" algn="l">
              <a:lnSpc>
                <a:spcPct val="90000"/>
              </a:lnSpc>
              <a:spcBef>
                <a:spcPts val="0"/>
              </a:spcBef>
              <a:spcAft>
                <a:spcPts val="0"/>
              </a:spcAft>
              <a:buSzPts val="1400"/>
              <a:buNone/>
              <a:defRPr sz="3600">
                <a:solidFill>
                  <a:schemeClr val="dk1"/>
                </a:solidFill>
              </a:defRPr>
            </a:lvl7pPr>
            <a:lvl8pPr lvl="7" algn="l">
              <a:lnSpc>
                <a:spcPct val="90000"/>
              </a:lnSpc>
              <a:spcBef>
                <a:spcPts val="0"/>
              </a:spcBef>
              <a:spcAft>
                <a:spcPts val="0"/>
              </a:spcAft>
              <a:buSzPts val="1400"/>
              <a:buNone/>
              <a:defRPr sz="3600">
                <a:solidFill>
                  <a:schemeClr val="dk1"/>
                </a:solidFill>
              </a:defRPr>
            </a:lvl8pPr>
            <a:lvl9pPr lvl="8" algn="l">
              <a:lnSpc>
                <a:spcPct val="90000"/>
              </a:lnSpc>
              <a:spcBef>
                <a:spcPts val="0"/>
              </a:spcBef>
              <a:spcAft>
                <a:spcPts val="0"/>
              </a:spcAft>
              <a:buSzPts val="1400"/>
              <a:buNone/>
              <a:defRPr sz="3600">
                <a:solidFill>
                  <a:schemeClr val="dk1"/>
                </a:solidFill>
              </a:defRPr>
            </a:lvl9pPr>
          </a:lstStyle>
          <a:p/>
        </p:txBody>
      </p:sp>
      <p:sp>
        <p:nvSpPr>
          <p:cNvPr id="495" name="Google Shape;495;p5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496" name="Google Shape;496;p58"/>
          <p:cNvSpPr txBox="1"/>
          <p:nvPr>
            <p:ph idx="2"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497" name="Google Shape;497;p58"/>
          <p:cNvSpPr txBox="1"/>
          <p:nvPr>
            <p:ph idx="3" type="subTitle"/>
          </p:nvPr>
        </p:nvSpPr>
        <p:spPr>
          <a:xfrm>
            <a:off x="4909675" y="2841984"/>
            <a:ext cx="3154800" cy="21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800"/>
              <a:buNone/>
              <a:defRPr sz="1800">
                <a:solidFill>
                  <a:schemeClr val="dk1"/>
                </a:solidFill>
              </a:defRPr>
            </a:lvl1pPr>
            <a:lvl2pPr lvl="1" algn="l">
              <a:lnSpc>
                <a:spcPct val="115000"/>
              </a:lnSpc>
              <a:spcBef>
                <a:spcPts val="0"/>
              </a:spcBef>
              <a:spcAft>
                <a:spcPts val="0"/>
              </a:spcAft>
              <a:buClr>
                <a:schemeClr val="dk1"/>
              </a:buClr>
              <a:buSzPts val="1800"/>
              <a:buNone/>
              <a:defRPr sz="1800">
                <a:solidFill>
                  <a:schemeClr val="dk1"/>
                </a:solidFill>
              </a:defRPr>
            </a:lvl2pPr>
            <a:lvl3pPr lvl="2" algn="l">
              <a:lnSpc>
                <a:spcPct val="115000"/>
              </a:lnSpc>
              <a:spcBef>
                <a:spcPts val="0"/>
              </a:spcBef>
              <a:spcAft>
                <a:spcPts val="0"/>
              </a:spcAft>
              <a:buClr>
                <a:schemeClr val="dk1"/>
              </a:buClr>
              <a:buSzPts val="1800"/>
              <a:buNone/>
              <a:defRPr sz="1800">
                <a:solidFill>
                  <a:schemeClr val="dk1"/>
                </a:solidFill>
              </a:defRPr>
            </a:lvl3pPr>
            <a:lvl4pPr lvl="3" algn="l">
              <a:lnSpc>
                <a:spcPct val="115000"/>
              </a:lnSpc>
              <a:spcBef>
                <a:spcPts val="0"/>
              </a:spcBef>
              <a:spcAft>
                <a:spcPts val="0"/>
              </a:spcAft>
              <a:buClr>
                <a:schemeClr val="dk1"/>
              </a:buClr>
              <a:buSzPts val="1800"/>
              <a:buNone/>
              <a:defRPr sz="1800">
                <a:solidFill>
                  <a:schemeClr val="dk1"/>
                </a:solidFill>
              </a:defRPr>
            </a:lvl4pPr>
            <a:lvl5pPr lvl="4" algn="l">
              <a:lnSpc>
                <a:spcPct val="115000"/>
              </a:lnSpc>
              <a:spcBef>
                <a:spcPts val="0"/>
              </a:spcBef>
              <a:spcAft>
                <a:spcPts val="0"/>
              </a:spcAft>
              <a:buClr>
                <a:schemeClr val="dk1"/>
              </a:buClr>
              <a:buSzPts val="1800"/>
              <a:buNone/>
              <a:defRPr sz="1800">
                <a:solidFill>
                  <a:schemeClr val="dk1"/>
                </a:solidFill>
              </a:defRPr>
            </a:lvl5pPr>
            <a:lvl6pPr lvl="5" algn="l">
              <a:lnSpc>
                <a:spcPct val="115000"/>
              </a:lnSpc>
              <a:spcBef>
                <a:spcPts val="0"/>
              </a:spcBef>
              <a:spcAft>
                <a:spcPts val="0"/>
              </a:spcAft>
              <a:buClr>
                <a:schemeClr val="dk1"/>
              </a:buClr>
              <a:buSzPts val="1800"/>
              <a:buNone/>
              <a:defRPr sz="1800">
                <a:solidFill>
                  <a:schemeClr val="dk1"/>
                </a:solidFill>
              </a:defRPr>
            </a:lvl6pPr>
            <a:lvl7pPr lvl="6" algn="l">
              <a:lnSpc>
                <a:spcPct val="115000"/>
              </a:lnSpc>
              <a:spcBef>
                <a:spcPts val="0"/>
              </a:spcBef>
              <a:spcAft>
                <a:spcPts val="0"/>
              </a:spcAft>
              <a:buClr>
                <a:schemeClr val="dk1"/>
              </a:buClr>
              <a:buSzPts val="1800"/>
              <a:buNone/>
              <a:defRPr sz="1800">
                <a:solidFill>
                  <a:schemeClr val="dk1"/>
                </a:solidFill>
              </a:defRPr>
            </a:lvl7pPr>
            <a:lvl8pPr lvl="7" algn="l">
              <a:lnSpc>
                <a:spcPct val="115000"/>
              </a:lnSpc>
              <a:spcBef>
                <a:spcPts val="0"/>
              </a:spcBef>
              <a:spcAft>
                <a:spcPts val="0"/>
              </a:spcAft>
              <a:buClr>
                <a:schemeClr val="dk1"/>
              </a:buClr>
              <a:buSzPts val="1800"/>
              <a:buNone/>
              <a:defRPr sz="1800">
                <a:solidFill>
                  <a:schemeClr val="dk1"/>
                </a:solidFill>
              </a:defRPr>
            </a:lvl8pPr>
            <a:lvl9pPr lvl="8" algn="l">
              <a:lnSpc>
                <a:spcPct val="115000"/>
              </a:lnSpc>
              <a:spcBef>
                <a:spcPts val="0"/>
              </a:spcBef>
              <a:spcAft>
                <a:spcPts val="0"/>
              </a:spcAft>
              <a:buClr>
                <a:schemeClr val="dk1"/>
              </a:buClr>
              <a:buSzPts val="1800"/>
              <a:buNone/>
              <a:defRPr sz="1800">
                <a:solidFill>
                  <a:schemeClr val="dk1"/>
                </a:solidFill>
              </a:defRPr>
            </a:lvl9pPr>
          </a:lstStyle>
          <a:p/>
        </p:txBody>
      </p:sp>
      <p:sp>
        <p:nvSpPr>
          <p:cNvPr id="498" name="Google Shape;498;p58"/>
          <p:cNvSpPr txBox="1"/>
          <p:nvPr>
            <p:ph idx="4" type="subTitle"/>
          </p:nvPr>
        </p:nvSpPr>
        <p:spPr>
          <a:xfrm>
            <a:off x="361975" y="3493626"/>
            <a:ext cx="3154800" cy="21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800"/>
              <a:buNone/>
              <a:defRPr sz="1800">
                <a:solidFill>
                  <a:schemeClr val="dk1"/>
                </a:solidFill>
              </a:defRPr>
            </a:lvl1pPr>
            <a:lvl2pPr lvl="1" algn="l">
              <a:lnSpc>
                <a:spcPct val="115000"/>
              </a:lnSpc>
              <a:spcBef>
                <a:spcPts val="0"/>
              </a:spcBef>
              <a:spcAft>
                <a:spcPts val="0"/>
              </a:spcAft>
              <a:buClr>
                <a:schemeClr val="dk1"/>
              </a:buClr>
              <a:buSzPts val="1800"/>
              <a:buNone/>
              <a:defRPr sz="1800">
                <a:solidFill>
                  <a:schemeClr val="dk1"/>
                </a:solidFill>
              </a:defRPr>
            </a:lvl2pPr>
            <a:lvl3pPr lvl="2" algn="l">
              <a:lnSpc>
                <a:spcPct val="115000"/>
              </a:lnSpc>
              <a:spcBef>
                <a:spcPts val="0"/>
              </a:spcBef>
              <a:spcAft>
                <a:spcPts val="0"/>
              </a:spcAft>
              <a:buClr>
                <a:schemeClr val="dk1"/>
              </a:buClr>
              <a:buSzPts val="1800"/>
              <a:buNone/>
              <a:defRPr sz="1800">
                <a:solidFill>
                  <a:schemeClr val="dk1"/>
                </a:solidFill>
              </a:defRPr>
            </a:lvl3pPr>
            <a:lvl4pPr lvl="3" algn="l">
              <a:lnSpc>
                <a:spcPct val="115000"/>
              </a:lnSpc>
              <a:spcBef>
                <a:spcPts val="0"/>
              </a:spcBef>
              <a:spcAft>
                <a:spcPts val="0"/>
              </a:spcAft>
              <a:buClr>
                <a:schemeClr val="dk1"/>
              </a:buClr>
              <a:buSzPts val="1800"/>
              <a:buNone/>
              <a:defRPr sz="1800">
                <a:solidFill>
                  <a:schemeClr val="dk1"/>
                </a:solidFill>
              </a:defRPr>
            </a:lvl4pPr>
            <a:lvl5pPr lvl="4" algn="l">
              <a:lnSpc>
                <a:spcPct val="115000"/>
              </a:lnSpc>
              <a:spcBef>
                <a:spcPts val="0"/>
              </a:spcBef>
              <a:spcAft>
                <a:spcPts val="0"/>
              </a:spcAft>
              <a:buClr>
                <a:schemeClr val="dk1"/>
              </a:buClr>
              <a:buSzPts val="1800"/>
              <a:buNone/>
              <a:defRPr sz="1800">
                <a:solidFill>
                  <a:schemeClr val="dk1"/>
                </a:solidFill>
              </a:defRPr>
            </a:lvl5pPr>
            <a:lvl6pPr lvl="5" algn="l">
              <a:lnSpc>
                <a:spcPct val="115000"/>
              </a:lnSpc>
              <a:spcBef>
                <a:spcPts val="0"/>
              </a:spcBef>
              <a:spcAft>
                <a:spcPts val="0"/>
              </a:spcAft>
              <a:buClr>
                <a:schemeClr val="dk1"/>
              </a:buClr>
              <a:buSzPts val="1800"/>
              <a:buNone/>
              <a:defRPr sz="1800">
                <a:solidFill>
                  <a:schemeClr val="dk1"/>
                </a:solidFill>
              </a:defRPr>
            </a:lvl6pPr>
            <a:lvl7pPr lvl="6" algn="l">
              <a:lnSpc>
                <a:spcPct val="115000"/>
              </a:lnSpc>
              <a:spcBef>
                <a:spcPts val="0"/>
              </a:spcBef>
              <a:spcAft>
                <a:spcPts val="0"/>
              </a:spcAft>
              <a:buClr>
                <a:schemeClr val="dk1"/>
              </a:buClr>
              <a:buSzPts val="1800"/>
              <a:buNone/>
              <a:defRPr sz="1800">
                <a:solidFill>
                  <a:schemeClr val="dk1"/>
                </a:solidFill>
              </a:defRPr>
            </a:lvl7pPr>
            <a:lvl8pPr lvl="7" algn="l">
              <a:lnSpc>
                <a:spcPct val="115000"/>
              </a:lnSpc>
              <a:spcBef>
                <a:spcPts val="0"/>
              </a:spcBef>
              <a:spcAft>
                <a:spcPts val="0"/>
              </a:spcAft>
              <a:buClr>
                <a:schemeClr val="dk1"/>
              </a:buClr>
              <a:buSzPts val="1800"/>
              <a:buNone/>
              <a:defRPr sz="1800">
                <a:solidFill>
                  <a:schemeClr val="dk1"/>
                </a:solidFill>
              </a:defRPr>
            </a:lvl8pPr>
            <a:lvl9pPr lvl="8" algn="l">
              <a:lnSpc>
                <a:spcPct val="115000"/>
              </a:lnSpc>
              <a:spcBef>
                <a:spcPts val="0"/>
              </a:spcBef>
              <a:spcAft>
                <a:spcPts val="0"/>
              </a:spcAft>
              <a:buClr>
                <a:schemeClr val="dk1"/>
              </a:buClr>
              <a:buSzPts val="1800"/>
              <a:buNone/>
              <a:defRPr sz="1800">
                <a:solidFill>
                  <a:schemeClr val="dk1"/>
                </a:solidFill>
              </a:defRPr>
            </a:lvl9pPr>
          </a:lstStyle>
          <a:p/>
        </p:txBody>
      </p:sp>
      <p:sp>
        <p:nvSpPr>
          <p:cNvPr id="499" name="Google Shape;499;p58"/>
          <p:cNvSpPr txBox="1"/>
          <p:nvPr>
            <p:ph idx="5" type="subTitle"/>
          </p:nvPr>
        </p:nvSpPr>
        <p:spPr>
          <a:xfrm>
            <a:off x="4909675" y="3493626"/>
            <a:ext cx="3154800" cy="21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800"/>
              <a:buNone/>
              <a:defRPr sz="1800">
                <a:solidFill>
                  <a:schemeClr val="dk1"/>
                </a:solidFill>
              </a:defRPr>
            </a:lvl1pPr>
            <a:lvl2pPr lvl="1" algn="l">
              <a:lnSpc>
                <a:spcPct val="115000"/>
              </a:lnSpc>
              <a:spcBef>
                <a:spcPts val="0"/>
              </a:spcBef>
              <a:spcAft>
                <a:spcPts val="0"/>
              </a:spcAft>
              <a:buClr>
                <a:schemeClr val="dk1"/>
              </a:buClr>
              <a:buSzPts val="1800"/>
              <a:buNone/>
              <a:defRPr sz="1800">
                <a:solidFill>
                  <a:schemeClr val="dk1"/>
                </a:solidFill>
              </a:defRPr>
            </a:lvl2pPr>
            <a:lvl3pPr lvl="2" algn="l">
              <a:lnSpc>
                <a:spcPct val="115000"/>
              </a:lnSpc>
              <a:spcBef>
                <a:spcPts val="0"/>
              </a:spcBef>
              <a:spcAft>
                <a:spcPts val="0"/>
              </a:spcAft>
              <a:buClr>
                <a:schemeClr val="dk1"/>
              </a:buClr>
              <a:buSzPts val="1800"/>
              <a:buNone/>
              <a:defRPr sz="1800">
                <a:solidFill>
                  <a:schemeClr val="dk1"/>
                </a:solidFill>
              </a:defRPr>
            </a:lvl3pPr>
            <a:lvl4pPr lvl="3" algn="l">
              <a:lnSpc>
                <a:spcPct val="115000"/>
              </a:lnSpc>
              <a:spcBef>
                <a:spcPts val="0"/>
              </a:spcBef>
              <a:spcAft>
                <a:spcPts val="0"/>
              </a:spcAft>
              <a:buClr>
                <a:schemeClr val="dk1"/>
              </a:buClr>
              <a:buSzPts val="1800"/>
              <a:buNone/>
              <a:defRPr sz="1800">
                <a:solidFill>
                  <a:schemeClr val="dk1"/>
                </a:solidFill>
              </a:defRPr>
            </a:lvl4pPr>
            <a:lvl5pPr lvl="4" algn="l">
              <a:lnSpc>
                <a:spcPct val="115000"/>
              </a:lnSpc>
              <a:spcBef>
                <a:spcPts val="0"/>
              </a:spcBef>
              <a:spcAft>
                <a:spcPts val="0"/>
              </a:spcAft>
              <a:buClr>
                <a:schemeClr val="dk1"/>
              </a:buClr>
              <a:buSzPts val="1800"/>
              <a:buNone/>
              <a:defRPr sz="1800">
                <a:solidFill>
                  <a:schemeClr val="dk1"/>
                </a:solidFill>
              </a:defRPr>
            </a:lvl5pPr>
            <a:lvl6pPr lvl="5" algn="l">
              <a:lnSpc>
                <a:spcPct val="115000"/>
              </a:lnSpc>
              <a:spcBef>
                <a:spcPts val="0"/>
              </a:spcBef>
              <a:spcAft>
                <a:spcPts val="0"/>
              </a:spcAft>
              <a:buClr>
                <a:schemeClr val="dk1"/>
              </a:buClr>
              <a:buSzPts val="1800"/>
              <a:buNone/>
              <a:defRPr sz="1800">
                <a:solidFill>
                  <a:schemeClr val="dk1"/>
                </a:solidFill>
              </a:defRPr>
            </a:lvl6pPr>
            <a:lvl7pPr lvl="6" algn="l">
              <a:lnSpc>
                <a:spcPct val="115000"/>
              </a:lnSpc>
              <a:spcBef>
                <a:spcPts val="0"/>
              </a:spcBef>
              <a:spcAft>
                <a:spcPts val="0"/>
              </a:spcAft>
              <a:buClr>
                <a:schemeClr val="dk1"/>
              </a:buClr>
              <a:buSzPts val="1800"/>
              <a:buNone/>
              <a:defRPr sz="1800">
                <a:solidFill>
                  <a:schemeClr val="dk1"/>
                </a:solidFill>
              </a:defRPr>
            </a:lvl7pPr>
            <a:lvl8pPr lvl="7" algn="l">
              <a:lnSpc>
                <a:spcPct val="115000"/>
              </a:lnSpc>
              <a:spcBef>
                <a:spcPts val="0"/>
              </a:spcBef>
              <a:spcAft>
                <a:spcPts val="0"/>
              </a:spcAft>
              <a:buClr>
                <a:schemeClr val="dk1"/>
              </a:buClr>
              <a:buSzPts val="1800"/>
              <a:buNone/>
              <a:defRPr sz="1800">
                <a:solidFill>
                  <a:schemeClr val="dk1"/>
                </a:solidFill>
              </a:defRPr>
            </a:lvl8pPr>
            <a:lvl9pPr lvl="8" algn="l">
              <a:lnSpc>
                <a:spcPct val="115000"/>
              </a:lnSpc>
              <a:spcBef>
                <a:spcPts val="0"/>
              </a:spcBef>
              <a:spcAft>
                <a:spcPts val="0"/>
              </a:spcAft>
              <a:buClr>
                <a:schemeClr val="dk1"/>
              </a:buClr>
              <a:buSzPts val="1800"/>
              <a:buNone/>
              <a:defRPr sz="1800">
                <a:solidFill>
                  <a:schemeClr val="dk1"/>
                </a:solidFill>
              </a:defRPr>
            </a:lvl9pPr>
          </a:lstStyle>
          <a:p/>
        </p:txBody>
      </p:sp>
      <p:sp>
        <p:nvSpPr>
          <p:cNvPr id="500" name="Google Shape;500;p58"/>
          <p:cNvSpPr txBox="1"/>
          <p:nvPr>
            <p:ph idx="6" type="subTitle"/>
          </p:nvPr>
        </p:nvSpPr>
        <p:spPr>
          <a:xfrm>
            <a:off x="361975" y="4145267"/>
            <a:ext cx="3154800" cy="21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800"/>
              <a:buNone/>
              <a:defRPr sz="1800">
                <a:solidFill>
                  <a:schemeClr val="dk1"/>
                </a:solidFill>
              </a:defRPr>
            </a:lvl1pPr>
            <a:lvl2pPr lvl="1" algn="l">
              <a:lnSpc>
                <a:spcPct val="115000"/>
              </a:lnSpc>
              <a:spcBef>
                <a:spcPts val="0"/>
              </a:spcBef>
              <a:spcAft>
                <a:spcPts val="0"/>
              </a:spcAft>
              <a:buClr>
                <a:schemeClr val="dk1"/>
              </a:buClr>
              <a:buSzPts val="1800"/>
              <a:buNone/>
              <a:defRPr sz="1800">
                <a:solidFill>
                  <a:schemeClr val="dk1"/>
                </a:solidFill>
              </a:defRPr>
            </a:lvl2pPr>
            <a:lvl3pPr lvl="2" algn="l">
              <a:lnSpc>
                <a:spcPct val="115000"/>
              </a:lnSpc>
              <a:spcBef>
                <a:spcPts val="0"/>
              </a:spcBef>
              <a:spcAft>
                <a:spcPts val="0"/>
              </a:spcAft>
              <a:buClr>
                <a:schemeClr val="dk1"/>
              </a:buClr>
              <a:buSzPts val="1800"/>
              <a:buNone/>
              <a:defRPr sz="1800">
                <a:solidFill>
                  <a:schemeClr val="dk1"/>
                </a:solidFill>
              </a:defRPr>
            </a:lvl3pPr>
            <a:lvl4pPr lvl="3" algn="l">
              <a:lnSpc>
                <a:spcPct val="115000"/>
              </a:lnSpc>
              <a:spcBef>
                <a:spcPts val="0"/>
              </a:spcBef>
              <a:spcAft>
                <a:spcPts val="0"/>
              </a:spcAft>
              <a:buClr>
                <a:schemeClr val="dk1"/>
              </a:buClr>
              <a:buSzPts val="1800"/>
              <a:buNone/>
              <a:defRPr sz="1800">
                <a:solidFill>
                  <a:schemeClr val="dk1"/>
                </a:solidFill>
              </a:defRPr>
            </a:lvl4pPr>
            <a:lvl5pPr lvl="4" algn="l">
              <a:lnSpc>
                <a:spcPct val="115000"/>
              </a:lnSpc>
              <a:spcBef>
                <a:spcPts val="0"/>
              </a:spcBef>
              <a:spcAft>
                <a:spcPts val="0"/>
              </a:spcAft>
              <a:buClr>
                <a:schemeClr val="dk1"/>
              </a:buClr>
              <a:buSzPts val="1800"/>
              <a:buNone/>
              <a:defRPr sz="1800">
                <a:solidFill>
                  <a:schemeClr val="dk1"/>
                </a:solidFill>
              </a:defRPr>
            </a:lvl5pPr>
            <a:lvl6pPr lvl="5" algn="l">
              <a:lnSpc>
                <a:spcPct val="115000"/>
              </a:lnSpc>
              <a:spcBef>
                <a:spcPts val="0"/>
              </a:spcBef>
              <a:spcAft>
                <a:spcPts val="0"/>
              </a:spcAft>
              <a:buClr>
                <a:schemeClr val="dk1"/>
              </a:buClr>
              <a:buSzPts val="1800"/>
              <a:buNone/>
              <a:defRPr sz="1800">
                <a:solidFill>
                  <a:schemeClr val="dk1"/>
                </a:solidFill>
              </a:defRPr>
            </a:lvl6pPr>
            <a:lvl7pPr lvl="6" algn="l">
              <a:lnSpc>
                <a:spcPct val="115000"/>
              </a:lnSpc>
              <a:spcBef>
                <a:spcPts val="0"/>
              </a:spcBef>
              <a:spcAft>
                <a:spcPts val="0"/>
              </a:spcAft>
              <a:buClr>
                <a:schemeClr val="dk1"/>
              </a:buClr>
              <a:buSzPts val="1800"/>
              <a:buNone/>
              <a:defRPr sz="1800">
                <a:solidFill>
                  <a:schemeClr val="dk1"/>
                </a:solidFill>
              </a:defRPr>
            </a:lvl7pPr>
            <a:lvl8pPr lvl="7" algn="l">
              <a:lnSpc>
                <a:spcPct val="115000"/>
              </a:lnSpc>
              <a:spcBef>
                <a:spcPts val="0"/>
              </a:spcBef>
              <a:spcAft>
                <a:spcPts val="0"/>
              </a:spcAft>
              <a:buClr>
                <a:schemeClr val="dk1"/>
              </a:buClr>
              <a:buSzPts val="1800"/>
              <a:buNone/>
              <a:defRPr sz="1800">
                <a:solidFill>
                  <a:schemeClr val="dk1"/>
                </a:solidFill>
              </a:defRPr>
            </a:lvl8pPr>
            <a:lvl9pPr lvl="8" algn="l">
              <a:lnSpc>
                <a:spcPct val="115000"/>
              </a:lnSpc>
              <a:spcBef>
                <a:spcPts val="0"/>
              </a:spcBef>
              <a:spcAft>
                <a:spcPts val="0"/>
              </a:spcAft>
              <a:buClr>
                <a:schemeClr val="dk1"/>
              </a:buClr>
              <a:buSzPts val="1800"/>
              <a:buNone/>
              <a:defRPr sz="1800">
                <a:solidFill>
                  <a:schemeClr val="dk1"/>
                </a:solidFill>
              </a:defRPr>
            </a:lvl9pPr>
          </a:lstStyle>
          <a:p/>
        </p:txBody>
      </p:sp>
      <p:sp>
        <p:nvSpPr>
          <p:cNvPr id="501" name="Google Shape;501;p58"/>
          <p:cNvSpPr txBox="1"/>
          <p:nvPr>
            <p:ph idx="7" type="subTitle"/>
          </p:nvPr>
        </p:nvSpPr>
        <p:spPr>
          <a:xfrm>
            <a:off x="4909675" y="4145267"/>
            <a:ext cx="3154800" cy="21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800"/>
              <a:buNone/>
              <a:defRPr sz="1800">
                <a:solidFill>
                  <a:schemeClr val="dk1"/>
                </a:solidFill>
              </a:defRPr>
            </a:lvl1pPr>
            <a:lvl2pPr lvl="1" algn="l">
              <a:lnSpc>
                <a:spcPct val="115000"/>
              </a:lnSpc>
              <a:spcBef>
                <a:spcPts val="0"/>
              </a:spcBef>
              <a:spcAft>
                <a:spcPts val="0"/>
              </a:spcAft>
              <a:buClr>
                <a:schemeClr val="dk1"/>
              </a:buClr>
              <a:buSzPts val="1800"/>
              <a:buNone/>
              <a:defRPr sz="1800">
                <a:solidFill>
                  <a:schemeClr val="dk1"/>
                </a:solidFill>
              </a:defRPr>
            </a:lvl2pPr>
            <a:lvl3pPr lvl="2" algn="l">
              <a:lnSpc>
                <a:spcPct val="115000"/>
              </a:lnSpc>
              <a:spcBef>
                <a:spcPts val="0"/>
              </a:spcBef>
              <a:spcAft>
                <a:spcPts val="0"/>
              </a:spcAft>
              <a:buClr>
                <a:schemeClr val="dk1"/>
              </a:buClr>
              <a:buSzPts val="1800"/>
              <a:buNone/>
              <a:defRPr sz="1800">
                <a:solidFill>
                  <a:schemeClr val="dk1"/>
                </a:solidFill>
              </a:defRPr>
            </a:lvl3pPr>
            <a:lvl4pPr lvl="3" algn="l">
              <a:lnSpc>
                <a:spcPct val="115000"/>
              </a:lnSpc>
              <a:spcBef>
                <a:spcPts val="0"/>
              </a:spcBef>
              <a:spcAft>
                <a:spcPts val="0"/>
              </a:spcAft>
              <a:buClr>
                <a:schemeClr val="dk1"/>
              </a:buClr>
              <a:buSzPts val="1800"/>
              <a:buNone/>
              <a:defRPr sz="1800">
                <a:solidFill>
                  <a:schemeClr val="dk1"/>
                </a:solidFill>
              </a:defRPr>
            </a:lvl4pPr>
            <a:lvl5pPr lvl="4" algn="l">
              <a:lnSpc>
                <a:spcPct val="115000"/>
              </a:lnSpc>
              <a:spcBef>
                <a:spcPts val="0"/>
              </a:spcBef>
              <a:spcAft>
                <a:spcPts val="0"/>
              </a:spcAft>
              <a:buClr>
                <a:schemeClr val="dk1"/>
              </a:buClr>
              <a:buSzPts val="1800"/>
              <a:buNone/>
              <a:defRPr sz="1800">
                <a:solidFill>
                  <a:schemeClr val="dk1"/>
                </a:solidFill>
              </a:defRPr>
            </a:lvl5pPr>
            <a:lvl6pPr lvl="5" algn="l">
              <a:lnSpc>
                <a:spcPct val="115000"/>
              </a:lnSpc>
              <a:spcBef>
                <a:spcPts val="0"/>
              </a:spcBef>
              <a:spcAft>
                <a:spcPts val="0"/>
              </a:spcAft>
              <a:buClr>
                <a:schemeClr val="dk1"/>
              </a:buClr>
              <a:buSzPts val="1800"/>
              <a:buNone/>
              <a:defRPr sz="1800">
                <a:solidFill>
                  <a:schemeClr val="dk1"/>
                </a:solidFill>
              </a:defRPr>
            </a:lvl6pPr>
            <a:lvl7pPr lvl="6" algn="l">
              <a:lnSpc>
                <a:spcPct val="115000"/>
              </a:lnSpc>
              <a:spcBef>
                <a:spcPts val="0"/>
              </a:spcBef>
              <a:spcAft>
                <a:spcPts val="0"/>
              </a:spcAft>
              <a:buClr>
                <a:schemeClr val="dk1"/>
              </a:buClr>
              <a:buSzPts val="1800"/>
              <a:buNone/>
              <a:defRPr sz="1800">
                <a:solidFill>
                  <a:schemeClr val="dk1"/>
                </a:solidFill>
              </a:defRPr>
            </a:lvl7pPr>
            <a:lvl8pPr lvl="7" algn="l">
              <a:lnSpc>
                <a:spcPct val="115000"/>
              </a:lnSpc>
              <a:spcBef>
                <a:spcPts val="0"/>
              </a:spcBef>
              <a:spcAft>
                <a:spcPts val="0"/>
              </a:spcAft>
              <a:buClr>
                <a:schemeClr val="dk1"/>
              </a:buClr>
              <a:buSzPts val="1800"/>
              <a:buNone/>
              <a:defRPr sz="1800">
                <a:solidFill>
                  <a:schemeClr val="dk1"/>
                </a:solidFill>
              </a:defRPr>
            </a:lvl8pPr>
            <a:lvl9pPr lvl="8" algn="l">
              <a:lnSpc>
                <a:spcPct val="115000"/>
              </a:lnSpc>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Four members">
  <p:cSld name="CUSTOM_5">
    <p:bg>
      <p:bgPr>
        <a:solidFill>
          <a:schemeClr val="lt1"/>
        </a:solidFill>
      </p:bgPr>
    </p:bg>
    <p:spTree>
      <p:nvGrpSpPr>
        <p:cNvPr id="502" name="Shape 502"/>
        <p:cNvGrpSpPr/>
        <p:nvPr/>
      </p:nvGrpSpPr>
      <p:grpSpPr>
        <a:xfrm>
          <a:off x="0" y="0"/>
          <a:ext cx="0" cy="0"/>
          <a:chOff x="0" y="0"/>
          <a:chExt cx="0" cy="0"/>
        </a:xfrm>
      </p:grpSpPr>
      <p:sp>
        <p:nvSpPr>
          <p:cNvPr id="503" name="Google Shape;503;p59"/>
          <p:cNvSpPr txBox="1"/>
          <p:nvPr>
            <p:ph idx="1" type="body"/>
          </p:nvPr>
        </p:nvSpPr>
        <p:spPr>
          <a:xfrm>
            <a:off x="352800" y="3754932"/>
            <a:ext cx="1588800" cy="688200"/>
          </a:xfrm>
          <a:prstGeom prst="rect">
            <a:avLst/>
          </a:prstGeom>
          <a:noFill/>
          <a:ln>
            <a:noFill/>
          </a:ln>
        </p:spPr>
        <p:txBody>
          <a:bodyPr anchorCtr="0" anchor="t" bIns="0" lIns="0" spcFirstLastPara="1" rIns="0" wrap="square" tIns="0">
            <a:noAutofit/>
          </a:bodyPr>
          <a:lstStyle>
            <a:lvl1pPr indent="-285750" lvl="0" marL="4572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504" name="Google Shape;504;p59"/>
          <p:cNvSpPr txBox="1"/>
          <p:nvPr>
            <p:ph idx="2" type="body"/>
          </p:nvPr>
        </p:nvSpPr>
        <p:spPr>
          <a:xfrm>
            <a:off x="7187875" y="3754932"/>
            <a:ext cx="1588800" cy="688200"/>
          </a:xfrm>
          <a:prstGeom prst="rect">
            <a:avLst/>
          </a:prstGeom>
          <a:noFill/>
          <a:ln>
            <a:noFill/>
          </a:ln>
        </p:spPr>
        <p:txBody>
          <a:bodyPr anchorCtr="0" anchor="t" bIns="0" lIns="0" spcFirstLastPara="1" rIns="0" wrap="square" tIns="0">
            <a:noAutofit/>
          </a:bodyPr>
          <a:lstStyle>
            <a:lvl1pPr indent="-285750" lvl="0" marL="4572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505" name="Google Shape;505;p59"/>
          <p:cNvSpPr txBox="1"/>
          <p:nvPr>
            <p:ph idx="3" type="body"/>
          </p:nvPr>
        </p:nvSpPr>
        <p:spPr>
          <a:xfrm>
            <a:off x="4924400" y="3754932"/>
            <a:ext cx="1588800" cy="688200"/>
          </a:xfrm>
          <a:prstGeom prst="rect">
            <a:avLst/>
          </a:prstGeom>
          <a:noFill/>
          <a:ln>
            <a:noFill/>
          </a:ln>
        </p:spPr>
        <p:txBody>
          <a:bodyPr anchorCtr="0" anchor="t" bIns="0" lIns="0" spcFirstLastPara="1" rIns="0" wrap="square" tIns="0">
            <a:noAutofit/>
          </a:bodyPr>
          <a:lstStyle>
            <a:lvl1pPr indent="-285750" lvl="0" marL="4572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506" name="Google Shape;506;p59"/>
          <p:cNvSpPr txBox="1"/>
          <p:nvPr>
            <p:ph idx="4" type="body"/>
          </p:nvPr>
        </p:nvSpPr>
        <p:spPr>
          <a:xfrm>
            <a:off x="2643063" y="3754932"/>
            <a:ext cx="1588800" cy="688200"/>
          </a:xfrm>
          <a:prstGeom prst="rect">
            <a:avLst/>
          </a:prstGeom>
          <a:noFill/>
          <a:ln>
            <a:noFill/>
          </a:ln>
        </p:spPr>
        <p:txBody>
          <a:bodyPr anchorCtr="0" anchor="t" bIns="0" lIns="0" spcFirstLastPara="1" rIns="0" wrap="square" tIns="0">
            <a:noAutofit/>
          </a:bodyPr>
          <a:lstStyle>
            <a:lvl1pPr indent="-285750" lvl="0" marL="4572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507" name="Google Shape;507;p59"/>
          <p:cNvSpPr/>
          <p:nvPr>
            <p:ph idx="5" type="pic"/>
          </p:nvPr>
        </p:nvSpPr>
        <p:spPr>
          <a:xfrm>
            <a:off x="2941550" y="1923334"/>
            <a:ext cx="991800" cy="991800"/>
          </a:xfrm>
          <a:prstGeom prst="rect">
            <a:avLst/>
          </a:prstGeom>
          <a:noFill/>
          <a:ln>
            <a:noFill/>
          </a:ln>
        </p:spPr>
      </p:sp>
      <p:sp>
        <p:nvSpPr>
          <p:cNvPr id="508" name="Google Shape;508;p59"/>
          <p:cNvSpPr/>
          <p:nvPr>
            <p:ph idx="6" type="pic"/>
          </p:nvPr>
        </p:nvSpPr>
        <p:spPr>
          <a:xfrm>
            <a:off x="5227063" y="1923334"/>
            <a:ext cx="991800" cy="991800"/>
          </a:xfrm>
          <a:prstGeom prst="rect">
            <a:avLst/>
          </a:prstGeom>
          <a:noFill/>
          <a:ln>
            <a:noFill/>
          </a:ln>
        </p:spPr>
      </p:sp>
      <p:sp>
        <p:nvSpPr>
          <p:cNvPr id="509" name="Google Shape;509;p59"/>
          <p:cNvSpPr/>
          <p:nvPr>
            <p:ph idx="7" type="pic"/>
          </p:nvPr>
        </p:nvSpPr>
        <p:spPr>
          <a:xfrm>
            <a:off x="7495263" y="1923334"/>
            <a:ext cx="991800" cy="991800"/>
          </a:xfrm>
          <a:prstGeom prst="rect">
            <a:avLst/>
          </a:prstGeom>
          <a:noFill/>
          <a:ln>
            <a:noFill/>
          </a:ln>
        </p:spPr>
      </p:sp>
      <p:cxnSp>
        <p:nvCxnSpPr>
          <p:cNvPr id="510" name="Google Shape;510;p59"/>
          <p:cNvCxnSpPr/>
          <p:nvPr/>
        </p:nvCxnSpPr>
        <p:spPr>
          <a:xfrm>
            <a:off x="2286125" y="1801500"/>
            <a:ext cx="0" cy="3342000"/>
          </a:xfrm>
          <a:prstGeom prst="straightConnector1">
            <a:avLst/>
          </a:prstGeom>
          <a:noFill/>
          <a:ln cap="flat" cmpd="sng" w="19050">
            <a:solidFill>
              <a:schemeClr val="lt1"/>
            </a:solidFill>
            <a:prstDash val="solid"/>
            <a:round/>
            <a:headEnd len="sm" w="sm" type="none"/>
            <a:tailEnd len="sm" w="sm" type="none"/>
          </a:ln>
        </p:spPr>
      </p:cxnSp>
      <p:cxnSp>
        <p:nvCxnSpPr>
          <p:cNvPr id="511" name="Google Shape;511;p59"/>
          <p:cNvCxnSpPr/>
          <p:nvPr/>
        </p:nvCxnSpPr>
        <p:spPr>
          <a:xfrm>
            <a:off x="4580525" y="1801500"/>
            <a:ext cx="0" cy="3342000"/>
          </a:xfrm>
          <a:prstGeom prst="straightConnector1">
            <a:avLst/>
          </a:prstGeom>
          <a:noFill/>
          <a:ln cap="flat" cmpd="sng" w="19050">
            <a:solidFill>
              <a:schemeClr val="lt1"/>
            </a:solidFill>
            <a:prstDash val="solid"/>
            <a:round/>
            <a:headEnd len="sm" w="sm" type="none"/>
            <a:tailEnd len="sm" w="sm" type="none"/>
          </a:ln>
        </p:spPr>
      </p:cxnSp>
      <p:cxnSp>
        <p:nvCxnSpPr>
          <p:cNvPr id="512" name="Google Shape;512;p59"/>
          <p:cNvCxnSpPr/>
          <p:nvPr/>
        </p:nvCxnSpPr>
        <p:spPr>
          <a:xfrm>
            <a:off x="6857075" y="1801500"/>
            <a:ext cx="0" cy="3342000"/>
          </a:xfrm>
          <a:prstGeom prst="straightConnector1">
            <a:avLst/>
          </a:prstGeom>
          <a:noFill/>
          <a:ln cap="flat" cmpd="sng" w="19050">
            <a:solidFill>
              <a:schemeClr val="lt1"/>
            </a:solidFill>
            <a:prstDash val="solid"/>
            <a:round/>
            <a:headEnd len="sm" w="sm" type="none"/>
            <a:tailEnd len="sm" w="sm" type="none"/>
          </a:ln>
        </p:spPr>
      </p:cxnSp>
      <p:sp>
        <p:nvSpPr>
          <p:cNvPr id="513" name="Google Shape;513;p59"/>
          <p:cNvSpPr/>
          <p:nvPr>
            <p:ph idx="8" type="pic"/>
          </p:nvPr>
        </p:nvSpPr>
        <p:spPr>
          <a:xfrm>
            <a:off x="651288" y="1923334"/>
            <a:ext cx="991800" cy="991800"/>
          </a:xfrm>
          <a:prstGeom prst="rect">
            <a:avLst/>
          </a:prstGeom>
          <a:noFill/>
          <a:ln>
            <a:noFill/>
          </a:ln>
        </p:spPr>
      </p:sp>
      <p:sp>
        <p:nvSpPr>
          <p:cNvPr id="514" name="Google Shape;514;p59"/>
          <p:cNvSpPr txBox="1"/>
          <p:nvPr>
            <p:ph type="title"/>
          </p:nvPr>
        </p:nvSpPr>
        <p:spPr>
          <a:xfrm>
            <a:off x="361975" y="962092"/>
            <a:ext cx="57186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3600">
                <a:solidFill>
                  <a:schemeClr val="dk1"/>
                </a:solidFill>
              </a:defRPr>
            </a:lvl1pPr>
            <a:lvl2pPr lvl="1" algn="l">
              <a:lnSpc>
                <a:spcPct val="90000"/>
              </a:lnSpc>
              <a:spcBef>
                <a:spcPts val="0"/>
              </a:spcBef>
              <a:spcAft>
                <a:spcPts val="0"/>
              </a:spcAft>
              <a:buSzPts val="1400"/>
              <a:buNone/>
              <a:defRPr sz="3600">
                <a:solidFill>
                  <a:schemeClr val="dk1"/>
                </a:solidFill>
              </a:defRPr>
            </a:lvl2pPr>
            <a:lvl3pPr lvl="2" algn="l">
              <a:lnSpc>
                <a:spcPct val="90000"/>
              </a:lnSpc>
              <a:spcBef>
                <a:spcPts val="0"/>
              </a:spcBef>
              <a:spcAft>
                <a:spcPts val="0"/>
              </a:spcAft>
              <a:buSzPts val="1400"/>
              <a:buNone/>
              <a:defRPr sz="3600">
                <a:solidFill>
                  <a:schemeClr val="dk1"/>
                </a:solidFill>
              </a:defRPr>
            </a:lvl3pPr>
            <a:lvl4pPr lvl="3" algn="l">
              <a:lnSpc>
                <a:spcPct val="90000"/>
              </a:lnSpc>
              <a:spcBef>
                <a:spcPts val="0"/>
              </a:spcBef>
              <a:spcAft>
                <a:spcPts val="0"/>
              </a:spcAft>
              <a:buSzPts val="1400"/>
              <a:buNone/>
              <a:defRPr sz="3600">
                <a:solidFill>
                  <a:schemeClr val="dk1"/>
                </a:solidFill>
              </a:defRPr>
            </a:lvl4pPr>
            <a:lvl5pPr lvl="4" algn="l">
              <a:lnSpc>
                <a:spcPct val="90000"/>
              </a:lnSpc>
              <a:spcBef>
                <a:spcPts val="0"/>
              </a:spcBef>
              <a:spcAft>
                <a:spcPts val="0"/>
              </a:spcAft>
              <a:buSzPts val="1400"/>
              <a:buNone/>
              <a:defRPr sz="3600">
                <a:solidFill>
                  <a:schemeClr val="dk1"/>
                </a:solidFill>
              </a:defRPr>
            </a:lvl5pPr>
            <a:lvl6pPr lvl="5" algn="l">
              <a:lnSpc>
                <a:spcPct val="90000"/>
              </a:lnSpc>
              <a:spcBef>
                <a:spcPts val="0"/>
              </a:spcBef>
              <a:spcAft>
                <a:spcPts val="0"/>
              </a:spcAft>
              <a:buSzPts val="1400"/>
              <a:buNone/>
              <a:defRPr sz="3600">
                <a:solidFill>
                  <a:schemeClr val="dk1"/>
                </a:solidFill>
              </a:defRPr>
            </a:lvl6pPr>
            <a:lvl7pPr lvl="6" algn="l">
              <a:lnSpc>
                <a:spcPct val="90000"/>
              </a:lnSpc>
              <a:spcBef>
                <a:spcPts val="0"/>
              </a:spcBef>
              <a:spcAft>
                <a:spcPts val="0"/>
              </a:spcAft>
              <a:buSzPts val="1400"/>
              <a:buNone/>
              <a:defRPr sz="3600">
                <a:solidFill>
                  <a:schemeClr val="dk1"/>
                </a:solidFill>
              </a:defRPr>
            </a:lvl7pPr>
            <a:lvl8pPr lvl="7" algn="l">
              <a:lnSpc>
                <a:spcPct val="90000"/>
              </a:lnSpc>
              <a:spcBef>
                <a:spcPts val="0"/>
              </a:spcBef>
              <a:spcAft>
                <a:spcPts val="0"/>
              </a:spcAft>
              <a:buSzPts val="1400"/>
              <a:buNone/>
              <a:defRPr sz="3600">
                <a:solidFill>
                  <a:schemeClr val="dk1"/>
                </a:solidFill>
              </a:defRPr>
            </a:lvl8pPr>
            <a:lvl9pPr lvl="8" algn="l">
              <a:lnSpc>
                <a:spcPct val="90000"/>
              </a:lnSpc>
              <a:spcBef>
                <a:spcPts val="0"/>
              </a:spcBef>
              <a:spcAft>
                <a:spcPts val="0"/>
              </a:spcAft>
              <a:buSzPts val="1400"/>
              <a:buNone/>
              <a:defRPr sz="3600">
                <a:solidFill>
                  <a:schemeClr val="dk1"/>
                </a:solidFill>
              </a:defRPr>
            </a:lvl9pPr>
          </a:lstStyle>
          <a:p/>
        </p:txBody>
      </p:sp>
      <p:sp>
        <p:nvSpPr>
          <p:cNvPr id="515" name="Google Shape;515;p5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516" name="Google Shape;516;p59"/>
          <p:cNvSpPr txBox="1"/>
          <p:nvPr>
            <p:ph idx="9"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517" name="Google Shape;517;p59"/>
          <p:cNvSpPr txBox="1"/>
          <p:nvPr>
            <p:ph idx="13" type="subTitle"/>
          </p:nvPr>
        </p:nvSpPr>
        <p:spPr>
          <a:xfrm>
            <a:off x="353250" y="3248209"/>
            <a:ext cx="1587900" cy="187800"/>
          </a:xfrm>
          <a:prstGeom prst="rect">
            <a:avLst/>
          </a:prstGeom>
          <a:noFill/>
          <a:ln>
            <a:noFill/>
          </a:ln>
        </p:spPr>
        <p:txBody>
          <a:bodyPr anchorCtr="0" anchor="t" bIns="0" lIns="0" spcFirstLastPara="1" rIns="0" wrap="square" tIns="0">
            <a:spAutoFit/>
          </a:bodyPr>
          <a:lstStyle>
            <a:lvl1pPr lvl="0" algn="ctr">
              <a:lnSpc>
                <a:spcPct val="115000"/>
              </a:lnSpc>
              <a:spcBef>
                <a:spcPts val="0"/>
              </a:spcBef>
              <a:spcAft>
                <a:spcPts val="0"/>
              </a:spcAft>
              <a:buClr>
                <a:schemeClr val="accent1"/>
              </a:buClr>
              <a:buSzPts val="1400"/>
              <a:buNone/>
              <a:defRPr>
                <a:solidFill>
                  <a:schemeClr val="accent1"/>
                </a:solidFill>
              </a:defRPr>
            </a:lvl1pPr>
            <a:lvl2pPr lvl="1" algn="ctr">
              <a:lnSpc>
                <a:spcPct val="115000"/>
              </a:lnSpc>
              <a:spcBef>
                <a:spcPts val="0"/>
              </a:spcBef>
              <a:spcAft>
                <a:spcPts val="0"/>
              </a:spcAft>
              <a:buClr>
                <a:schemeClr val="accent1"/>
              </a:buClr>
              <a:buSzPts val="1000"/>
              <a:buNone/>
              <a:defRPr sz="1000">
                <a:solidFill>
                  <a:schemeClr val="accent1"/>
                </a:solidFill>
              </a:defRPr>
            </a:lvl2pPr>
            <a:lvl3pPr lvl="2" algn="ctr">
              <a:lnSpc>
                <a:spcPct val="115000"/>
              </a:lnSpc>
              <a:spcBef>
                <a:spcPts val="0"/>
              </a:spcBef>
              <a:spcAft>
                <a:spcPts val="0"/>
              </a:spcAft>
              <a:buClr>
                <a:schemeClr val="accent1"/>
              </a:buClr>
              <a:buSzPts val="1000"/>
              <a:buNone/>
              <a:defRPr sz="1000">
                <a:solidFill>
                  <a:schemeClr val="accent1"/>
                </a:solidFill>
              </a:defRPr>
            </a:lvl3pPr>
            <a:lvl4pPr lvl="3" algn="ctr">
              <a:lnSpc>
                <a:spcPct val="115000"/>
              </a:lnSpc>
              <a:spcBef>
                <a:spcPts val="0"/>
              </a:spcBef>
              <a:spcAft>
                <a:spcPts val="0"/>
              </a:spcAft>
              <a:buClr>
                <a:schemeClr val="accent1"/>
              </a:buClr>
              <a:buSzPts val="1000"/>
              <a:buNone/>
              <a:defRPr sz="1000">
                <a:solidFill>
                  <a:schemeClr val="accent1"/>
                </a:solidFill>
              </a:defRPr>
            </a:lvl4pPr>
            <a:lvl5pPr lvl="4" algn="ctr">
              <a:lnSpc>
                <a:spcPct val="115000"/>
              </a:lnSpc>
              <a:spcBef>
                <a:spcPts val="0"/>
              </a:spcBef>
              <a:spcAft>
                <a:spcPts val="0"/>
              </a:spcAft>
              <a:buClr>
                <a:schemeClr val="accent1"/>
              </a:buClr>
              <a:buSzPts val="1000"/>
              <a:buNone/>
              <a:defRPr sz="1000">
                <a:solidFill>
                  <a:schemeClr val="accent1"/>
                </a:solidFill>
              </a:defRPr>
            </a:lvl5pPr>
            <a:lvl6pPr lvl="5" algn="ctr">
              <a:lnSpc>
                <a:spcPct val="115000"/>
              </a:lnSpc>
              <a:spcBef>
                <a:spcPts val="0"/>
              </a:spcBef>
              <a:spcAft>
                <a:spcPts val="0"/>
              </a:spcAft>
              <a:buClr>
                <a:schemeClr val="accent1"/>
              </a:buClr>
              <a:buSzPts val="1000"/>
              <a:buNone/>
              <a:defRPr sz="1000">
                <a:solidFill>
                  <a:schemeClr val="accent1"/>
                </a:solidFill>
              </a:defRPr>
            </a:lvl6pPr>
            <a:lvl7pPr lvl="6" algn="ctr">
              <a:lnSpc>
                <a:spcPct val="115000"/>
              </a:lnSpc>
              <a:spcBef>
                <a:spcPts val="0"/>
              </a:spcBef>
              <a:spcAft>
                <a:spcPts val="0"/>
              </a:spcAft>
              <a:buClr>
                <a:schemeClr val="accent1"/>
              </a:buClr>
              <a:buSzPts val="1000"/>
              <a:buNone/>
              <a:defRPr sz="1000">
                <a:solidFill>
                  <a:schemeClr val="accent1"/>
                </a:solidFill>
              </a:defRPr>
            </a:lvl7pPr>
            <a:lvl8pPr lvl="7" algn="ctr">
              <a:lnSpc>
                <a:spcPct val="115000"/>
              </a:lnSpc>
              <a:spcBef>
                <a:spcPts val="0"/>
              </a:spcBef>
              <a:spcAft>
                <a:spcPts val="0"/>
              </a:spcAft>
              <a:buClr>
                <a:schemeClr val="accent1"/>
              </a:buClr>
              <a:buSzPts val="1000"/>
              <a:buNone/>
              <a:defRPr sz="1000">
                <a:solidFill>
                  <a:schemeClr val="accent1"/>
                </a:solidFill>
              </a:defRPr>
            </a:lvl8pPr>
            <a:lvl9pPr lvl="8" algn="ctr">
              <a:lnSpc>
                <a:spcPct val="115000"/>
              </a:lnSpc>
              <a:spcBef>
                <a:spcPts val="0"/>
              </a:spcBef>
              <a:spcAft>
                <a:spcPts val="0"/>
              </a:spcAft>
              <a:buClr>
                <a:schemeClr val="accent1"/>
              </a:buClr>
              <a:buSzPts val="1000"/>
              <a:buNone/>
              <a:defRPr sz="1000">
                <a:solidFill>
                  <a:schemeClr val="accent1"/>
                </a:solidFill>
              </a:defRPr>
            </a:lvl9pPr>
          </a:lstStyle>
          <a:p/>
        </p:txBody>
      </p:sp>
      <p:sp>
        <p:nvSpPr>
          <p:cNvPr id="518" name="Google Shape;518;p59"/>
          <p:cNvSpPr txBox="1"/>
          <p:nvPr>
            <p:ph idx="14" type="subTitle"/>
          </p:nvPr>
        </p:nvSpPr>
        <p:spPr>
          <a:xfrm>
            <a:off x="353250" y="3050375"/>
            <a:ext cx="1587900" cy="219600"/>
          </a:xfrm>
          <a:prstGeom prst="rect">
            <a:avLst/>
          </a:prstGeom>
          <a:noFill/>
          <a:ln>
            <a:noFill/>
          </a:ln>
        </p:spPr>
        <p:txBody>
          <a:bodyPr anchorCtr="0" anchor="ctr" bIns="0" lIns="0" spcFirstLastPara="1" rIns="0" wrap="square" tIns="0">
            <a:noAutofit/>
          </a:bodyPr>
          <a:lstStyle>
            <a:lvl1pPr lvl="0" algn="ctr">
              <a:lnSpc>
                <a:spcPct val="115000"/>
              </a:lnSpc>
              <a:spcBef>
                <a:spcPts val="0"/>
              </a:spcBef>
              <a:spcAft>
                <a:spcPts val="0"/>
              </a:spcAft>
              <a:buClr>
                <a:schemeClr val="dk1"/>
              </a:buClr>
              <a:buSzPts val="800"/>
              <a:buNone/>
              <a:defRPr sz="800">
                <a:solidFill>
                  <a:schemeClr val="dk1"/>
                </a:solidFill>
              </a:defRPr>
            </a:lvl1pPr>
            <a:lvl2pPr lvl="1" algn="ctr">
              <a:lnSpc>
                <a:spcPct val="115000"/>
              </a:lnSpc>
              <a:spcBef>
                <a:spcPts val="0"/>
              </a:spcBef>
              <a:spcAft>
                <a:spcPts val="0"/>
              </a:spcAft>
              <a:buClr>
                <a:schemeClr val="dk1"/>
              </a:buClr>
              <a:buSzPts val="800"/>
              <a:buNone/>
              <a:defRPr sz="800">
                <a:solidFill>
                  <a:schemeClr val="dk1"/>
                </a:solidFill>
              </a:defRPr>
            </a:lvl2pPr>
            <a:lvl3pPr lvl="2" algn="ctr">
              <a:lnSpc>
                <a:spcPct val="115000"/>
              </a:lnSpc>
              <a:spcBef>
                <a:spcPts val="0"/>
              </a:spcBef>
              <a:spcAft>
                <a:spcPts val="0"/>
              </a:spcAft>
              <a:buClr>
                <a:schemeClr val="dk1"/>
              </a:buClr>
              <a:buSzPts val="800"/>
              <a:buNone/>
              <a:defRPr sz="800">
                <a:solidFill>
                  <a:schemeClr val="dk1"/>
                </a:solidFill>
              </a:defRPr>
            </a:lvl3pPr>
            <a:lvl4pPr lvl="3" algn="ctr">
              <a:lnSpc>
                <a:spcPct val="115000"/>
              </a:lnSpc>
              <a:spcBef>
                <a:spcPts val="0"/>
              </a:spcBef>
              <a:spcAft>
                <a:spcPts val="0"/>
              </a:spcAft>
              <a:buClr>
                <a:schemeClr val="dk1"/>
              </a:buClr>
              <a:buSzPts val="800"/>
              <a:buNone/>
              <a:defRPr sz="800">
                <a:solidFill>
                  <a:schemeClr val="dk1"/>
                </a:solidFill>
              </a:defRPr>
            </a:lvl4pPr>
            <a:lvl5pPr lvl="4" algn="ctr">
              <a:lnSpc>
                <a:spcPct val="115000"/>
              </a:lnSpc>
              <a:spcBef>
                <a:spcPts val="0"/>
              </a:spcBef>
              <a:spcAft>
                <a:spcPts val="0"/>
              </a:spcAft>
              <a:buClr>
                <a:schemeClr val="dk1"/>
              </a:buClr>
              <a:buSzPts val="800"/>
              <a:buNone/>
              <a:defRPr sz="800">
                <a:solidFill>
                  <a:schemeClr val="dk1"/>
                </a:solidFill>
              </a:defRPr>
            </a:lvl5pPr>
            <a:lvl6pPr lvl="5" algn="ctr">
              <a:lnSpc>
                <a:spcPct val="115000"/>
              </a:lnSpc>
              <a:spcBef>
                <a:spcPts val="0"/>
              </a:spcBef>
              <a:spcAft>
                <a:spcPts val="0"/>
              </a:spcAft>
              <a:buClr>
                <a:schemeClr val="dk1"/>
              </a:buClr>
              <a:buSzPts val="800"/>
              <a:buNone/>
              <a:defRPr sz="800">
                <a:solidFill>
                  <a:schemeClr val="dk1"/>
                </a:solidFill>
              </a:defRPr>
            </a:lvl6pPr>
            <a:lvl7pPr lvl="6" algn="ctr">
              <a:lnSpc>
                <a:spcPct val="115000"/>
              </a:lnSpc>
              <a:spcBef>
                <a:spcPts val="0"/>
              </a:spcBef>
              <a:spcAft>
                <a:spcPts val="0"/>
              </a:spcAft>
              <a:buClr>
                <a:schemeClr val="dk1"/>
              </a:buClr>
              <a:buSzPts val="800"/>
              <a:buNone/>
              <a:defRPr sz="800">
                <a:solidFill>
                  <a:schemeClr val="dk1"/>
                </a:solidFill>
              </a:defRPr>
            </a:lvl7pPr>
            <a:lvl8pPr lvl="7" algn="ctr">
              <a:lnSpc>
                <a:spcPct val="115000"/>
              </a:lnSpc>
              <a:spcBef>
                <a:spcPts val="0"/>
              </a:spcBef>
              <a:spcAft>
                <a:spcPts val="0"/>
              </a:spcAft>
              <a:buClr>
                <a:schemeClr val="dk1"/>
              </a:buClr>
              <a:buSzPts val="800"/>
              <a:buNone/>
              <a:defRPr sz="800">
                <a:solidFill>
                  <a:schemeClr val="dk1"/>
                </a:solidFill>
              </a:defRPr>
            </a:lvl8pPr>
            <a:lvl9pPr lvl="8" algn="ctr">
              <a:lnSpc>
                <a:spcPct val="115000"/>
              </a:lnSpc>
              <a:spcBef>
                <a:spcPts val="0"/>
              </a:spcBef>
              <a:spcAft>
                <a:spcPts val="0"/>
              </a:spcAft>
              <a:buClr>
                <a:schemeClr val="dk1"/>
              </a:buClr>
              <a:buSzPts val="800"/>
              <a:buNone/>
              <a:defRPr sz="800">
                <a:solidFill>
                  <a:schemeClr val="dk1"/>
                </a:solidFill>
              </a:defRPr>
            </a:lvl9pPr>
          </a:lstStyle>
          <a:p/>
        </p:txBody>
      </p:sp>
      <p:sp>
        <p:nvSpPr>
          <p:cNvPr id="519" name="Google Shape;519;p59"/>
          <p:cNvSpPr txBox="1"/>
          <p:nvPr>
            <p:ph idx="15" type="subTitle"/>
          </p:nvPr>
        </p:nvSpPr>
        <p:spPr>
          <a:xfrm>
            <a:off x="353250" y="4598973"/>
            <a:ext cx="1587900" cy="219600"/>
          </a:xfrm>
          <a:prstGeom prst="rect">
            <a:avLst/>
          </a:prstGeom>
          <a:noFill/>
          <a:ln>
            <a:noFill/>
          </a:ln>
        </p:spPr>
        <p:txBody>
          <a:bodyPr anchorCtr="0" anchor="ctr" bIns="0" lIns="0" spcFirstLastPara="1" rIns="0" wrap="square" tIns="0">
            <a:noAutofit/>
          </a:bodyPr>
          <a:lstStyle>
            <a:lvl1pPr lvl="0" algn="ctr">
              <a:lnSpc>
                <a:spcPct val="115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520" name="Google Shape;520;p59"/>
          <p:cNvSpPr txBox="1"/>
          <p:nvPr>
            <p:ph idx="16" type="subTitle"/>
          </p:nvPr>
        </p:nvSpPr>
        <p:spPr>
          <a:xfrm>
            <a:off x="7188325" y="3248209"/>
            <a:ext cx="1587900" cy="187800"/>
          </a:xfrm>
          <a:prstGeom prst="rect">
            <a:avLst/>
          </a:prstGeom>
          <a:noFill/>
          <a:ln>
            <a:noFill/>
          </a:ln>
        </p:spPr>
        <p:txBody>
          <a:bodyPr anchorCtr="0" anchor="t" bIns="0" lIns="0" spcFirstLastPara="1" rIns="0" wrap="square" tIns="0">
            <a:spAutoFit/>
          </a:bodyPr>
          <a:lstStyle>
            <a:lvl1pPr lvl="0" algn="ctr">
              <a:lnSpc>
                <a:spcPct val="115000"/>
              </a:lnSpc>
              <a:spcBef>
                <a:spcPts val="0"/>
              </a:spcBef>
              <a:spcAft>
                <a:spcPts val="0"/>
              </a:spcAft>
              <a:buClr>
                <a:schemeClr val="accent1"/>
              </a:buClr>
              <a:buSzPts val="1400"/>
              <a:buNone/>
              <a:defRPr>
                <a:solidFill>
                  <a:schemeClr val="accent1"/>
                </a:solidFill>
              </a:defRPr>
            </a:lvl1pPr>
            <a:lvl2pPr lvl="1" algn="ctr">
              <a:lnSpc>
                <a:spcPct val="115000"/>
              </a:lnSpc>
              <a:spcBef>
                <a:spcPts val="0"/>
              </a:spcBef>
              <a:spcAft>
                <a:spcPts val="0"/>
              </a:spcAft>
              <a:buClr>
                <a:schemeClr val="accent1"/>
              </a:buClr>
              <a:buSzPts val="1000"/>
              <a:buNone/>
              <a:defRPr sz="1000">
                <a:solidFill>
                  <a:schemeClr val="accent1"/>
                </a:solidFill>
              </a:defRPr>
            </a:lvl2pPr>
            <a:lvl3pPr lvl="2" algn="ctr">
              <a:lnSpc>
                <a:spcPct val="115000"/>
              </a:lnSpc>
              <a:spcBef>
                <a:spcPts val="0"/>
              </a:spcBef>
              <a:spcAft>
                <a:spcPts val="0"/>
              </a:spcAft>
              <a:buClr>
                <a:schemeClr val="accent1"/>
              </a:buClr>
              <a:buSzPts val="1000"/>
              <a:buNone/>
              <a:defRPr sz="1000">
                <a:solidFill>
                  <a:schemeClr val="accent1"/>
                </a:solidFill>
              </a:defRPr>
            </a:lvl3pPr>
            <a:lvl4pPr lvl="3" algn="ctr">
              <a:lnSpc>
                <a:spcPct val="115000"/>
              </a:lnSpc>
              <a:spcBef>
                <a:spcPts val="0"/>
              </a:spcBef>
              <a:spcAft>
                <a:spcPts val="0"/>
              </a:spcAft>
              <a:buClr>
                <a:schemeClr val="accent1"/>
              </a:buClr>
              <a:buSzPts val="1000"/>
              <a:buNone/>
              <a:defRPr sz="1000">
                <a:solidFill>
                  <a:schemeClr val="accent1"/>
                </a:solidFill>
              </a:defRPr>
            </a:lvl4pPr>
            <a:lvl5pPr lvl="4" algn="ctr">
              <a:lnSpc>
                <a:spcPct val="115000"/>
              </a:lnSpc>
              <a:spcBef>
                <a:spcPts val="0"/>
              </a:spcBef>
              <a:spcAft>
                <a:spcPts val="0"/>
              </a:spcAft>
              <a:buClr>
                <a:schemeClr val="accent1"/>
              </a:buClr>
              <a:buSzPts val="1000"/>
              <a:buNone/>
              <a:defRPr sz="1000">
                <a:solidFill>
                  <a:schemeClr val="accent1"/>
                </a:solidFill>
              </a:defRPr>
            </a:lvl5pPr>
            <a:lvl6pPr lvl="5" algn="ctr">
              <a:lnSpc>
                <a:spcPct val="115000"/>
              </a:lnSpc>
              <a:spcBef>
                <a:spcPts val="0"/>
              </a:spcBef>
              <a:spcAft>
                <a:spcPts val="0"/>
              </a:spcAft>
              <a:buClr>
                <a:schemeClr val="accent1"/>
              </a:buClr>
              <a:buSzPts val="1000"/>
              <a:buNone/>
              <a:defRPr sz="1000">
                <a:solidFill>
                  <a:schemeClr val="accent1"/>
                </a:solidFill>
              </a:defRPr>
            </a:lvl6pPr>
            <a:lvl7pPr lvl="6" algn="ctr">
              <a:lnSpc>
                <a:spcPct val="115000"/>
              </a:lnSpc>
              <a:spcBef>
                <a:spcPts val="0"/>
              </a:spcBef>
              <a:spcAft>
                <a:spcPts val="0"/>
              </a:spcAft>
              <a:buClr>
                <a:schemeClr val="accent1"/>
              </a:buClr>
              <a:buSzPts val="1000"/>
              <a:buNone/>
              <a:defRPr sz="1000">
                <a:solidFill>
                  <a:schemeClr val="accent1"/>
                </a:solidFill>
              </a:defRPr>
            </a:lvl7pPr>
            <a:lvl8pPr lvl="7" algn="ctr">
              <a:lnSpc>
                <a:spcPct val="115000"/>
              </a:lnSpc>
              <a:spcBef>
                <a:spcPts val="0"/>
              </a:spcBef>
              <a:spcAft>
                <a:spcPts val="0"/>
              </a:spcAft>
              <a:buClr>
                <a:schemeClr val="accent1"/>
              </a:buClr>
              <a:buSzPts val="1000"/>
              <a:buNone/>
              <a:defRPr sz="1000">
                <a:solidFill>
                  <a:schemeClr val="accent1"/>
                </a:solidFill>
              </a:defRPr>
            </a:lvl8pPr>
            <a:lvl9pPr lvl="8" algn="ctr">
              <a:lnSpc>
                <a:spcPct val="115000"/>
              </a:lnSpc>
              <a:spcBef>
                <a:spcPts val="0"/>
              </a:spcBef>
              <a:spcAft>
                <a:spcPts val="0"/>
              </a:spcAft>
              <a:buClr>
                <a:schemeClr val="accent1"/>
              </a:buClr>
              <a:buSzPts val="1000"/>
              <a:buNone/>
              <a:defRPr sz="1000">
                <a:solidFill>
                  <a:schemeClr val="accent1"/>
                </a:solidFill>
              </a:defRPr>
            </a:lvl9pPr>
          </a:lstStyle>
          <a:p/>
        </p:txBody>
      </p:sp>
      <p:sp>
        <p:nvSpPr>
          <p:cNvPr id="521" name="Google Shape;521;p59"/>
          <p:cNvSpPr txBox="1"/>
          <p:nvPr>
            <p:ph idx="17" type="subTitle"/>
          </p:nvPr>
        </p:nvSpPr>
        <p:spPr>
          <a:xfrm>
            <a:off x="7188325" y="3050375"/>
            <a:ext cx="1587900" cy="219600"/>
          </a:xfrm>
          <a:prstGeom prst="rect">
            <a:avLst/>
          </a:prstGeom>
          <a:noFill/>
          <a:ln>
            <a:noFill/>
          </a:ln>
        </p:spPr>
        <p:txBody>
          <a:bodyPr anchorCtr="0" anchor="ctr" bIns="0" lIns="0" spcFirstLastPara="1" rIns="0" wrap="square" tIns="0">
            <a:noAutofit/>
          </a:bodyPr>
          <a:lstStyle>
            <a:lvl1pPr lvl="0" algn="ctr">
              <a:lnSpc>
                <a:spcPct val="115000"/>
              </a:lnSpc>
              <a:spcBef>
                <a:spcPts val="0"/>
              </a:spcBef>
              <a:spcAft>
                <a:spcPts val="0"/>
              </a:spcAft>
              <a:buClr>
                <a:schemeClr val="dk1"/>
              </a:buClr>
              <a:buSzPts val="800"/>
              <a:buNone/>
              <a:defRPr sz="800">
                <a:solidFill>
                  <a:schemeClr val="dk1"/>
                </a:solidFill>
              </a:defRPr>
            </a:lvl1pPr>
            <a:lvl2pPr lvl="1" algn="ctr">
              <a:lnSpc>
                <a:spcPct val="115000"/>
              </a:lnSpc>
              <a:spcBef>
                <a:spcPts val="0"/>
              </a:spcBef>
              <a:spcAft>
                <a:spcPts val="0"/>
              </a:spcAft>
              <a:buClr>
                <a:schemeClr val="dk1"/>
              </a:buClr>
              <a:buSzPts val="800"/>
              <a:buNone/>
              <a:defRPr sz="800">
                <a:solidFill>
                  <a:schemeClr val="dk1"/>
                </a:solidFill>
              </a:defRPr>
            </a:lvl2pPr>
            <a:lvl3pPr lvl="2" algn="ctr">
              <a:lnSpc>
                <a:spcPct val="115000"/>
              </a:lnSpc>
              <a:spcBef>
                <a:spcPts val="0"/>
              </a:spcBef>
              <a:spcAft>
                <a:spcPts val="0"/>
              </a:spcAft>
              <a:buClr>
                <a:schemeClr val="dk1"/>
              </a:buClr>
              <a:buSzPts val="800"/>
              <a:buNone/>
              <a:defRPr sz="800">
                <a:solidFill>
                  <a:schemeClr val="dk1"/>
                </a:solidFill>
              </a:defRPr>
            </a:lvl3pPr>
            <a:lvl4pPr lvl="3" algn="ctr">
              <a:lnSpc>
                <a:spcPct val="115000"/>
              </a:lnSpc>
              <a:spcBef>
                <a:spcPts val="0"/>
              </a:spcBef>
              <a:spcAft>
                <a:spcPts val="0"/>
              </a:spcAft>
              <a:buClr>
                <a:schemeClr val="dk1"/>
              </a:buClr>
              <a:buSzPts val="800"/>
              <a:buNone/>
              <a:defRPr sz="800">
                <a:solidFill>
                  <a:schemeClr val="dk1"/>
                </a:solidFill>
              </a:defRPr>
            </a:lvl4pPr>
            <a:lvl5pPr lvl="4" algn="ctr">
              <a:lnSpc>
                <a:spcPct val="115000"/>
              </a:lnSpc>
              <a:spcBef>
                <a:spcPts val="0"/>
              </a:spcBef>
              <a:spcAft>
                <a:spcPts val="0"/>
              </a:spcAft>
              <a:buClr>
                <a:schemeClr val="dk1"/>
              </a:buClr>
              <a:buSzPts val="800"/>
              <a:buNone/>
              <a:defRPr sz="800">
                <a:solidFill>
                  <a:schemeClr val="dk1"/>
                </a:solidFill>
              </a:defRPr>
            </a:lvl5pPr>
            <a:lvl6pPr lvl="5" algn="ctr">
              <a:lnSpc>
                <a:spcPct val="115000"/>
              </a:lnSpc>
              <a:spcBef>
                <a:spcPts val="0"/>
              </a:spcBef>
              <a:spcAft>
                <a:spcPts val="0"/>
              </a:spcAft>
              <a:buClr>
                <a:schemeClr val="dk1"/>
              </a:buClr>
              <a:buSzPts val="800"/>
              <a:buNone/>
              <a:defRPr sz="800">
                <a:solidFill>
                  <a:schemeClr val="dk1"/>
                </a:solidFill>
              </a:defRPr>
            </a:lvl6pPr>
            <a:lvl7pPr lvl="6" algn="ctr">
              <a:lnSpc>
                <a:spcPct val="115000"/>
              </a:lnSpc>
              <a:spcBef>
                <a:spcPts val="0"/>
              </a:spcBef>
              <a:spcAft>
                <a:spcPts val="0"/>
              </a:spcAft>
              <a:buClr>
                <a:schemeClr val="dk1"/>
              </a:buClr>
              <a:buSzPts val="800"/>
              <a:buNone/>
              <a:defRPr sz="800">
                <a:solidFill>
                  <a:schemeClr val="dk1"/>
                </a:solidFill>
              </a:defRPr>
            </a:lvl7pPr>
            <a:lvl8pPr lvl="7" algn="ctr">
              <a:lnSpc>
                <a:spcPct val="115000"/>
              </a:lnSpc>
              <a:spcBef>
                <a:spcPts val="0"/>
              </a:spcBef>
              <a:spcAft>
                <a:spcPts val="0"/>
              </a:spcAft>
              <a:buClr>
                <a:schemeClr val="dk1"/>
              </a:buClr>
              <a:buSzPts val="800"/>
              <a:buNone/>
              <a:defRPr sz="800">
                <a:solidFill>
                  <a:schemeClr val="dk1"/>
                </a:solidFill>
              </a:defRPr>
            </a:lvl8pPr>
            <a:lvl9pPr lvl="8" algn="ctr">
              <a:lnSpc>
                <a:spcPct val="115000"/>
              </a:lnSpc>
              <a:spcBef>
                <a:spcPts val="0"/>
              </a:spcBef>
              <a:spcAft>
                <a:spcPts val="0"/>
              </a:spcAft>
              <a:buClr>
                <a:schemeClr val="dk1"/>
              </a:buClr>
              <a:buSzPts val="800"/>
              <a:buNone/>
              <a:defRPr sz="800">
                <a:solidFill>
                  <a:schemeClr val="dk1"/>
                </a:solidFill>
              </a:defRPr>
            </a:lvl9pPr>
          </a:lstStyle>
          <a:p/>
        </p:txBody>
      </p:sp>
      <p:sp>
        <p:nvSpPr>
          <p:cNvPr id="522" name="Google Shape;522;p59"/>
          <p:cNvSpPr txBox="1"/>
          <p:nvPr>
            <p:ph idx="18" type="subTitle"/>
          </p:nvPr>
        </p:nvSpPr>
        <p:spPr>
          <a:xfrm>
            <a:off x="7188325" y="4598973"/>
            <a:ext cx="1587900" cy="219600"/>
          </a:xfrm>
          <a:prstGeom prst="rect">
            <a:avLst/>
          </a:prstGeom>
          <a:noFill/>
          <a:ln>
            <a:noFill/>
          </a:ln>
        </p:spPr>
        <p:txBody>
          <a:bodyPr anchorCtr="0" anchor="ctr" bIns="0" lIns="0" spcFirstLastPara="1" rIns="0" wrap="square" tIns="0">
            <a:noAutofit/>
          </a:bodyPr>
          <a:lstStyle>
            <a:lvl1pPr lvl="0" algn="ctr">
              <a:lnSpc>
                <a:spcPct val="115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523" name="Google Shape;523;p59"/>
          <p:cNvSpPr txBox="1"/>
          <p:nvPr>
            <p:ph idx="19" type="subTitle"/>
          </p:nvPr>
        </p:nvSpPr>
        <p:spPr>
          <a:xfrm>
            <a:off x="4924850" y="3248209"/>
            <a:ext cx="1587900" cy="187800"/>
          </a:xfrm>
          <a:prstGeom prst="rect">
            <a:avLst/>
          </a:prstGeom>
          <a:noFill/>
          <a:ln>
            <a:noFill/>
          </a:ln>
        </p:spPr>
        <p:txBody>
          <a:bodyPr anchorCtr="0" anchor="t" bIns="0" lIns="0" spcFirstLastPara="1" rIns="0" wrap="square" tIns="0">
            <a:spAutoFit/>
          </a:bodyPr>
          <a:lstStyle>
            <a:lvl1pPr lvl="0" algn="ctr">
              <a:lnSpc>
                <a:spcPct val="115000"/>
              </a:lnSpc>
              <a:spcBef>
                <a:spcPts val="0"/>
              </a:spcBef>
              <a:spcAft>
                <a:spcPts val="0"/>
              </a:spcAft>
              <a:buClr>
                <a:schemeClr val="accent1"/>
              </a:buClr>
              <a:buSzPts val="1400"/>
              <a:buNone/>
              <a:defRPr>
                <a:solidFill>
                  <a:schemeClr val="accent1"/>
                </a:solidFill>
              </a:defRPr>
            </a:lvl1pPr>
            <a:lvl2pPr lvl="1" algn="ctr">
              <a:lnSpc>
                <a:spcPct val="115000"/>
              </a:lnSpc>
              <a:spcBef>
                <a:spcPts val="0"/>
              </a:spcBef>
              <a:spcAft>
                <a:spcPts val="0"/>
              </a:spcAft>
              <a:buClr>
                <a:schemeClr val="accent1"/>
              </a:buClr>
              <a:buSzPts val="1000"/>
              <a:buNone/>
              <a:defRPr sz="1000">
                <a:solidFill>
                  <a:schemeClr val="accent1"/>
                </a:solidFill>
              </a:defRPr>
            </a:lvl2pPr>
            <a:lvl3pPr lvl="2" algn="ctr">
              <a:lnSpc>
                <a:spcPct val="115000"/>
              </a:lnSpc>
              <a:spcBef>
                <a:spcPts val="0"/>
              </a:spcBef>
              <a:spcAft>
                <a:spcPts val="0"/>
              </a:spcAft>
              <a:buClr>
                <a:schemeClr val="accent1"/>
              </a:buClr>
              <a:buSzPts val="1000"/>
              <a:buNone/>
              <a:defRPr sz="1000">
                <a:solidFill>
                  <a:schemeClr val="accent1"/>
                </a:solidFill>
              </a:defRPr>
            </a:lvl3pPr>
            <a:lvl4pPr lvl="3" algn="ctr">
              <a:lnSpc>
                <a:spcPct val="115000"/>
              </a:lnSpc>
              <a:spcBef>
                <a:spcPts val="0"/>
              </a:spcBef>
              <a:spcAft>
                <a:spcPts val="0"/>
              </a:spcAft>
              <a:buClr>
                <a:schemeClr val="accent1"/>
              </a:buClr>
              <a:buSzPts val="1000"/>
              <a:buNone/>
              <a:defRPr sz="1000">
                <a:solidFill>
                  <a:schemeClr val="accent1"/>
                </a:solidFill>
              </a:defRPr>
            </a:lvl4pPr>
            <a:lvl5pPr lvl="4" algn="ctr">
              <a:lnSpc>
                <a:spcPct val="115000"/>
              </a:lnSpc>
              <a:spcBef>
                <a:spcPts val="0"/>
              </a:spcBef>
              <a:spcAft>
                <a:spcPts val="0"/>
              </a:spcAft>
              <a:buClr>
                <a:schemeClr val="accent1"/>
              </a:buClr>
              <a:buSzPts val="1000"/>
              <a:buNone/>
              <a:defRPr sz="1000">
                <a:solidFill>
                  <a:schemeClr val="accent1"/>
                </a:solidFill>
              </a:defRPr>
            </a:lvl5pPr>
            <a:lvl6pPr lvl="5" algn="ctr">
              <a:lnSpc>
                <a:spcPct val="115000"/>
              </a:lnSpc>
              <a:spcBef>
                <a:spcPts val="0"/>
              </a:spcBef>
              <a:spcAft>
                <a:spcPts val="0"/>
              </a:spcAft>
              <a:buClr>
                <a:schemeClr val="accent1"/>
              </a:buClr>
              <a:buSzPts val="1000"/>
              <a:buNone/>
              <a:defRPr sz="1000">
                <a:solidFill>
                  <a:schemeClr val="accent1"/>
                </a:solidFill>
              </a:defRPr>
            </a:lvl6pPr>
            <a:lvl7pPr lvl="6" algn="ctr">
              <a:lnSpc>
                <a:spcPct val="115000"/>
              </a:lnSpc>
              <a:spcBef>
                <a:spcPts val="0"/>
              </a:spcBef>
              <a:spcAft>
                <a:spcPts val="0"/>
              </a:spcAft>
              <a:buClr>
                <a:schemeClr val="accent1"/>
              </a:buClr>
              <a:buSzPts val="1000"/>
              <a:buNone/>
              <a:defRPr sz="1000">
                <a:solidFill>
                  <a:schemeClr val="accent1"/>
                </a:solidFill>
              </a:defRPr>
            </a:lvl7pPr>
            <a:lvl8pPr lvl="7" algn="ctr">
              <a:lnSpc>
                <a:spcPct val="115000"/>
              </a:lnSpc>
              <a:spcBef>
                <a:spcPts val="0"/>
              </a:spcBef>
              <a:spcAft>
                <a:spcPts val="0"/>
              </a:spcAft>
              <a:buClr>
                <a:schemeClr val="accent1"/>
              </a:buClr>
              <a:buSzPts val="1000"/>
              <a:buNone/>
              <a:defRPr sz="1000">
                <a:solidFill>
                  <a:schemeClr val="accent1"/>
                </a:solidFill>
              </a:defRPr>
            </a:lvl8pPr>
            <a:lvl9pPr lvl="8" algn="ctr">
              <a:lnSpc>
                <a:spcPct val="115000"/>
              </a:lnSpc>
              <a:spcBef>
                <a:spcPts val="0"/>
              </a:spcBef>
              <a:spcAft>
                <a:spcPts val="0"/>
              </a:spcAft>
              <a:buClr>
                <a:schemeClr val="accent1"/>
              </a:buClr>
              <a:buSzPts val="1000"/>
              <a:buNone/>
              <a:defRPr sz="1000">
                <a:solidFill>
                  <a:schemeClr val="accent1"/>
                </a:solidFill>
              </a:defRPr>
            </a:lvl9pPr>
          </a:lstStyle>
          <a:p/>
        </p:txBody>
      </p:sp>
      <p:sp>
        <p:nvSpPr>
          <p:cNvPr id="524" name="Google Shape;524;p59"/>
          <p:cNvSpPr txBox="1"/>
          <p:nvPr>
            <p:ph idx="20" type="subTitle"/>
          </p:nvPr>
        </p:nvSpPr>
        <p:spPr>
          <a:xfrm>
            <a:off x="4924850" y="3050375"/>
            <a:ext cx="1587900" cy="219600"/>
          </a:xfrm>
          <a:prstGeom prst="rect">
            <a:avLst/>
          </a:prstGeom>
          <a:noFill/>
          <a:ln>
            <a:noFill/>
          </a:ln>
        </p:spPr>
        <p:txBody>
          <a:bodyPr anchorCtr="0" anchor="ctr" bIns="0" lIns="0" spcFirstLastPara="1" rIns="0" wrap="square" tIns="0">
            <a:noAutofit/>
          </a:bodyPr>
          <a:lstStyle>
            <a:lvl1pPr lvl="0" algn="ctr">
              <a:lnSpc>
                <a:spcPct val="115000"/>
              </a:lnSpc>
              <a:spcBef>
                <a:spcPts val="0"/>
              </a:spcBef>
              <a:spcAft>
                <a:spcPts val="0"/>
              </a:spcAft>
              <a:buClr>
                <a:schemeClr val="dk1"/>
              </a:buClr>
              <a:buSzPts val="800"/>
              <a:buNone/>
              <a:defRPr sz="800">
                <a:solidFill>
                  <a:schemeClr val="dk1"/>
                </a:solidFill>
              </a:defRPr>
            </a:lvl1pPr>
            <a:lvl2pPr lvl="1" algn="ctr">
              <a:lnSpc>
                <a:spcPct val="115000"/>
              </a:lnSpc>
              <a:spcBef>
                <a:spcPts val="0"/>
              </a:spcBef>
              <a:spcAft>
                <a:spcPts val="0"/>
              </a:spcAft>
              <a:buClr>
                <a:schemeClr val="dk1"/>
              </a:buClr>
              <a:buSzPts val="800"/>
              <a:buNone/>
              <a:defRPr sz="800">
                <a:solidFill>
                  <a:schemeClr val="dk1"/>
                </a:solidFill>
              </a:defRPr>
            </a:lvl2pPr>
            <a:lvl3pPr lvl="2" algn="ctr">
              <a:lnSpc>
                <a:spcPct val="115000"/>
              </a:lnSpc>
              <a:spcBef>
                <a:spcPts val="0"/>
              </a:spcBef>
              <a:spcAft>
                <a:spcPts val="0"/>
              </a:spcAft>
              <a:buClr>
                <a:schemeClr val="dk1"/>
              </a:buClr>
              <a:buSzPts val="800"/>
              <a:buNone/>
              <a:defRPr sz="800">
                <a:solidFill>
                  <a:schemeClr val="dk1"/>
                </a:solidFill>
              </a:defRPr>
            </a:lvl3pPr>
            <a:lvl4pPr lvl="3" algn="ctr">
              <a:lnSpc>
                <a:spcPct val="115000"/>
              </a:lnSpc>
              <a:spcBef>
                <a:spcPts val="0"/>
              </a:spcBef>
              <a:spcAft>
                <a:spcPts val="0"/>
              </a:spcAft>
              <a:buClr>
                <a:schemeClr val="dk1"/>
              </a:buClr>
              <a:buSzPts val="800"/>
              <a:buNone/>
              <a:defRPr sz="800">
                <a:solidFill>
                  <a:schemeClr val="dk1"/>
                </a:solidFill>
              </a:defRPr>
            </a:lvl4pPr>
            <a:lvl5pPr lvl="4" algn="ctr">
              <a:lnSpc>
                <a:spcPct val="115000"/>
              </a:lnSpc>
              <a:spcBef>
                <a:spcPts val="0"/>
              </a:spcBef>
              <a:spcAft>
                <a:spcPts val="0"/>
              </a:spcAft>
              <a:buClr>
                <a:schemeClr val="dk1"/>
              </a:buClr>
              <a:buSzPts val="800"/>
              <a:buNone/>
              <a:defRPr sz="800">
                <a:solidFill>
                  <a:schemeClr val="dk1"/>
                </a:solidFill>
              </a:defRPr>
            </a:lvl5pPr>
            <a:lvl6pPr lvl="5" algn="ctr">
              <a:lnSpc>
                <a:spcPct val="115000"/>
              </a:lnSpc>
              <a:spcBef>
                <a:spcPts val="0"/>
              </a:spcBef>
              <a:spcAft>
                <a:spcPts val="0"/>
              </a:spcAft>
              <a:buClr>
                <a:schemeClr val="dk1"/>
              </a:buClr>
              <a:buSzPts val="800"/>
              <a:buNone/>
              <a:defRPr sz="800">
                <a:solidFill>
                  <a:schemeClr val="dk1"/>
                </a:solidFill>
              </a:defRPr>
            </a:lvl6pPr>
            <a:lvl7pPr lvl="6" algn="ctr">
              <a:lnSpc>
                <a:spcPct val="115000"/>
              </a:lnSpc>
              <a:spcBef>
                <a:spcPts val="0"/>
              </a:spcBef>
              <a:spcAft>
                <a:spcPts val="0"/>
              </a:spcAft>
              <a:buClr>
                <a:schemeClr val="dk1"/>
              </a:buClr>
              <a:buSzPts val="800"/>
              <a:buNone/>
              <a:defRPr sz="800">
                <a:solidFill>
                  <a:schemeClr val="dk1"/>
                </a:solidFill>
              </a:defRPr>
            </a:lvl7pPr>
            <a:lvl8pPr lvl="7" algn="ctr">
              <a:lnSpc>
                <a:spcPct val="115000"/>
              </a:lnSpc>
              <a:spcBef>
                <a:spcPts val="0"/>
              </a:spcBef>
              <a:spcAft>
                <a:spcPts val="0"/>
              </a:spcAft>
              <a:buClr>
                <a:schemeClr val="dk1"/>
              </a:buClr>
              <a:buSzPts val="800"/>
              <a:buNone/>
              <a:defRPr sz="800">
                <a:solidFill>
                  <a:schemeClr val="dk1"/>
                </a:solidFill>
              </a:defRPr>
            </a:lvl8pPr>
            <a:lvl9pPr lvl="8" algn="ctr">
              <a:lnSpc>
                <a:spcPct val="115000"/>
              </a:lnSpc>
              <a:spcBef>
                <a:spcPts val="0"/>
              </a:spcBef>
              <a:spcAft>
                <a:spcPts val="0"/>
              </a:spcAft>
              <a:buClr>
                <a:schemeClr val="dk1"/>
              </a:buClr>
              <a:buSzPts val="800"/>
              <a:buNone/>
              <a:defRPr sz="800">
                <a:solidFill>
                  <a:schemeClr val="dk1"/>
                </a:solidFill>
              </a:defRPr>
            </a:lvl9pPr>
          </a:lstStyle>
          <a:p/>
        </p:txBody>
      </p:sp>
      <p:sp>
        <p:nvSpPr>
          <p:cNvPr id="525" name="Google Shape;525;p59"/>
          <p:cNvSpPr txBox="1"/>
          <p:nvPr>
            <p:ph idx="21" type="subTitle"/>
          </p:nvPr>
        </p:nvSpPr>
        <p:spPr>
          <a:xfrm>
            <a:off x="4924850" y="4598973"/>
            <a:ext cx="1587900" cy="219600"/>
          </a:xfrm>
          <a:prstGeom prst="rect">
            <a:avLst/>
          </a:prstGeom>
          <a:noFill/>
          <a:ln>
            <a:noFill/>
          </a:ln>
        </p:spPr>
        <p:txBody>
          <a:bodyPr anchorCtr="0" anchor="ctr" bIns="0" lIns="0" spcFirstLastPara="1" rIns="0" wrap="square" tIns="0">
            <a:noAutofit/>
          </a:bodyPr>
          <a:lstStyle>
            <a:lvl1pPr lvl="0" algn="ctr">
              <a:lnSpc>
                <a:spcPct val="115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526" name="Google Shape;526;p59"/>
          <p:cNvSpPr txBox="1"/>
          <p:nvPr>
            <p:ph idx="22" type="subTitle"/>
          </p:nvPr>
        </p:nvSpPr>
        <p:spPr>
          <a:xfrm>
            <a:off x="2643513" y="3248209"/>
            <a:ext cx="1587900" cy="187800"/>
          </a:xfrm>
          <a:prstGeom prst="rect">
            <a:avLst/>
          </a:prstGeom>
          <a:noFill/>
          <a:ln>
            <a:noFill/>
          </a:ln>
        </p:spPr>
        <p:txBody>
          <a:bodyPr anchorCtr="0" anchor="t" bIns="0" lIns="0" spcFirstLastPara="1" rIns="0" wrap="square" tIns="0">
            <a:spAutoFit/>
          </a:bodyPr>
          <a:lstStyle>
            <a:lvl1pPr lvl="0" algn="ctr">
              <a:lnSpc>
                <a:spcPct val="115000"/>
              </a:lnSpc>
              <a:spcBef>
                <a:spcPts val="0"/>
              </a:spcBef>
              <a:spcAft>
                <a:spcPts val="0"/>
              </a:spcAft>
              <a:buClr>
                <a:schemeClr val="accent1"/>
              </a:buClr>
              <a:buSzPts val="1400"/>
              <a:buNone/>
              <a:defRPr>
                <a:solidFill>
                  <a:schemeClr val="accent1"/>
                </a:solidFill>
              </a:defRPr>
            </a:lvl1pPr>
            <a:lvl2pPr lvl="1" algn="ctr">
              <a:lnSpc>
                <a:spcPct val="115000"/>
              </a:lnSpc>
              <a:spcBef>
                <a:spcPts val="0"/>
              </a:spcBef>
              <a:spcAft>
                <a:spcPts val="0"/>
              </a:spcAft>
              <a:buClr>
                <a:schemeClr val="accent1"/>
              </a:buClr>
              <a:buSzPts val="1000"/>
              <a:buNone/>
              <a:defRPr sz="1000">
                <a:solidFill>
                  <a:schemeClr val="accent1"/>
                </a:solidFill>
              </a:defRPr>
            </a:lvl2pPr>
            <a:lvl3pPr lvl="2" algn="ctr">
              <a:lnSpc>
                <a:spcPct val="115000"/>
              </a:lnSpc>
              <a:spcBef>
                <a:spcPts val="0"/>
              </a:spcBef>
              <a:spcAft>
                <a:spcPts val="0"/>
              </a:spcAft>
              <a:buClr>
                <a:schemeClr val="accent1"/>
              </a:buClr>
              <a:buSzPts val="1000"/>
              <a:buNone/>
              <a:defRPr sz="1000">
                <a:solidFill>
                  <a:schemeClr val="accent1"/>
                </a:solidFill>
              </a:defRPr>
            </a:lvl3pPr>
            <a:lvl4pPr lvl="3" algn="ctr">
              <a:lnSpc>
                <a:spcPct val="115000"/>
              </a:lnSpc>
              <a:spcBef>
                <a:spcPts val="0"/>
              </a:spcBef>
              <a:spcAft>
                <a:spcPts val="0"/>
              </a:spcAft>
              <a:buClr>
                <a:schemeClr val="accent1"/>
              </a:buClr>
              <a:buSzPts val="1000"/>
              <a:buNone/>
              <a:defRPr sz="1000">
                <a:solidFill>
                  <a:schemeClr val="accent1"/>
                </a:solidFill>
              </a:defRPr>
            </a:lvl4pPr>
            <a:lvl5pPr lvl="4" algn="ctr">
              <a:lnSpc>
                <a:spcPct val="115000"/>
              </a:lnSpc>
              <a:spcBef>
                <a:spcPts val="0"/>
              </a:spcBef>
              <a:spcAft>
                <a:spcPts val="0"/>
              </a:spcAft>
              <a:buClr>
                <a:schemeClr val="accent1"/>
              </a:buClr>
              <a:buSzPts val="1000"/>
              <a:buNone/>
              <a:defRPr sz="1000">
                <a:solidFill>
                  <a:schemeClr val="accent1"/>
                </a:solidFill>
              </a:defRPr>
            </a:lvl5pPr>
            <a:lvl6pPr lvl="5" algn="ctr">
              <a:lnSpc>
                <a:spcPct val="115000"/>
              </a:lnSpc>
              <a:spcBef>
                <a:spcPts val="0"/>
              </a:spcBef>
              <a:spcAft>
                <a:spcPts val="0"/>
              </a:spcAft>
              <a:buClr>
                <a:schemeClr val="accent1"/>
              </a:buClr>
              <a:buSzPts val="1000"/>
              <a:buNone/>
              <a:defRPr sz="1000">
                <a:solidFill>
                  <a:schemeClr val="accent1"/>
                </a:solidFill>
              </a:defRPr>
            </a:lvl6pPr>
            <a:lvl7pPr lvl="6" algn="ctr">
              <a:lnSpc>
                <a:spcPct val="115000"/>
              </a:lnSpc>
              <a:spcBef>
                <a:spcPts val="0"/>
              </a:spcBef>
              <a:spcAft>
                <a:spcPts val="0"/>
              </a:spcAft>
              <a:buClr>
                <a:schemeClr val="accent1"/>
              </a:buClr>
              <a:buSzPts val="1000"/>
              <a:buNone/>
              <a:defRPr sz="1000">
                <a:solidFill>
                  <a:schemeClr val="accent1"/>
                </a:solidFill>
              </a:defRPr>
            </a:lvl7pPr>
            <a:lvl8pPr lvl="7" algn="ctr">
              <a:lnSpc>
                <a:spcPct val="115000"/>
              </a:lnSpc>
              <a:spcBef>
                <a:spcPts val="0"/>
              </a:spcBef>
              <a:spcAft>
                <a:spcPts val="0"/>
              </a:spcAft>
              <a:buClr>
                <a:schemeClr val="accent1"/>
              </a:buClr>
              <a:buSzPts val="1000"/>
              <a:buNone/>
              <a:defRPr sz="1000">
                <a:solidFill>
                  <a:schemeClr val="accent1"/>
                </a:solidFill>
              </a:defRPr>
            </a:lvl8pPr>
            <a:lvl9pPr lvl="8" algn="ctr">
              <a:lnSpc>
                <a:spcPct val="115000"/>
              </a:lnSpc>
              <a:spcBef>
                <a:spcPts val="0"/>
              </a:spcBef>
              <a:spcAft>
                <a:spcPts val="0"/>
              </a:spcAft>
              <a:buClr>
                <a:schemeClr val="accent1"/>
              </a:buClr>
              <a:buSzPts val="1000"/>
              <a:buNone/>
              <a:defRPr sz="1000">
                <a:solidFill>
                  <a:schemeClr val="accent1"/>
                </a:solidFill>
              </a:defRPr>
            </a:lvl9pPr>
          </a:lstStyle>
          <a:p/>
        </p:txBody>
      </p:sp>
      <p:sp>
        <p:nvSpPr>
          <p:cNvPr id="527" name="Google Shape;527;p59"/>
          <p:cNvSpPr txBox="1"/>
          <p:nvPr>
            <p:ph idx="23" type="subTitle"/>
          </p:nvPr>
        </p:nvSpPr>
        <p:spPr>
          <a:xfrm>
            <a:off x="2643513" y="3050375"/>
            <a:ext cx="1587900" cy="219600"/>
          </a:xfrm>
          <a:prstGeom prst="rect">
            <a:avLst/>
          </a:prstGeom>
          <a:noFill/>
          <a:ln>
            <a:noFill/>
          </a:ln>
        </p:spPr>
        <p:txBody>
          <a:bodyPr anchorCtr="0" anchor="ctr" bIns="0" lIns="0" spcFirstLastPara="1" rIns="0" wrap="square" tIns="0">
            <a:noAutofit/>
          </a:bodyPr>
          <a:lstStyle>
            <a:lvl1pPr lvl="0" algn="ctr">
              <a:lnSpc>
                <a:spcPct val="115000"/>
              </a:lnSpc>
              <a:spcBef>
                <a:spcPts val="0"/>
              </a:spcBef>
              <a:spcAft>
                <a:spcPts val="0"/>
              </a:spcAft>
              <a:buClr>
                <a:schemeClr val="dk1"/>
              </a:buClr>
              <a:buSzPts val="800"/>
              <a:buNone/>
              <a:defRPr sz="800">
                <a:solidFill>
                  <a:schemeClr val="dk1"/>
                </a:solidFill>
              </a:defRPr>
            </a:lvl1pPr>
            <a:lvl2pPr lvl="1" algn="ctr">
              <a:lnSpc>
                <a:spcPct val="115000"/>
              </a:lnSpc>
              <a:spcBef>
                <a:spcPts val="0"/>
              </a:spcBef>
              <a:spcAft>
                <a:spcPts val="0"/>
              </a:spcAft>
              <a:buClr>
                <a:schemeClr val="dk1"/>
              </a:buClr>
              <a:buSzPts val="800"/>
              <a:buNone/>
              <a:defRPr sz="800">
                <a:solidFill>
                  <a:schemeClr val="dk1"/>
                </a:solidFill>
              </a:defRPr>
            </a:lvl2pPr>
            <a:lvl3pPr lvl="2" algn="ctr">
              <a:lnSpc>
                <a:spcPct val="115000"/>
              </a:lnSpc>
              <a:spcBef>
                <a:spcPts val="0"/>
              </a:spcBef>
              <a:spcAft>
                <a:spcPts val="0"/>
              </a:spcAft>
              <a:buClr>
                <a:schemeClr val="dk1"/>
              </a:buClr>
              <a:buSzPts val="800"/>
              <a:buNone/>
              <a:defRPr sz="800">
                <a:solidFill>
                  <a:schemeClr val="dk1"/>
                </a:solidFill>
              </a:defRPr>
            </a:lvl3pPr>
            <a:lvl4pPr lvl="3" algn="ctr">
              <a:lnSpc>
                <a:spcPct val="115000"/>
              </a:lnSpc>
              <a:spcBef>
                <a:spcPts val="0"/>
              </a:spcBef>
              <a:spcAft>
                <a:spcPts val="0"/>
              </a:spcAft>
              <a:buClr>
                <a:schemeClr val="dk1"/>
              </a:buClr>
              <a:buSzPts val="800"/>
              <a:buNone/>
              <a:defRPr sz="800">
                <a:solidFill>
                  <a:schemeClr val="dk1"/>
                </a:solidFill>
              </a:defRPr>
            </a:lvl4pPr>
            <a:lvl5pPr lvl="4" algn="ctr">
              <a:lnSpc>
                <a:spcPct val="115000"/>
              </a:lnSpc>
              <a:spcBef>
                <a:spcPts val="0"/>
              </a:spcBef>
              <a:spcAft>
                <a:spcPts val="0"/>
              </a:spcAft>
              <a:buClr>
                <a:schemeClr val="dk1"/>
              </a:buClr>
              <a:buSzPts val="800"/>
              <a:buNone/>
              <a:defRPr sz="800">
                <a:solidFill>
                  <a:schemeClr val="dk1"/>
                </a:solidFill>
              </a:defRPr>
            </a:lvl5pPr>
            <a:lvl6pPr lvl="5" algn="ctr">
              <a:lnSpc>
                <a:spcPct val="115000"/>
              </a:lnSpc>
              <a:spcBef>
                <a:spcPts val="0"/>
              </a:spcBef>
              <a:spcAft>
                <a:spcPts val="0"/>
              </a:spcAft>
              <a:buClr>
                <a:schemeClr val="dk1"/>
              </a:buClr>
              <a:buSzPts val="800"/>
              <a:buNone/>
              <a:defRPr sz="800">
                <a:solidFill>
                  <a:schemeClr val="dk1"/>
                </a:solidFill>
              </a:defRPr>
            </a:lvl6pPr>
            <a:lvl7pPr lvl="6" algn="ctr">
              <a:lnSpc>
                <a:spcPct val="115000"/>
              </a:lnSpc>
              <a:spcBef>
                <a:spcPts val="0"/>
              </a:spcBef>
              <a:spcAft>
                <a:spcPts val="0"/>
              </a:spcAft>
              <a:buClr>
                <a:schemeClr val="dk1"/>
              </a:buClr>
              <a:buSzPts val="800"/>
              <a:buNone/>
              <a:defRPr sz="800">
                <a:solidFill>
                  <a:schemeClr val="dk1"/>
                </a:solidFill>
              </a:defRPr>
            </a:lvl7pPr>
            <a:lvl8pPr lvl="7" algn="ctr">
              <a:lnSpc>
                <a:spcPct val="115000"/>
              </a:lnSpc>
              <a:spcBef>
                <a:spcPts val="0"/>
              </a:spcBef>
              <a:spcAft>
                <a:spcPts val="0"/>
              </a:spcAft>
              <a:buClr>
                <a:schemeClr val="dk1"/>
              </a:buClr>
              <a:buSzPts val="800"/>
              <a:buNone/>
              <a:defRPr sz="800">
                <a:solidFill>
                  <a:schemeClr val="dk1"/>
                </a:solidFill>
              </a:defRPr>
            </a:lvl8pPr>
            <a:lvl9pPr lvl="8" algn="ctr">
              <a:lnSpc>
                <a:spcPct val="115000"/>
              </a:lnSpc>
              <a:spcBef>
                <a:spcPts val="0"/>
              </a:spcBef>
              <a:spcAft>
                <a:spcPts val="0"/>
              </a:spcAft>
              <a:buClr>
                <a:schemeClr val="dk1"/>
              </a:buClr>
              <a:buSzPts val="800"/>
              <a:buNone/>
              <a:defRPr sz="800">
                <a:solidFill>
                  <a:schemeClr val="dk1"/>
                </a:solidFill>
              </a:defRPr>
            </a:lvl9pPr>
          </a:lstStyle>
          <a:p/>
        </p:txBody>
      </p:sp>
      <p:sp>
        <p:nvSpPr>
          <p:cNvPr id="528" name="Google Shape;528;p59"/>
          <p:cNvSpPr txBox="1"/>
          <p:nvPr>
            <p:ph idx="24" type="subTitle"/>
          </p:nvPr>
        </p:nvSpPr>
        <p:spPr>
          <a:xfrm>
            <a:off x="2643513" y="4598973"/>
            <a:ext cx="1587900" cy="219600"/>
          </a:xfrm>
          <a:prstGeom prst="rect">
            <a:avLst/>
          </a:prstGeom>
          <a:noFill/>
          <a:ln>
            <a:noFill/>
          </a:ln>
        </p:spPr>
        <p:txBody>
          <a:bodyPr anchorCtr="0" anchor="ctr" bIns="0" lIns="0" spcFirstLastPara="1" rIns="0" wrap="square" tIns="0">
            <a:noAutofit/>
          </a:bodyPr>
          <a:lstStyle>
            <a:lvl1pPr lvl="0" algn="ctr">
              <a:lnSpc>
                <a:spcPct val="115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Eight members">
  <p:cSld name="CUSTOM_6">
    <p:spTree>
      <p:nvGrpSpPr>
        <p:cNvPr id="529" name="Shape 529"/>
        <p:cNvGrpSpPr/>
        <p:nvPr/>
      </p:nvGrpSpPr>
      <p:grpSpPr>
        <a:xfrm>
          <a:off x="0" y="0"/>
          <a:ext cx="0" cy="0"/>
          <a:chOff x="0" y="0"/>
          <a:chExt cx="0" cy="0"/>
        </a:xfrm>
      </p:grpSpPr>
      <p:sp>
        <p:nvSpPr>
          <p:cNvPr id="530" name="Google Shape;530;p60"/>
          <p:cNvSpPr txBox="1"/>
          <p:nvPr>
            <p:ph idx="1" type="subTitle"/>
          </p:nvPr>
        </p:nvSpPr>
        <p:spPr>
          <a:xfrm>
            <a:off x="6750600" y="1283963"/>
            <a:ext cx="20262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000"/>
              <a:buNone/>
              <a:defRPr sz="1000"/>
            </a:lvl1pPr>
            <a:lvl2pPr lvl="1" algn="l">
              <a:lnSpc>
                <a:spcPct val="115000"/>
              </a:lnSpc>
              <a:spcBef>
                <a:spcPts val="0"/>
              </a:spcBef>
              <a:spcAft>
                <a:spcPts val="0"/>
              </a:spcAft>
              <a:buSzPts val="1000"/>
              <a:buNone/>
              <a:defRPr sz="1000"/>
            </a:lvl2pPr>
            <a:lvl3pPr lvl="2" algn="l">
              <a:lnSpc>
                <a:spcPct val="115000"/>
              </a:lnSpc>
              <a:spcBef>
                <a:spcPts val="0"/>
              </a:spcBef>
              <a:spcAft>
                <a:spcPts val="0"/>
              </a:spcAft>
              <a:buSzPts val="1000"/>
              <a:buNone/>
              <a:defRPr sz="1000"/>
            </a:lvl3pPr>
            <a:lvl4pPr lvl="3" algn="l">
              <a:lnSpc>
                <a:spcPct val="115000"/>
              </a:lnSpc>
              <a:spcBef>
                <a:spcPts val="0"/>
              </a:spcBef>
              <a:spcAft>
                <a:spcPts val="0"/>
              </a:spcAft>
              <a:buSzPts val="1000"/>
              <a:buNone/>
              <a:defRPr sz="1000"/>
            </a:lvl4pPr>
            <a:lvl5pPr lvl="4" algn="l">
              <a:lnSpc>
                <a:spcPct val="115000"/>
              </a:lnSpc>
              <a:spcBef>
                <a:spcPts val="0"/>
              </a:spcBef>
              <a:spcAft>
                <a:spcPts val="0"/>
              </a:spcAft>
              <a:buSzPts val="1000"/>
              <a:buNone/>
              <a:defRPr sz="1000"/>
            </a:lvl5pPr>
            <a:lvl6pPr lvl="5" algn="l">
              <a:lnSpc>
                <a:spcPct val="115000"/>
              </a:lnSpc>
              <a:spcBef>
                <a:spcPts val="0"/>
              </a:spcBef>
              <a:spcAft>
                <a:spcPts val="0"/>
              </a:spcAft>
              <a:buSzPts val="1000"/>
              <a:buNone/>
              <a:defRPr sz="1000"/>
            </a:lvl6pPr>
            <a:lvl7pPr lvl="6" algn="l">
              <a:lnSpc>
                <a:spcPct val="115000"/>
              </a:lnSpc>
              <a:spcBef>
                <a:spcPts val="0"/>
              </a:spcBef>
              <a:spcAft>
                <a:spcPts val="0"/>
              </a:spcAft>
              <a:buSzPts val="1000"/>
              <a:buNone/>
              <a:defRPr sz="1000"/>
            </a:lvl7pPr>
            <a:lvl8pPr lvl="7" algn="l">
              <a:lnSpc>
                <a:spcPct val="115000"/>
              </a:lnSpc>
              <a:spcBef>
                <a:spcPts val="0"/>
              </a:spcBef>
              <a:spcAft>
                <a:spcPts val="0"/>
              </a:spcAft>
              <a:buSzPts val="1000"/>
              <a:buNone/>
              <a:defRPr sz="1000"/>
            </a:lvl8pPr>
            <a:lvl9pPr lvl="8" algn="l">
              <a:lnSpc>
                <a:spcPct val="115000"/>
              </a:lnSpc>
              <a:spcBef>
                <a:spcPts val="0"/>
              </a:spcBef>
              <a:spcAft>
                <a:spcPts val="0"/>
              </a:spcAft>
              <a:buSzPts val="1000"/>
              <a:buNone/>
              <a:defRPr sz="1000"/>
            </a:lvl9pPr>
          </a:lstStyle>
          <a:p/>
        </p:txBody>
      </p:sp>
      <p:sp>
        <p:nvSpPr>
          <p:cNvPr id="531" name="Google Shape;531;p60"/>
          <p:cNvSpPr txBox="1"/>
          <p:nvPr>
            <p:ph idx="2" type="subTitle"/>
          </p:nvPr>
        </p:nvSpPr>
        <p:spPr>
          <a:xfrm>
            <a:off x="6750600" y="1054750"/>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800"/>
              <a:buNone/>
              <a:defRPr sz="800"/>
            </a:lvl2pPr>
            <a:lvl3pPr lvl="2" algn="l">
              <a:lnSpc>
                <a:spcPct val="115000"/>
              </a:lnSpc>
              <a:spcBef>
                <a:spcPts val="0"/>
              </a:spcBef>
              <a:spcAft>
                <a:spcPts val="0"/>
              </a:spcAft>
              <a:buSzPts val="800"/>
              <a:buNone/>
              <a:defRPr sz="800"/>
            </a:lvl3pPr>
            <a:lvl4pPr lvl="3" algn="l">
              <a:lnSpc>
                <a:spcPct val="115000"/>
              </a:lnSpc>
              <a:spcBef>
                <a:spcPts val="0"/>
              </a:spcBef>
              <a:spcAft>
                <a:spcPts val="0"/>
              </a:spcAft>
              <a:buSzPts val="800"/>
              <a:buNone/>
              <a:defRPr sz="800"/>
            </a:lvl4pPr>
            <a:lvl5pPr lvl="4" algn="l">
              <a:lnSpc>
                <a:spcPct val="115000"/>
              </a:lnSpc>
              <a:spcBef>
                <a:spcPts val="0"/>
              </a:spcBef>
              <a:spcAft>
                <a:spcPts val="0"/>
              </a:spcAft>
              <a:buSzPts val="800"/>
              <a:buNone/>
              <a:defRPr sz="800"/>
            </a:lvl5pPr>
            <a:lvl6pPr lvl="5" algn="l">
              <a:lnSpc>
                <a:spcPct val="115000"/>
              </a:lnSpc>
              <a:spcBef>
                <a:spcPts val="0"/>
              </a:spcBef>
              <a:spcAft>
                <a:spcPts val="0"/>
              </a:spcAft>
              <a:buSzPts val="800"/>
              <a:buNone/>
              <a:defRPr sz="800"/>
            </a:lvl6pPr>
            <a:lvl7pPr lvl="6" algn="l">
              <a:lnSpc>
                <a:spcPct val="115000"/>
              </a:lnSpc>
              <a:spcBef>
                <a:spcPts val="0"/>
              </a:spcBef>
              <a:spcAft>
                <a:spcPts val="0"/>
              </a:spcAft>
              <a:buSzPts val="800"/>
              <a:buNone/>
              <a:defRPr sz="800"/>
            </a:lvl7pPr>
            <a:lvl8pPr lvl="7" algn="l">
              <a:lnSpc>
                <a:spcPct val="115000"/>
              </a:lnSpc>
              <a:spcBef>
                <a:spcPts val="0"/>
              </a:spcBef>
              <a:spcAft>
                <a:spcPts val="0"/>
              </a:spcAft>
              <a:buSzPts val="800"/>
              <a:buNone/>
              <a:defRPr sz="800"/>
            </a:lvl8pPr>
            <a:lvl9pPr lvl="8" algn="l">
              <a:lnSpc>
                <a:spcPct val="115000"/>
              </a:lnSpc>
              <a:spcBef>
                <a:spcPts val="0"/>
              </a:spcBef>
              <a:spcAft>
                <a:spcPts val="0"/>
              </a:spcAft>
              <a:buSzPts val="800"/>
              <a:buNone/>
              <a:defRPr sz="800"/>
            </a:lvl9pPr>
          </a:lstStyle>
          <a:p/>
        </p:txBody>
      </p:sp>
      <p:sp>
        <p:nvSpPr>
          <p:cNvPr id="532" name="Google Shape;532;p60"/>
          <p:cNvSpPr txBox="1"/>
          <p:nvPr>
            <p:ph idx="3" type="subTitle"/>
          </p:nvPr>
        </p:nvSpPr>
        <p:spPr>
          <a:xfrm>
            <a:off x="6750600" y="1427900"/>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1pPr>
            <a:lvl2pPr lvl="1"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2pPr>
            <a:lvl3pPr lvl="2"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3pPr>
            <a:lvl4pPr lvl="3"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4pPr>
            <a:lvl5pPr lvl="4"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5pPr>
            <a:lvl6pPr lvl="5"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6pPr>
            <a:lvl7pPr lvl="6"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7pPr>
            <a:lvl8pPr lvl="7"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8pPr>
            <a:lvl9pPr lvl="8"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533" name="Google Shape;533;p60"/>
          <p:cNvSpPr/>
          <p:nvPr>
            <p:ph idx="4" type="pic"/>
          </p:nvPr>
        </p:nvSpPr>
        <p:spPr>
          <a:xfrm>
            <a:off x="6080709" y="1066100"/>
            <a:ext cx="530400" cy="530400"/>
          </a:xfrm>
          <a:prstGeom prst="rect">
            <a:avLst/>
          </a:prstGeom>
          <a:noFill/>
          <a:ln>
            <a:noFill/>
          </a:ln>
        </p:spPr>
      </p:sp>
      <p:sp>
        <p:nvSpPr>
          <p:cNvPr id="534" name="Google Shape;534;p60"/>
          <p:cNvSpPr txBox="1"/>
          <p:nvPr>
            <p:ph idx="5" type="subTitle"/>
          </p:nvPr>
        </p:nvSpPr>
        <p:spPr>
          <a:xfrm>
            <a:off x="3824550" y="1283963"/>
            <a:ext cx="20262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000"/>
              <a:buNone/>
              <a:defRPr sz="1000"/>
            </a:lvl1pPr>
            <a:lvl2pPr lvl="1" algn="l">
              <a:lnSpc>
                <a:spcPct val="115000"/>
              </a:lnSpc>
              <a:spcBef>
                <a:spcPts val="0"/>
              </a:spcBef>
              <a:spcAft>
                <a:spcPts val="0"/>
              </a:spcAft>
              <a:buSzPts val="1000"/>
              <a:buNone/>
              <a:defRPr sz="1000"/>
            </a:lvl2pPr>
            <a:lvl3pPr lvl="2" algn="l">
              <a:lnSpc>
                <a:spcPct val="115000"/>
              </a:lnSpc>
              <a:spcBef>
                <a:spcPts val="0"/>
              </a:spcBef>
              <a:spcAft>
                <a:spcPts val="0"/>
              </a:spcAft>
              <a:buSzPts val="1000"/>
              <a:buNone/>
              <a:defRPr sz="1000"/>
            </a:lvl3pPr>
            <a:lvl4pPr lvl="3" algn="l">
              <a:lnSpc>
                <a:spcPct val="115000"/>
              </a:lnSpc>
              <a:spcBef>
                <a:spcPts val="0"/>
              </a:spcBef>
              <a:spcAft>
                <a:spcPts val="0"/>
              </a:spcAft>
              <a:buSzPts val="1000"/>
              <a:buNone/>
              <a:defRPr sz="1000"/>
            </a:lvl4pPr>
            <a:lvl5pPr lvl="4" algn="l">
              <a:lnSpc>
                <a:spcPct val="115000"/>
              </a:lnSpc>
              <a:spcBef>
                <a:spcPts val="0"/>
              </a:spcBef>
              <a:spcAft>
                <a:spcPts val="0"/>
              </a:spcAft>
              <a:buSzPts val="1000"/>
              <a:buNone/>
              <a:defRPr sz="1000"/>
            </a:lvl5pPr>
            <a:lvl6pPr lvl="5" algn="l">
              <a:lnSpc>
                <a:spcPct val="115000"/>
              </a:lnSpc>
              <a:spcBef>
                <a:spcPts val="0"/>
              </a:spcBef>
              <a:spcAft>
                <a:spcPts val="0"/>
              </a:spcAft>
              <a:buSzPts val="1000"/>
              <a:buNone/>
              <a:defRPr sz="1000"/>
            </a:lvl6pPr>
            <a:lvl7pPr lvl="6" algn="l">
              <a:lnSpc>
                <a:spcPct val="115000"/>
              </a:lnSpc>
              <a:spcBef>
                <a:spcPts val="0"/>
              </a:spcBef>
              <a:spcAft>
                <a:spcPts val="0"/>
              </a:spcAft>
              <a:buSzPts val="1000"/>
              <a:buNone/>
              <a:defRPr sz="1000"/>
            </a:lvl7pPr>
            <a:lvl8pPr lvl="7" algn="l">
              <a:lnSpc>
                <a:spcPct val="115000"/>
              </a:lnSpc>
              <a:spcBef>
                <a:spcPts val="0"/>
              </a:spcBef>
              <a:spcAft>
                <a:spcPts val="0"/>
              </a:spcAft>
              <a:buSzPts val="1000"/>
              <a:buNone/>
              <a:defRPr sz="1000"/>
            </a:lvl8pPr>
            <a:lvl9pPr lvl="8" algn="l">
              <a:lnSpc>
                <a:spcPct val="115000"/>
              </a:lnSpc>
              <a:spcBef>
                <a:spcPts val="0"/>
              </a:spcBef>
              <a:spcAft>
                <a:spcPts val="0"/>
              </a:spcAft>
              <a:buSzPts val="1000"/>
              <a:buNone/>
              <a:defRPr sz="1000"/>
            </a:lvl9pPr>
          </a:lstStyle>
          <a:p/>
        </p:txBody>
      </p:sp>
      <p:sp>
        <p:nvSpPr>
          <p:cNvPr id="535" name="Google Shape;535;p60"/>
          <p:cNvSpPr txBox="1"/>
          <p:nvPr>
            <p:ph idx="6" type="subTitle"/>
          </p:nvPr>
        </p:nvSpPr>
        <p:spPr>
          <a:xfrm>
            <a:off x="3824550" y="1054750"/>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800"/>
              <a:buNone/>
              <a:defRPr sz="800"/>
            </a:lvl2pPr>
            <a:lvl3pPr lvl="2" algn="l">
              <a:lnSpc>
                <a:spcPct val="115000"/>
              </a:lnSpc>
              <a:spcBef>
                <a:spcPts val="0"/>
              </a:spcBef>
              <a:spcAft>
                <a:spcPts val="0"/>
              </a:spcAft>
              <a:buSzPts val="800"/>
              <a:buNone/>
              <a:defRPr sz="800"/>
            </a:lvl3pPr>
            <a:lvl4pPr lvl="3" algn="l">
              <a:lnSpc>
                <a:spcPct val="115000"/>
              </a:lnSpc>
              <a:spcBef>
                <a:spcPts val="0"/>
              </a:spcBef>
              <a:spcAft>
                <a:spcPts val="0"/>
              </a:spcAft>
              <a:buSzPts val="800"/>
              <a:buNone/>
              <a:defRPr sz="800"/>
            </a:lvl4pPr>
            <a:lvl5pPr lvl="4" algn="l">
              <a:lnSpc>
                <a:spcPct val="115000"/>
              </a:lnSpc>
              <a:spcBef>
                <a:spcPts val="0"/>
              </a:spcBef>
              <a:spcAft>
                <a:spcPts val="0"/>
              </a:spcAft>
              <a:buSzPts val="800"/>
              <a:buNone/>
              <a:defRPr sz="800"/>
            </a:lvl5pPr>
            <a:lvl6pPr lvl="5" algn="l">
              <a:lnSpc>
                <a:spcPct val="115000"/>
              </a:lnSpc>
              <a:spcBef>
                <a:spcPts val="0"/>
              </a:spcBef>
              <a:spcAft>
                <a:spcPts val="0"/>
              </a:spcAft>
              <a:buSzPts val="800"/>
              <a:buNone/>
              <a:defRPr sz="800"/>
            </a:lvl6pPr>
            <a:lvl7pPr lvl="6" algn="l">
              <a:lnSpc>
                <a:spcPct val="115000"/>
              </a:lnSpc>
              <a:spcBef>
                <a:spcPts val="0"/>
              </a:spcBef>
              <a:spcAft>
                <a:spcPts val="0"/>
              </a:spcAft>
              <a:buSzPts val="800"/>
              <a:buNone/>
              <a:defRPr sz="800"/>
            </a:lvl7pPr>
            <a:lvl8pPr lvl="7" algn="l">
              <a:lnSpc>
                <a:spcPct val="115000"/>
              </a:lnSpc>
              <a:spcBef>
                <a:spcPts val="0"/>
              </a:spcBef>
              <a:spcAft>
                <a:spcPts val="0"/>
              </a:spcAft>
              <a:buSzPts val="800"/>
              <a:buNone/>
              <a:defRPr sz="800"/>
            </a:lvl8pPr>
            <a:lvl9pPr lvl="8" algn="l">
              <a:lnSpc>
                <a:spcPct val="115000"/>
              </a:lnSpc>
              <a:spcBef>
                <a:spcPts val="0"/>
              </a:spcBef>
              <a:spcAft>
                <a:spcPts val="0"/>
              </a:spcAft>
              <a:buSzPts val="800"/>
              <a:buNone/>
              <a:defRPr sz="800"/>
            </a:lvl9pPr>
          </a:lstStyle>
          <a:p/>
        </p:txBody>
      </p:sp>
      <p:sp>
        <p:nvSpPr>
          <p:cNvPr id="536" name="Google Shape;536;p60"/>
          <p:cNvSpPr txBox="1"/>
          <p:nvPr>
            <p:ph idx="7" type="subTitle"/>
          </p:nvPr>
        </p:nvSpPr>
        <p:spPr>
          <a:xfrm>
            <a:off x="3824550" y="1427900"/>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1pPr>
            <a:lvl2pPr lvl="1"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2pPr>
            <a:lvl3pPr lvl="2"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3pPr>
            <a:lvl4pPr lvl="3"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4pPr>
            <a:lvl5pPr lvl="4"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5pPr>
            <a:lvl6pPr lvl="5"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6pPr>
            <a:lvl7pPr lvl="6"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7pPr>
            <a:lvl8pPr lvl="7"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8pPr>
            <a:lvl9pPr lvl="8"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537" name="Google Shape;537;p60"/>
          <p:cNvSpPr/>
          <p:nvPr>
            <p:ph idx="8" type="pic"/>
          </p:nvPr>
        </p:nvSpPr>
        <p:spPr>
          <a:xfrm>
            <a:off x="3154659" y="1066100"/>
            <a:ext cx="530400" cy="530400"/>
          </a:xfrm>
          <a:prstGeom prst="rect">
            <a:avLst/>
          </a:prstGeom>
          <a:noFill/>
          <a:ln>
            <a:noFill/>
          </a:ln>
        </p:spPr>
      </p:sp>
      <p:sp>
        <p:nvSpPr>
          <p:cNvPr id="538" name="Google Shape;538;p60"/>
          <p:cNvSpPr txBox="1"/>
          <p:nvPr>
            <p:ph idx="9" type="subTitle"/>
          </p:nvPr>
        </p:nvSpPr>
        <p:spPr>
          <a:xfrm>
            <a:off x="6750600" y="2193728"/>
            <a:ext cx="20262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000"/>
              <a:buNone/>
              <a:defRPr sz="1000"/>
            </a:lvl1pPr>
            <a:lvl2pPr lvl="1" algn="l">
              <a:lnSpc>
                <a:spcPct val="115000"/>
              </a:lnSpc>
              <a:spcBef>
                <a:spcPts val="0"/>
              </a:spcBef>
              <a:spcAft>
                <a:spcPts val="0"/>
              </a:spcAft>
              <a:buSzPts val="1000"/>
              <a:buNone/>
              <a:defRPr sz="1000"/>
            </a:lvl2pPr>
            <a:lvl3pPr lvl="2" algn="l">
              <a:lnSpc>
                <a:spcPct val="115000"/>
              </a:lnSpc>
              <a:spcBef>
                <a:spcPts val="0"/>
              </a:spcBef>
              <a:spcAft>
                <a:spcPts val="0"/>
              </a:spcAft>
              <a:buSzPts val="1000"/>
              <a:buNone/>
              <a:defRPr sz="1000"/>
            </a:lvl3pPr>
            <a:lvl4pPr lvl="3" algn="l">
              <a:lnSpc>
                <a:spcPct val="115000"/>
              </a:lnSpc>
              <a:spcBef>
                <a:spcPts val="0"/>
              </a:spcBef>
              <a:spcAft>
                <a:spcPts val="0"/>
              </a:spcAft>
              <a:buSzPts val="1000"/>
              <a:buNone/>
              <a:defRPr sz="1000"/>
            </a:lvl4pPr>
            <a:lvl5pPr lvl="4" algn="l">
              <a:lnSpc>
                <a:spcPct val="115000"/>
              </a:lnSpc>
              <a:spcBef>
                <a:spcPts val="0"/>
              </a:spcBef>
              <a:spcAft>
                <a:spcPts val="0"/>
              </a:spcAft>
              <a:buSzPts val="1000"/>
              <a:buNone/>
              <a:defRPr sz="1000"/>
            </a:lvl5pPr>
            <a:lvl6pPr lvl="5" algn="l">
              <a:lnSpc>
                <a:spcPct val="115000"/>
              </a:lnSpc>
              <a:spcBef>
                <a:spcPts val="0"/>
              </a:spcBef>
              <a:spcAft>
                <a:spcPts val="0"/>
              </a:spcAft>
              <a:buSzPts val="1000"/>
              <a:buNone/>
              <a:defRPr sz="1000"/>
            </a:lvl6pPr>
            <a:lvl7pPr lvl="6" algn="l">
              <a:lnSpc>
                <a:spcPct val="115000"/>
              </a:lnSpc>
              <a:spcBef>
                <a:spcPts val="0"/>
              </a:spcBef>
              <a:spcAft>
                <a:spcPts val="0"/>
              </a:spcAft>
              <a:buSzPts val="1000"/>
              <a:buNone/>
              <a:defRPr sz="1000"/>
            </a:lvl7pPr>
            <a:lvl8pPr lvl="7" algn="l">
              <a:lnSpc>
                <a:spcPct val="115000"/>
              </a:lnSpc>
              <a:spcBef>
                <a:spcPts val="0"/>
              </a:spcBef>
              <a:spcAft>
                <a:spcPts val="0"/>
              </a:spcAft>
              <a:buSzPts val="1000"/>
              <a:buNone/>
              <a:defRPr sz="1000"/>
            </a:lvl8pPr>
            <a:lvl9pPr lvl="8" algn="l">
              <a:lnSpc>
                <a:spcPct val="115000"/>
              </a:lnSpc>
              <a:spcBef>
                <a:spcPts val="0"/>
              </a:spcBef>
              <a:spcAft>
                <a:spcPts val="0"/>
              </a:spcAft>
              <a:buSzPts val="1000"/>
              <a:buNone/>
              <a:defRPr sz="1000"/>
            </a:lvl9pPr>
          </a:lstStyle>
          <a:p/>
        </p:txBody>
      </p:sp>
      <p:sp>
        <p:nvSpPr>
          <p:cNvPr id="539" name="Google Shape;539;p60"/>
          <p:cNvSpPr txBox="1"/>
          <p:nvPr>
            <p:ph idx="13" type="subTitle"/>
          </p:nvPr>
        </p:nvSpPr>
        <p:spPr>
          <a:xfrm>
            <a:off x="6750600" y="1964514"/>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800"/>
              <a:buNone/>
              <a:defRPr sz="800"/>
            </a:lvl2pPr>
            <a:lvl3pPr lvl="2" algn="l">
              <a:lnSpc>
                <a:spcPct val="115000"/>
              </a:lnSpc>
              <a:spcBef>
                <a:spcPts val="0"/>
              </a:spcBef>
              <a:spcAft>
                <a:spcPts val="0"/>
              </a:spcAft>
              <a:buSzPts val="800"/>
              <a:buNone/>
              <a:defRPr sz="800"/>
            </a:lvl3pPr>
            <a:lvl4pPr lvl="3" algn="l">
              <a:lnSpc>
                <a:spcPct val="115000"/>
              </a:lnSpc>
              <a:spcBef>
                <a:spcPts val="0"/>
              </a:spcBef>
              <a:spcAft>
                <a:spcPts val="0"/>
              </a:spcAft>
              <a:buSzPts val="800"/>
              <a:buNone/>
              <a:defRPr sz="800"/>
            </a:lvl4pPr>
            <a:lvl5pPr lvl="4" algn="l">
              <a:lnSpc>
                <a:spcPct val="115000"/>
              </a:lnSpc>
              <a:spcBef>
                <a:spcPts val="0"/>
              </a:spcBef>
              <a:spcAft>
                <a:spcPts val="0"/>
              </a:spcAft>
              <a:buSzPts val="800"/>
              <a:buNone/>
              <a:defRPr sz="800"/>
            </a:lvl5pPr>
            <a:lvl6pPr lvl="5" algn="l">
              <a:lnSpc>
                <a:spcPct val="115000"/>
              </a:lnSpc>
              <a:spcBef>
                <a:spcPts val="0"/>
              </a:spcBef>
              <a:spcAft>
                <a:spcPts val="0"/>
              </a:spcAft>
              <a:buSzPts val="800"/>
              <a:buNone/>
              <a:defRPr sz="800"/>
            </a:lvl6pPr>
            <a:lvl7pPr lvl="6" algn="l">
              <a:lnSpc>
                <a:spcPct val="115000"/>
              </a:lnSpc>
              <a:spcBef>
                <a:spcPts val="0"/>
              </a:spcBef>
              <a:spcAft>
                <a:spcPts val="0"/>
              </a:spcAft>
              <a:buSzPts val="800"/>
              <a:buNone/>
              <a:defRPr sz="800"/>
            </a:lvl7pPr>
            <a:lvl8pPr lvl="7" algn="l">
              <a:lnSpc>
                <a:spcPct val="115000"/>
              </a:lnSpc>
              <a:spcBef>
                <a:spcPts val="0"/>
              </a:spcBef>
              <a:spcAft>
                <a:spcPts val="0"/>
              </a:spcAft>
              <a:buSzPts val="800"/>
              <a:buNone/>
              <a:defRPr sz="800"/>
            </a:lvl8pPr>
            <a:lvl9pPr lvl="8" algn="l">
              <a:lnSpc>
                <a:spcPct val="115000"/>
              </a:lnSpc>
              <a:spcBef>
                <a:spcPts val="0"/>
              </a:spcBef>
              <a:spcAft>
                <a:spcPts val="0"/>
              </a:spcAft>
              <a:buSzPts val="800"/>
              <a:buNone/>
              <a:defRPr sz="800"/>
            </a:lvl9pPr>
          </a:lstStyle>
          <a:p/>
        </p:txBody>
      </p:sp>
      <p:sp>
        <p:nvSpPr>
          <p:cNvPr id="540" name="Google Shape;540;p60"/>
          <p:cNvSpPr txBox="1"/>
          <p:nvPr>
            <p:ph idx="14" type="subTitle"/>
          </p:nvPr>
        </p:nvSpPr>
        <p:spPr>
          <a:xfrm>
            <a:off x="6750600" y="2337664"/>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1pPr>
            <a:lvl2pPr lvl="1"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2pPr>
            <a:lvl3pPr lvl="2"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3pPr>
            <a:lvl4pPr lvl="3"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4pPr>
            <a:lvl5pPr lvl="4"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5pPr>
            <a:lvl6pPr lvl="5"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6pPr>
            <a:lvl7pPr lvl="6"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7pPr>
            <a:lvl8pPr lvl="7"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8pPr>
            <a:lvl9pPr lvl="8"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541" name="Google Shape;541;p60"/>
          <p:cNvSpPr/>
          <p:nvPr>
            <p:ph idx="15" type="pic"/>
          </p:nvPr>
        </p:nvSpPr>
        <p:spPr>
          <a:xfrm>
            <a:off x="6080709" y="1975864"/>
            <a:ext cx="530400" cy="530400"/>
          </a:xfrm>
          <a:prstGeom prst="rect">
            <a:avLst/>
          </a:prstGeom>
          <a:noFill/>
          <a:ln>
            <a:noFill/>
          </a:ln>
        </p:spPr>
      </p:sp>
      <p:sp>
        <p:nvSpPr>
          <p:cNvPr id="542" name="Google Shape;542;p60"/>
          <p:cNvSpPr txBox="1"/>
          <p:nvPr>
            <p:ph idx="16" type="subTitle"/>
          </p:nvPr>
        </p:nvSpPr>
        <p:spPr>
          <a:xfrm>
            <a:off x="3824550" y="2193728"/>
            <a:ext cx="20262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000"/>
              <a:buNone/>
              <a:defRPr sz="1000"/>
            </a:lvl1pPr>
            <a:lvl2pPr lvl="1" algn="l">
              <a:lnSpc>
                <a:spcPct val="115000"/>
              </a:lnSpc>
              <a:spcBef>
                <a:spcPts val="0"/>
              </a:spcBef>
              <a:spcAft>
                <a:spcPts val="0"/>
              </a:spcAft>
              <a:buSzPts val="1000"/>
              <a:buNone/>
              <a:defRPr sz="1000"/>
            </a:lvl2pPr>
            <a:lvl3pPr lvl="2" algn="l">
              <a:lnSpc>
                <a:spcPct val="115000"/>
              </a:lnSpc>
              <a:spcBef>
                <a:spcPts val="0"/>
              </a:spcBef>
              <a:spcAft>
                <a:spcPts val="0"/>
              </a:spcAft>
              <a:buSzPts val="1000"/>
              <a:buNone/>
              <a:defRPr sz="1000"/>
            </a:lvl3pPr>
            <a:lvl4pPr lvl="3" algn="l">
              <a:lnSpc>
                <a:spcPct val="115000"/>
              </a:lnSpc>
              <a:spcBef>
                <a:spcPts val="0"/>
              </a:spcBef>
              <a:spcAft>
                <a:spcPts val="0"/>
              </a:spcAft>
              <a:buSzPts val="1000"/>
              <a:buNone/>
              <a:defRPr sz="1000"/>
            </a:lvl4pPr>
            <a:lvl5pPr lvl="4" algn="l">
              <a:lnSpc>
                <a:spcPct val="115000"/>
              </a:lnSpc>
              <a:spcBef>
                <a:spcPts val="0"/>
              </a:spcBef>
              <a:spcAft>
                <a:spcPts val="0"/>
              </a:spcAft>
              <a:buSzPts val="1000"/>
              <a:buNone/>
              <a:defRPr sz="1000"/>
            </a:lvl5pPr>
            <a:lvl6pPr lvl="5" algn="l">
              <a:lnSpc>
                <a:spcPct val="115000"/>
              </a:lnSpc>
              <a:spcBef>
                <a:spcPts val="0"/>
              </a:spcBef>
              <a:spcAft>
                <a:spcPts val="0"/>
              </a:spcAft>
              <a:buSzPts val="1000"/>
              <a:buNone/>
              <a:defRPr sz="1000"/>
            </a:lvl6pPr>
            <a:lvl7pPr lvl="6" algn="l">
              <a:lnSpc>
                <a:spcPct val="115000"/>
              </a:lnSpc>
              <a:spcBef>
                <a:spcPts val="0"/>
              </a:spcBef>
              <a:spcAft>
                <a:spcPts val="0"/>
              </a:spcAft>
              <a:buSzPts val="1000"/>
              <a:buNone/>
              <a:defRPr sz="1000"/>
            </a:lvl7pPr>
            <a:lvl8pPr lvl="7" algn="l">
              <a:lnSpc>
                <a:spcPct val="115000"/>
              </a:lnSpc>
              <a:spcBef>
                <a:spcPts val="0"/>
              </a:spcBef>
              <a:spcAft>
                <a:spcPts val="0"/>
              </a:spcAft>
              <a:buSzPts val="1000"/>
              <a:buNone/>
              <a:defRPr sz="1000"/>
            </a:lvl8pPr>
            <a:lvl9pPr lvl="8" algn="l">
              <a:lnSpc>
                <a:spcPct val="115000"/>
              </a:lnSpc>
              <a:spcBef>
                <a:spcPts val="0"/>
              </a:spcBef>
              <a:spcAft>
                <a:spcPts val="0"/>
              </a:spcAft>
              <a:buSzPts val="1000"/>
              <a:buNone/>
              <a:defRPr sz="1000"/>
            </a:lvl9pPr>
          </a:lstStyle>
          <a:p/>
        </p:txBody>
      </p:sp>
      <p:sp>
        <p:nvSpPr>
          <p:cNvPr id="543" name="Google Shape;543;p60"/>
          <p:cNvSpPr txBox="1"/>
          <p:nvPr>
            <p:ph idx="17" type="subTitle"/>
          </p:nvPr>
        </p:nvSpPr>
        <p:spPr>
          <a:xfrm>
            <a:off x="3824550" y="1964514"/>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800"/>
              <a:buNone/>
              <a:defRPr sz="800"/>
            </a:lvl2pPr>
            <a:lvl3pPr lvl="2" algn="l">
              <a:lnSpc>
                <a:spcPct val="115000"/>
              </a:lnSpc>
              <a:spcBef>
                <a:spcPts val="0"/>
              </a:spcBef>
              <a:spcAft>
                <a:spcPts val="0"/>
              </a:spcAft>
              <a:buSzPts val="800"/>
              <a:buNone/>
              <a:defRPr sz="800"/>
            </a:lvl3pPr>
            <a:lvl4pPr lvl="3" algn="l">
              <a:lnSpc>
                <a:spcPct val="115000"/>
              </a:lnSpc>
              <a:spcBef>
                <a:spcPts val="0"/>
              </a:spcBef>
              <a:spcAft>
                <a:spcPts val="0"/>
              </a:spcAft>
              <a:buSzPts val="800"/>
              <a:buNone/>
              <a:defRPr sz="800"/>
            </a:lvl4pPr>
            <a:lvl5pPr lvl="4" algn="l">
              <a:lnSpc>
                <a:spcPct val="115000"/>
              </a:lnSpc>
              <a:spcBef>
                <a:spcPts val="0"/>
              </a:spcBef>
              <a:spcAft>
                <a:spcPts val="0"/>
              </a:spcAft>
              <a:buSzPts val="800"/>
              <a:buNone/>
              <a:defRPr sz="800"/>
            </a:lvl5pPr>
            <a:lvl6pPr lvl="5" algn="l">
              <a:lnSpc>
                <a:spcPct val="115000"/>
              </a:lnSpc>
              <a:spcBef>
                <a:spcPts val="0"/>
              </a:spcBef>
              <a:spcAft>
                <a:spcPts val="0"/>
              </a:spcAft>
              <a:buSzPts val="800"/>
              <a:buNone/>
              <a:defRPr sz="800"/>
            </a:lvl6pPr>
            <a:lvl7pPr lvl="6" algn="l">
              <a:lnSpc>
                <a:spcPct val="115000"/>
              </a:lnSpc>
              <a:spcBef>
                <a:spcPts val="0"/>
              </a:spcBef>
              <a:spcAft>
                <a:spcPts val="0"/>
              </a:spcAft>
              <a:buSzPts val="800"/>
              <a:buNone/>
              <a:defRPr sz="800"/>
            </a:lvl7pPr>
            <a:lvl8pPr lvl="7" algn="l">
              <a:lnSpc>
                <a:spcPct val="115000"/>
              </a:lnSpc>
              <a:spcBef>
                <a:spcPts val="0"/>
              </a:spcBef>
              <a:spcAft>
                <a:spcPts val="0"/>
              </a:spcAft>
              <a:buSzPts val="800"/>
              <a:buNone/>
              <a:defRPr sz="800"/>
            </a:lvl8pPr>
            <a:lvl9pPr lvl="8" algn="l">
              <a:lnSpc>
                <a:spcPct val="115000"/>
              </a:lnSpc>
              <a:spcBef>
                <a:spcPts val="0"/>
              </a:spcBef>
              <a:spcAft>
                <a:spcPts val="0"/>
              </a:spcAft>
              <a:buSzPts val="800"/>
              <a:buNone/>
              <a:defRPr sz="800"/>
            </a:lvl9pPr>
          </a:lstStyle>
          <a:p/>
        </p:txBody>
      </p:sp>
      <p:sp>
        <p:nvSpPr>
          <p:cNvPr id="544" name="Google Shape;544;p60"/>
          <p:cNvSpPr txBox="1"/>
          <p:nvPr>
            <p:ph idx="18" type="subTitle"/>
          </p:nvPr>
        </p:nvSpPr>
        <p:spPr>
          <a:xfrm>
            <a:off x="3824550" y="2337664"/>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1pPr>
            <a:lvl2pPr lvl="1"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2pPr>
            <a:lvl3pPr lvl="2"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3pPr>
            <a:lvl4pPr lvl="3"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4pPr>
            <a:lvl5pPr lvl="4"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5pPr>
            <a:lvl6pPr lvl="5"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6pPr>
            <a:lvl7pPr lvl="6"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7pPr>
            <a:lvl8pPr lvl="7"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8pPr>
            <a:lvl9pPr lvl="8"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545" name="Google Shape;545;p60"/>
          <p:cNvSpPr/>
          <p:nvPr>
            <p:ph idx="19" type="pic"/>
          </p:nvPr>
        </p:nvSpPr>
        <p:spPr>
          <a:xfrm>
            <a:off x="3154659" y="1975864"/>
            <a:ext cx="530400" cy="530400"/>
          </a:xfrm>
          <a:prstGeom prst="rect">
            <a:avLst/>
          </a:prstGeom>
          <a:noFill/>
          <a:ln>
            <a:noFill/>
          </a:ln>
        </p:spPr>
      </p:sp>
      <p:sp>
        <p:nvSpPr>
          <p:cNvPr id="546" name="Google Shape;546;p60"/>
          <p:cNvSpPr txBox="1"/>
          <p:nvPr>
            <p:ph idx="20" type="subTitle"/>
          </p:nvPr>
        </p:nvSpPr>
        <p:spPr>
          <a:xfrm>
            <a:off x="6750600" y="3101715"/>
            <a:ext cx="20262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000"/>
              <a:buNone/>
              <a:defRPr sz="1000"/>
            </a:lvl1pPr>
            <a:lvl2pPr lvl="1" algn="l">
              <a:lnSpc>
                <a:spcPct val="115000"/>
              </a:lnSpc>
              <a:spcBef>
                <a:spcPts val="0"/>
              </a:spcBef>
              <a:spcAft>
                <a:spcPts val="0"/>
              </a:spcAft>
              <a:buSzPts val="1000"/>
              <a:buNone/>
              <a:defRPr sz="1000"/>
            </a:lvl2pPr>
            <a:lvl3pPr lvl="2" algn="l">
              <a:lnSpc>
                <a:spcPct val="115000"/>
              </a:lnSpc>
              <a:spcBef>
                <a:spcPts val="0"/>
              </a:spcBef>
              <a:spcAft>
                <a:spcPts val="0"/>
              </a:spcAft>
              <a:buSzPts val="1000"/>
              <a:buNone/>
              <a:defRPr sz="1000"/>
            </a:lvl3pPr>
            <a:lvl4pPr lvl="3" algn="l">
              <a:lnSpc>
                <a:spcPct val="115000"/>
              </a:lnSpc>
              <a:spcBef>
                <a:spcPts val="0"/>
              </a:spcBef>
              <a:spcAft>
                <a:spcPts val="0"/>
              </a:spcAft>
              <a:buSzPts val="1000"/>
              <a:buNone/>
              <a:defRPr sz="1000"/>
            </a:lvl4pPr>
            <a:lvl5pPr lvl="4" algn="l">
              <a:lnSpc>
                <a:spcPct val="115000"/>
              </a:lnSpc>
              <a:spcBef>
                <a:spcPts val="0"/>
              </a:spcBef>
              <a:spcAft>
                <a:spcPts val="0"/>
              </a:spcAft>
              <a:buSzPts val="1000"/>
              <a:buNone/>
              <a:defRPr sz="1000"/>
            </a:lvl5pPr>
            <a:lvl6pPr lvl="5" algn="l">
              <a:lnSpc>
                <a:spcPct val="115000"/>
              </a:lnSpc>
              <a:spcBef>
                <a:spcPts val="0"/>
              </a:spcBef>
              <a:spcAft>
                <a:spcPts val="0"/>
              </a:spcAft>
              <a:buSzPts val="1000"/>
              <a:buNone/>
              <a:defRPr sz="1000"/>
            </a:lvl6pPr>
            <a:lvl7pPr lvl="6" algn="l">
              <a:lnSpc>
                <a:spcPct val="115000"/>
              </a:lnSpc>
              <a:spcBef>
                <a:spcPts val="0"/>
              </a:spcBef>
              <a:spcAft>
                <a:spcPts val="0"/>
              </a:spcAft>
              <a:buSzPts val="1000"/>
              <a:buNone/>
              <a:defRPr sz="1000"/>
            </a:lvl7pPr>
            <a:lvl8pPr lvl="7" algn="l">
              <a:lnSpc>
                <a:spcPct val="115000"/>
              </a:lnSpc>
              <a:spcBef>
                <a:spcPts val="0"/>
              </a:spcBef>
              <a:spcAft>
                <a:spcPts val="0"/>
              </a:spcAft>
              <a:buSzPts val="1000"/>
              <a:buNone/>
              <a:defRPr sz="1000"/>
            </a:lvl8pPr>
            <a:lvl9pPr lvl="8" algn="l">
              <a:lnSpc>
                <a:spcPct val="115000"/>
              </a:lnSpc>
              <a:spcBef>
                <a:spcPts val="0"/>
              </a:spcBef>
              <a:spcAft>
                <a:spcPts val="0"/>
              </a:spcAft>
              <a:buSzPts val="1000"/>
              <a:buNone/>
              <a:defRPr sz="1000"/>
            </a:lvl9pPr>
          </a:lstStyle>
          <a:p/>
        </p:txBody>
      </p:sp>
      <p:sp>
        <p:nvSpPr>
          <p:cNvPr id="547" name="Google Shape;547;p60"/>
          <p:cNvSpPr txBox="1"/>
          <p:nvPr>
            <p:ph idx="21" type="subTitle"/>
          </p:nvPr>
        </p:nvSpPr>
        <p:spPr>
          <a:xfrm>
            <a:off x="6750600" y="2872502"/>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800"/>
              <a:buNone/>
              <a:defRPr sz="800"/>
            </a:lvl2pPr>
            <a:lvl3pPr lvl="2" algn="l">
              <a:lnSpc>
                <a:spcPct val="115000"/>
              </a:lnSpc>
              <a:spcBef>
                <a:spcPts val="0"/>
              </a:spcBef>
              <a:spcAft>
                <a:spcPts val="0"/>
              </a:spcAft>
              <a:buSzPts val="800"/>
              <a:buNone/>
              <a:defRPr sz="800"/>
            </a:lvl3pPr>
            <a:lvl4pPr lvl="3" algn="l">
              <a:lnSpc>
                <a:spcPct val="115000"/>
              </a:lnSpc>
              <a:spcBef>
                <a:spcPts val="0"/>
              </a:spcBef>
              <a:spcAft>
                <a:spcPts val="0"/>
              </a:spcAft>
              <a:buSzPts val="800"/>
              <a:buNone/>
              <a:defRPr sz="800"/>
            </a:lvl4pPr>
            <a:lvl5pPr lvl="4" algn="l">
              <a:lnSpc>
                <a:spcPct val="115000"/>
              </a:lnSpc>
              <a:spcBef>
                <a:spcPts val="0"/>
              </a:spcBef>
              <a:spcAft>
                <a:spcPts val="0"/>
              </a:spcAft>
              <a:buSzPts val="800"/>
              <a:buNone/>
              <a:defRPr sz="800"/>
            </a:lvl5pPr>
            <a:lvl6pPr lvl="5" algn="l">
              <a:lnSpc>
                <a:spcPct val="115000"/>
              </a:lnSpc>
              <a:spcBef>
                <a:spcPts val="0"/>
              </a:spcBef>
              <a:spcAft>
                <a:spcPts val="0"/>
              </a:spcAft>
              <a:buSzPts val="800"/>
              <a:buNone/>
              <a:defRPr sz="800"/>
            </a:lvl6pPr>
            <a:lvl7pPr lvl="6" algn="l">
              <a:lnSpc>
                <a:spcPct val="115000"/>
              </a:lnSpc>
              <a:spcBef>
                <a:spcPts val="0"/>
              </a:spcBef>
              <a:spcAft>
                <a:spcPts val="0"/>
              </a:spcAft>
              <a:buSzPts val="800"/>
              <a:buNone/>
              <a:defRPr sz="800"/>
            </a:lvl7pPr>
            <a:lvl8pPr lvl="7" algn="l">
              <a:lnSpc>
                <a:spcPct val="115000"/>
              </a:lnSpc>
              <a:spcBef>
                <a:spcPts val="0"/>
              </a:spcBef>
              <a:spcAft>
                <a:spcPts val="0"/>
              </a:spcAft>
              <a:buSzPts val="800"/>
              <a:buNone/>
              <a:defRPr sz="800"/>
            </a:lvl8pPr>
            <a:lvl9pPr lvl="8" algn="l">
              <a:lnSpc>
                <a:spcPct val="115000"/>
              </a:lnSpc>
              <a:spcBef>
                <a:spcPts val="0"/>
              </a:spcBef>
              <a:spcAft>
                <a:spcPts val="0"/>
              </a:spcAft>
              <a:buSzPts val="800"/>
              <a:buNone/>
              <a:defRPr sz="800"/>
            </a:lvl9pPr>
          </a:lstStyle>
          <a:p/>
        </p:txBody>
      </p:sp>
      <p:sp>
        <p:nvSpPr>
          <p:cNvPr id="548" name="Google Shape;548;p60"/>
          <p:cNvSpPr txBox="1"/>
          <p:nvPr>
            <p:ph idx="22" type="subTitle"/>
          </p:nvPr>
        </p:nvSpPr>
        <p:spPr>
          <a:xfrm>
            <a:off x="6750600" y="3245652"/>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1pPr>
            <a:lvl2pPr lvl="1"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2pPr>
            <a:lvl3pPr lvl="2"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3pPr>
            <a:lvl4pPr lvl="3"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4pPr>
            <a:lvl5pPr lvl="4"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5pPr>
            <a:lvl6pPr lvl="5"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6pPr>
            <a:lvl7pPr lvl="6"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7pPr>
            <a:lvl8pPr lvl="7"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8pPr>
            <a:lvl9pPr lvl="8"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549" name="Google Shape;549;p60"/>
          <p:cNvSpPr/>
          <p:nvPr>
            <p:ph idx="23" type="pic"/>
          </p:nvPr>
        </p:nvSpPr>
        <p:spPr>
          <a:xfrm>
            <a:off x="6080709" y="2883852"/>
            <a:ext cx="530400" cy="530400"/>
          </a:xfrm>
          <a:prstGeom prst="rect">
            <a:avLst/>
          </a:prstGeom>
          <a:noFill/>
          <a:ln>
            <a:noFill/>
          </a:ln>
        </p:spPr>
      </p:sp>
      <p:sp>
        <p:nvSpPr>
          <p:cNvPr id="550" name="Google Shape;550;p60"/>
          <p:cNvSpPr txBox="1"/>
          <p:nvPr>
            <p:ph idx="24" type="subTitle"/>
          </p:nvPr>
        </p:nvSpPr>
        <p:spPr>
          <a:xfrm>
            <a:off x="3824550" y="3101715"/>
            <a:ext cx="20262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000"/>
              <a:buNone/>
              <a:defRPr sz="1000"/>
            </a:lvl1pPr>
            <a:lvl2pPr lvl="1" algn="l">
              <a:lnSpc>
                <a:spcPct val="115000"/>
              </a:lnSpc>
              <a:spcBef>
                <a:spcPts val="0"/>
              </a:spcBef>
              <a:spcAft>
                <a:spcPts val="0"/>
              </a:spcAft>
              <a:buSzPts val="1000"/>
              <a:buNone/>
              <a:defRPr sz="1000"/>
            </a:lvl2pPr>
            <a:lvl3pPr lvl="2" algn="l">
              <a:lnSpc>
                <a:spcPct val="115000"/>
              </a:lnSpc>
              <a:spcBef>
                <a:spcPts val="0"/>
              </a:spcBef>
              <a:spcAft>
                <a:spcPts val="0"/>
              </a:spcAft>
              <a:buSzPts val="1000"/>
              <a:buNone/>
              <a:defRPr sz="1000"/>
            </a:lvl3pPr>
            <a:lvl4pPr lvl="3" algn="l">
              <a:lnSpc>
                <a:spcPct val="115000"/>
              </a:lnSpc>
              <a:spcBef>
                <a:spcPts val="0"/>
              </a:spcBef>
              <a:spcAft>
                <a:spcPts val="0"/>
              </a:spcAft>
              <a:buSzPts val="1000"/>
              <a:buNone/>
              <a:defRPr sz="1000"/>
            </a:lvl4pPr>
            <a:lvl5pPr lvl="4" algn="l">
              <a:lnSpc>
                <a:spcPct val="115000"/>
              </a:lnSpc>
              <a:spcBef>
                <a:spcPts val="0"/>
              </a:spcBef>
              <a:spcAft>
                <a:spcPts val="0"/>
              </a:spcAft>
              <a:buSzPts val="1000"/>
              <a:buNone/>
              <a:defRPr sz="1000"/>
            </a:lvl5pPr>
            <a:lvl6pPr lvl="5" algn="l">
              <a:lnSpc>
                <a:spcPct val="115000"/>
              </a:lnSpc>
              <a:spcBef>
                <a:spcPts val="0"/>
              </a:spcBef>
              <a:spcAft>
                <a:spcPts val="0"/>
              </a:spcAft>
              <a:buSzPts val="1000"/>
              <a:buNone/>
              <a:defRPr sz="1000"/>
            </a:lvl6pPr>
            <a:lvl7pPr lvl="6" algn="l">
              <a:lnSpc>
                <a:spcPct val="115000"/>
              </a:lnSpc>
              <a:spcBef>
                <a:spcPts val="0"/>
              </a:spcBef>
              <a:spcAft>
                <a:spcPts val="0"/>
              </a:spcAft>
              <a:buSzPts val="1000"/>
              <a:buNone/>
              <a:defRPr sz="1000"/>
            </a:lvl7pPr>
            <a:lvl8pPr lvl="7" algn="l">
              <a:lnSpc>
                <a:spcPct val="115000"/>
              </a:lnSpc>
              <a:spcBef>
                <a:spcPts val="0"/>
              </a:spcBef>
              <a:spcAft>
                <a:spcPts val="0"/>
              </a:spcAft>
              <a:buSzPts val="1000"/>
              <a:buNone/>
              <a:defRPr sz="1000"/>
            </a:lvl8pPr>
            <a:lvl9pPr lvl="8" algn="l">
              <a:lnSpc>
                <a:spcPct val="115000"/>
              </a:lnSpc>
              <a:spcBef>
                <a:spcPts val="0"/>
              </a:spcBef>
              <a:spcAft>
                <a:spcPts val="0"/>
              </a:spcAft>
              <a:buSzPts val="1000"/>
              <a:buNone/>
              <a:defRPr sz="1000"/>
            </a:lvl9pPr>
          </a:lstStyle>
          <a:p/>
        </p:txBody>
      </p:sp>
      <p:sp>
        <p:nvSpPr>
          <p:cNvPr id="551" name="Google Shape;551;p60"/>
          <p:cNvSpPr txBox="1"/>
          <p:nvPr>
            <p:ph idx="25" type="subTitle"/>
          </p:nvPr>
        </p:nvSpPr>
        <p:spPr>
          <a:xfrm>
            <a:off x="3824550" y="2872502"/>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800"/>
              <a:buNone/>
              <a:defRPr sz="800"/>
            </a:lvl2pPr>
            <a:lvl3pPr lvl="2" algn="l">
              <a:lnSpc>
                <a:spcPct val="115000"/>
              </a:lnSpc>
              <a:spcBef>
                <a:spcPts val="0"/>
              </a:spcBef>
              <a:spcAft>
                <a:spcPts val="0"/>
              </a:spcAft>
              <a:buSzPts val="800"/>
              <a:buNone/>
              <a:defRPr sz="800"/>
            </a:lvl3pPr>
            <a:lvl4pPr lvl="3" algn="l">
              <a:lnSpc>
                <a:spcPct val="115000"/>
              </a:lnSpc>
              <a:spcBef>
                <a:spcPts val="0"/>
              </a:spcBef>
              <a:spcAft>
                <a:spcPts val="0"/>
              </a:spcAft>
              <a:buSzPts val="800"/>
              <a:buNone/>
              <a:defRPr sz="800"/>
            </a:lvl4pPr>
            <a:lvl5pPr lvl="4" algn="l">
              <a:lnSpc>
                <a:spcPct val="115000"/>
              </a:lnSpc>
              <a:spcBef>
                <a:spcPts val="0"/>
              </a:spcBef>
              <a:spcAft>
                <a:spcPts val="0"/>
              </a:spcAft>
              <a:buSzPts val="800"/>
              <a:buNone/>
              <a:defRPr sz="800"/>
            </a:lvl5pPr>
            <a:lvl6pPr lvl="5" algn="l">
              <a:lnSpc>
                <a:spcPct val="115000"/>
              </a:lnSpc>
              <a:spcBef>
                <a:spcPts val="0"/>
              </a:spcBef>
              <a:spcAft>
                <a:spcPts val="0"/>
              </a:spcAft>
              <a:buSzPts val="800"/>
              <a:buNone/>
              <a:defRPr sz="800"/>
            </a:lvl6pPr>
            <a:lvl7pPr lvl="6" algn="l">
              <a:lnSpc>
                <a:spcPct val="115000"/>
              </a:lnSpc>
              <a:spcBef>
                <a:spcPts val="0"/>
              </a:spcBef>
              <a:spcAft>
                <a:spcPts val="0"/>
              </a:spcAft>
              <a:buSzPts val="800"/>
              <a:buNone/>
              <a:defRPr sz="800"/>
            </a:lvl7pPr>
            <a:lvl8pPr lvl="7" algn="l">
              <a:lnSpc>
                <a:spcPct val="115000"/>
              </a:lnSpc>
              <a:spcBef>
                <a:spcPts val="0"/>
              </a:spcBef>
              <a:spcAft>
                <a:spcPts val="0"/>
              </a:spcAft>
              <a:buSzPts val="800"/>
              <a:buNone/>
              <a:defRPr sz="800"/>
            </a:lvl8pPr>
            <a:lvl9pPr lvl="8" algn="l">
              <a:lnSpc>
                <a:spcPct val="115000"/>
              </a:lnSpc>
              <a:spcBef>
                <a:spcPts val="0"/>
              </a:spcBef>
              <a:spcAft>
                <a:spcPts val="0"/>
              </a:spcAft>
              <a:buSzPts val="800"/>
              <a:buNone/>
              <a:defRPr sz="800"/>
            </a:lvl9pPr>
          </a:lstStyle>
          <a:p/>
        </p:txBody>
      </p:sp>
      <p:sp>
        <p:nvSpPr>
          <p:cNvPr id="552" name="Google Shape;552;p60"/>
          <p:cNvSpPr txBox="1"/>
          <p:nvPr>
            <p:ph idx="26" type="subTitle"/>
          </p:nvPr>
        </p:nvSpPr>
        <p:spPr>
          <a:xfrm>
            <a:off x="3824550" y="3245652"/>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1pPr>
            <a:lvl2pPr lvl="1"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2pPr>
            <a:lvl3pPr lvl="2"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3pPr>
            <a:lvl4pPr lvl="3"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4pPr>
            <a:lvl5pPr lvl="4"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5pPr>
            <a:lvl6pPr lvl="5"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6pPr>
            <a:lvl7pPr lvl="6"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7pPr>
            <a:lvl8pPr lvl="7"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8pPr>
            <a:lvl9pPr lvl="8"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553" name="Google Shape;553;p60"/>
          <p:cNvSpPr/>
          <p:nvPr>
            <p:ph idx="27" type="pic"/>
          </p:nvPr>
        </p:nvSpPr>
        <p:spPr>
          <a:xfrm>
            <a:off x="3154659" y="2883852"/>
            <a:ext cx="530400" cy="530400"/>
          </a:xfrm>
          <a:prstGeom prst="rect">
            <a:avLst/>
          </a:prstGeom>
          <a:noFill/>
          <a:ln>
            <a:noFill/>
          </a:ln>
        </p:spPr>
      </p:sp>
      <p:sp>
        <p:nvSpPr>
          <p:cNvPr id="554" name="Google Shape;554;p60"/>
          <p:cNvSpPr txBox="1"/>
          <p:nvPr>
            <p:ph idx="28" type="subTitle"/>
          </p:nvPr>
        </p:nvSpPr>
        <p:spPr>
          <a:xfrm>
            <a:off x="6750600" y="4022919"/>
            <a:ext cx="20262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000"/>
              <a:buNone/>
              <a:defRPr sz="1000"/>
            </a:lvl1pPr>
            <a:lvl2pPr lvl="1" algn="l">
              <a:lnSpc>
                <a:spcPct val="115000"/>
              </a:lnSpc>
              <a:spcBef>
                <a:spcPts val="0"/>
              </a:spcBef>
              <a:spcAft>
                <a:spcPts val="0"/>
              </a:spcAft>
              <a:buSzPts val="1000"/>
              <a:buNone/>
              <a:defRPr sz="1000"/>
            </a:lvl2pPr>
            <a:lvl3pPr lvl="2" algn="l">
              <a:lnSpc>
                <a:spcPct val="115000"/>
              </a:lnSpc>
              <a:spcBef>
                <a:spcPts val="0"/>
              </a:spcBef>
              <a:spcAft>
                <a:spcPts val="0"/>
              </a:spcAft>
              <a:buSzPts val="1000"/>
              <a:buNone/>
              <a:defRPr sz="1000"/>
            </a:lvl3pPr>
            <a:lvl4pPr lvl="3" algn="l">
              <a:lnSpc>
                <a:spcPct val="115000"/>
              </a:lnSpc>
              <a:spcBef>
                <a:spcPts val="0"/>
              </a:spcBef>
              <a:spcAft>
                <a:spcPts val="0"/>
              </a:spcAft>
              <a:buSzPts val="1000"/>
              <a:buNone/>
              <a:defRPr sz="1000"/>
            </a:lvl4pPr>
            <a:lvl5pPr lvl="4" algn="l">
              <a:lnSpc>
                <a:spcPct val="115000"/>
              </a:lnSpc>
              <a:spcBef>
                <a:spcPts val="0"/>
              </a:spcBef>
              <a:spcAft>
                <a:spcPts val="0"/>
              </a:spcAft>
              <a:buSzPts val="1000"/>
              <a:buNone/>
              <a:defRPr sz="1000"/>
            </a:lvl5pPr>
            <a:lvl6pPr lvl="5" algn="l">
              <a:lnSpc>
                <a:spcPct val="115000"/>
              </a:lnSpc>
              <a:spcBef>
                <a:spcPts val="0"/>
              </a:spcBef>
              <a:spcAft>
                <a:spcPts val="0"/>
              </a:spcAft>
              <a:buSzPts val="1000"/>
              <a:buNone/>
              <a:defRPr sz="1000"/>
            </a:lvl6pPr>
            <a:lvl7pPr lvl="6" algn="l">
              <a:lnSpc>
                <a:spcPct val="115000"/>
              </a:lnSpc>
              <a:spcBef>
                <a:spcPts val="0"/>
              </a:spcBef>
              <a:spcAft>
                <a:spcPts val="0"/>
              </a:spcAft>
              <a:buSzPts val="1000"/>
              <a:buNone/>
              <a:defRPr sz="1000"/>
            </a:lvl7pPr>
            <a:lvl8pPr lvl="7" algn="l">
              <a:lnSpc>
                <a:spcPct val="115000"/>
              </a:lnSpc>
              <a:spcBef>
                <a:spcPts val="0"/>
              </a:spcBef>
              <a:spcAft>
                <a:spcPts val="0"/>
              </a:spcAft>
              <a:buSzPts val="1000"/>
              <a:buNone/>
              <a:defRPr sz="1000"/>
            </a:lvl8pPr>
            <a:lvl9pPr lvl="8" algn="l">
              <a:lnSpc>
                <a:spcPct val="115000"/>
              </a:lnSpc>
              <a:spcBef>
                <a:spcPts val="0"/>
              </a:spcBef>
              <a:spcAft>
                <a:spcPts val="0"/>
              </a:spcAft>
              <a:buSzPts val="1000"/>
              <a:buNone/>
              <a:defRPr sz="1000"/>
            </a:lvl9pPr>
          </a:lstStyle>
          <a:p/>
        </p:txBody>
      </p:sp>
      <p:sp>
        <p:nvSpPr>
          <p:cNvPr id="555" name="Google Shape;555;p60"/>
          <p:cNvSpPr txBox="1"/>
          <p:nvPr>
            <p:ph idx="29" type="subTitle"/>
          </p:nvPr>
        </p:nvSpPr>
        <p:spPr>
          <a:xfrm>
            <a:off x="6750600" y="3793706"/>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800"/>
              <a:buNone/>
              <a:defRPr sz="800"/>
            </a:lvl2pPr>
            <a:lvl3pPr lvl="2" algn="l">
              <a:lnSpc>
                <a:spcPct val="115000"/>
              </a:lnSpc>
              <a:spcBef>
                <a:spcPts val="0"/>
              </a:spcBef>
              <a:spcAft>
                <a:spcPts val="0"/>
              </a:spcAft>
              <a:buSzPts val="800"/>
              <a:buNone/>
              <a:defRPr sz="800"/>
            </a:lvl3pPr>
            <a:lvl4pPr lvl="3" algn="l">
              <a:lnSpc>
                <a:spcPct val="115000"/>
              </a:lnSpc>
              <a:spcBef>
                <a:spcPts val="0"/>
              </a:spcBef>
              <a:spcAft>
                <a:spcPts val="0"/>
              </a:spcAft>
              <a:buSzPts val="800"/>
              <a:buNone/>
              <a:defRPr sz="800"/>
            </a:lvl4pPr>
            <a:lvl5pPr lvl="4" algn="l">
              <a:lnSpc>
                <a:spcPct val="115000"/>
              </a:lnSpc>
              <a:spcBef>
                <a:spcPts val="0"/>
              </a:spcBef>
              <a:spcAft>
                <a:spcPts val="0"/>
              </a:spcAft>
              <a:buSzPts val="800"/>
              <a:buNone/>
              <a:defRPr sz="800"/>
            </a:lvl5pPr>
            <a:lvl6pPr lvl="5" algn="l">
              <a:lnSpc>
                <a:spcPct val="115000"/>
              </a:lnSpc>
              <a:spcBef>
                <a:spcPts val="0"/>
              </a:spcBef>
              <a:spcAft>
                <a:spcPts val="0"/>
              </a:spcAft>
              <a:buSzPts val="800"/>
              <a:buNone/>
              <a:defRPr sz="800"/>
            </a:lvl6pPr>
            <a:lvl7pPr lvl="6" algn="l">
              <a:lnSpc>
                <a:spcPct val="115000"/>
              </a:lnSpc>
              <a:spcBef>
                <a:spcPts val="0"/>
              </a:spcBef>
              <a:spcAft>
                <a:spcPts val="0"/>
              </a:spcAft>
              <a:buSzPts val="800"/>
              <a:buNone/>
              <a:defRPr sz="800"/>
            </a:lvl7pPr>
            <a:lvl8pPr lvl="7" algn="l">
              <a:lnSpc>
                <a:spcPct val="115000"/>
              </a:lnSpc>
              <a:spcBef>
                <a:spcPts val="0"/>
              </a:spcBef>
              <a:spcAft>
                <a:spcPts val="0"/>
              </a:spcAft>
              <a:buSzPts val="800"/>
              <a:buNone/>
              <a:defRPr sz="800"/>
            </a:lvl8pPr>
            <a:lvl9pPr lvl="8" algn="l">
              <a:lnSpc>
                <a:spcPct val="115000"/>
              </a:lnSpc>
              <a:spcBef>
                <a:spcPts val="0"/>
              </a:spcBef>
              <a:spcAft>
                <a:spcPts val="0"/>
              </a:spcAft>
              <a:buSzPts val="800"/>
              <a:buNone/>
              <a:defRPr sz="800"/>
            </a:lvl9pPr>
          </a:lstStyle>
          <a:p/>
        </p:txBody>
      </p:sp>
      <p:sp>
        <p:nvSpPr>
          <p:cNvPr id="556" name="Google Shape;556;p60"/>
          <p:cNvSpPr txBox="1"/>
          <p:nvPr>
            <p:ph idx="30" type="subTitle"/>
          </p:nvPr>
        </p:nvSpPr>
        <p:spPr>
          <a:xfrm>
            <a:off x="6750600" y="4166856"/>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1pPr>
            <a:lvl2pPr lvl="1"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2pPr>
            <a:lvl3pPr lvl="2"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3pPr>
            <a:lvl4pPr lvl="3"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4pPr>
            <a:lvl5pPr lvl="4"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5pPr>
            <a:lvl6pPr lvl="5"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6pPr>
            <a:lvl7pPr lvl="6"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7pPr>
            <a:lvl8pPr lvl="7"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8pPr>
            <a:lvl9pPr lvl="8"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557" name="Google Shape;557;p60"/>
          <p:cNvSpPr/>
          <p:nvPr>
            <p:ph idx="31" type="pic"/>
          </p:nvPr>
        </p:nvSpPr>
        <p:spPr>
          <a:xfrm>
            <a:off x="6080709" y="3805056"/>
            <a:ext cx="530400" cy="530400"/>
          </a:xfrm>
          <a:prstGeom prst="rect">
            <a:avLst/>
          </a:prstGeom>
          <a:noFill/>
          <a:ln>
            <a:noFill/>
          </a:ln>
        </p:spPr>
      </p:sp>
      <p:sp>
        <p:nvSpPr>
          <p:cNvPr id="558" name="Google Shape;558;p60"/>
          <p:cNvSpPr txBox="1"/>
          <p:nvPr>
            <p:ph idx="32" type="subTitle"/>
          </p:nvPr>
        </p:nvSpPr>
        <p:spPr>
          <a:xfrm>
            <a:off x="3824550" y="4022919"/>
            <a:ext cx="20262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000"/>
              <a:buNone/>
              <a:defRPr sz="1000"/>
            </a:lvl1pPr>
            <a:lvl2pPr lvl="1" algn="l">
              <a:lnSpc>
                <a:spcPct val="115000"/>
              </a:lnSpc>
              <a:spcBef>
                <a:spcPts val="0"/>
              </a:spcBef>
              <a:spcAft>
                <a:spcPts val="0"/>
              </a:spcAft>
              <a:buSzPts val="1000"/>
              <a:buNone/>
              <a:defRPr sz="1000"/>
            </a:lvl2pPr>
            <a:lvl3pPr lvl="2" algn="l">
              <a:lnSpc>
                <a:spcPct val="115000"/>
              </a:lnSpc>
              <a:spcBef>
                <a:spcPts val="0"/>
              </a:spcBef>
              <a:spcAft>
                <a:spcPts val="0"/>
              </a:spcAft>
              <a:buSzPts val="1000"/>
              <a:buNone/>
              <a:defRPr sz="1000"/>
            </a:lvl3pPr>
            <a:lvl4pPr lvl="3" algn="l">
              <a:lnSpc>
                <a:spcPct val="115000"/>
              </a:lnSpc>
              <a:spcBef>
                <a:spcPts val="0"/>
              </a:spcBef>
              <a:spcAft>
                <a:spcPts val="0"/>
              </a:spcAft>
              <a:buSzPts val="1000"/>
              <a:buNone/>
              <a:defRPr sz="1000"/>
            </a:lvl4pPr>
            <a:lvl5pPr lvl="4" algn="l">
              <a:lnSpc>
                <a:spcPct val="115000"/>
              </a:lnSpc>
              <a:spcBef>
                <a:spcPts val="0"/>
              </a:spcBef>
              <a:spcAft>
                <a:spcPts val="0"/>
              </a:spcAft>
              <a:buSzPts val="1000"/>
              <a:buNone/>
              <a:defRPr sz="1000"/>
            </a:lvl5pPr>
            <a:lvl6pPr lvl="5" algn="l">
              <a:lnSpc>
                <a:spcPct val="115000"/>
              </a:lnSpc>
              <a:spcBef>
                <a:spcPts val="0"/>
              </a:spcBef>
              <a:spcAft>
                <a:spcPts val="0"/>
              </a:spcAft>
              <a:buSzPts val="1000"/>
              <a:buNone/>
              <a:defRPr sz="1000"/>
            </a:lvl6pPr>
            <a:lvl7pPr lvl="6" algn="l">
              <a:lnSpc>
                <a:spcPct val="115000"/>
              </a:lnSpc>
              <a:spcBef>
                <a:spcPts val="0"/>
              </a:spcBef>
              <a:spcAft>
                <a:spcPts val="0"/>
              </a:spcAft>
              <a:buSzPts val="1000"/>
              <a:buNone/>
              <a:defRPr sz="1000"/>
            </a:lvl7pPr>
            <a:lvl8pPr lvl="7" algn="l">
              <a:lnSpc>
                <a:spcPct val="115000"/>
              </a:lnSpc>
              <a:spcBef>
                <a:spcPts val="0"/>
              </a:spcBef>
              <a:spcAft>
                <a:spcPts val="0"/>
              </a:spcAft>
              <a:buSzPts val="1000"/>
              <a:buNone/>
              <a:defRPr sz="1000"/>
            </a:lvl8pPr>
            <a:lvl9pPr lvl="8" algn="l">
              <a:lnSpc>
                <a:spcPct val="115000"/>
              </a:lnSpc>
              <a:spcBef>
                <a:spcPts val="0"/>
              </a:spcBef>
              <a:spcAft>
                <a:spcPts val="0"/>
              </a:spcAft>
              <a:buSzPts val="1000"/>
              <a:buNone/>
              <a:defRPr sz="1000"/>
            </a:lvl9pPr>
          </a:lstStyle>
          <a:p/>
        </p:txBody>
      </p:sp>
      <p:sp>
        <p:nvSpPr>
          <p:cNvPr id="559" name="Google Shape;559;p60"/>
          <p:cNvSpPr txBox="1"/>
          <p:nvPr>
            <p:ph idx="33" type="subTitle"/>
          </p:nvPr>
        </p:nvSpPr>
        <p:spPr>
          <a:xfrm>
            <a:off x="3824550" y="3793706"/>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800"/>
              <a:buNone/>
              <a:defRPr sz="800"/>
            </a:lvl2pPr>
            <a:lvl3pPr lvl="2" algn="l">
              <a:lnSpc>
                <a:spcPct val="115000"/>
              </a:lnSpc>
              <a:spcBef>
                <a:spcPts val="0"/>
              </a:spcBef>
              <a:spcAft>
                <a:spcPts val="0"/>
              </a:spcAft>
              <a:buSzPts val="800"/>
              <a:buNone/>
              <a:defRPr sz="800"/>
            </a:lvl3pPr>
            <a:lvl4pPr lvl="3" algn="l">
              <a:lnSpc>
                <a:spcPct val="115000"/>
              </a:lnSpc>
              <a:spcBef>
                <a:spcPts val="0"/>
              </a:spcBef>
              <a:spcAft>
                <a:spcPts val="0"/>
              </a:spcAft>
              <a:buSzPts val="800"/>
              <a:buNone/>
              <a:defRPr sz="800"/>
            </a:lvl4pPr>
            <a:lvl5pPr lvl="4" algn="l">
              <a:lnSpc>
                <a:spcPct val="115000"/>
              </a:lnSpc>
              <a:spcBef>
                <a:spcPts val="0"/>
              </a:spcBef>
              <a:spcAft>
                <a:spcPts val="0"/>
              </a:spcAft>
              <a:buSzPts val="800"/>
              <a:buNone/>
              <a:defRPr sz="800"/>
            </a:lvl5pPr>
            <a:lvl6pPr lvl="5" algn="l">
              <a:lnSpc>
                <a:spcPct val="115000"/>
              </a:lnSpc>
              <a:spcBef>
                <a:spcPts val="0"/>
              </a:spcBef>
              <a:spcAft>
                <a:spcPts val="0"/>
              </a:spcAft>
              <a:buSzPts val="800"/>
              <a:buNone/>
              <a:defRPr sz="800"/>
            </a:lvl6pPr>
            <a:lvl7pPr lvl="6" algn="l">
              <a:lnSpc>
                <a:spcPct val="115000"/>
              </a:lnSpc>
              <a:spcBef>
                <a:spcPts val="0"/>
              </a:spcBef>
              <a:spcAft>
                <a:spcPts val="0"/>
              </a:spcAft>
              <a:buSzPts val="800"/>
              <a:buNone/>
              <a:defRPr sz="800"/>
            </a:lvl7pPr>
            <a:lvl8pPr lvl="7" algn="l">
              <a:lnSpc>
                <a:spcPct val="115000"/>
              </a:lnSpc>
              <a:spcBef>
                <a:spcPts val="0"/>
              </a:spcBef>
              <a:spcAft>
                <a:spcPts val="0"/>
              </a:spcAft>
              <a:buSzPts val="800"/>
              <a:buNone/>
              <a:defRPr sz="800"/>
            </a:lvl8pPr>
            <a:lvl9pPr lvl="8" algn="l">
              <a:lnSpc>
                <a:spcPct val="115000"/>
              </a:lnSpc>
              <a:spcBef>
                <a:spcPts val="0"/>
              </a:spcBef>
              <a:spcAft>
                <a:spcPts val="0"/>
              </a:spcAft>
              <a:buSzPts val="800"/>
              <a:buNone/>
              <a:defRPr sz="800"/>
            </a:lvl9pPr>
          </a:lstStyle>
          <a:p/>
        </p:txBody>
      </p:sp>
      <p:sp>
        <p:nvSpPr>
          <p:cNvPr id="560" name="Google Shape;560;p60"/>
          <p:cNvSpPr txBox="1"/>
          <p:nvPr>
            <p:ph idx="34" type="subTitle"/>
          </p:nvPr>
        </p:nvSpPr>
        <p:spPr>
          <a:xfrm>
            <a:off x="3824550" y="4166856"/>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1pPr>
            <a:lvl2pPr lvl="1"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2pPr>
            <a:lvl3pPr lvl="2"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3pPr>
            <a:lvl4pPr lvl="3"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4pPr>
            <a:lvl5pPr lvl="4"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5pPr>
            <a:lvl6pPr lvl="5"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6pPr>
            <a:lvl7pPr lvl="6"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7pPr>
            <a:lvl8pPr lvl="7"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8pPr>
            <a:lvl9pPr lvl="8"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561" name="Google Shape;561;p60"/>
          <p:cNvSpPr/>
          <p:nvPr>
            <p:ph idx="35" type="pic"/>
          </p:nvPr>
        </p:nvSpPr>
        <p:spPr>
          <a:xfrm>
            <a:off x="3154659" y="3805056"/>
            <a:ext cx="530400" cy="530400"/>
          </a:xfrm>
          <a:prstGeom prst="rect">
            <a:avLst/>
          </a:prstGeom>
          <a:noFill/>
          <a:ln>
            <a:noFill/>
          </a:ln>
        </p:spPr>
      </p:sp>
      <p:sp>
        <p:nvSpPr>
          <p:cNvPr id="562" name="Google Shape;562;p60"/>
          <p:cNvSpPr txBox="1"/>
          <p:nvPr>
            <p:ph type="title"/>
          </p:nvPr>
        </p:nvSpPr>
        <p:spPr>
          <a:xfrm>
            <a:off x="361975" y="962100"/>
            <a:ext cx="24507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3600"/>
            </a:lvl1pPr>
            <a:lvl2pPr lvl="1" algn="l">
              <a:lnSpc>
                <a:spcPct val="90000"/>
              </a:lnSpc>
              <a:spcBef>
                <a:spcPts val="0"/>
              </a:spcBef>
              <a:spcAft>
                <a:spcPts val="0"/>
              </a:spcAft>
              <a:buSzPts val="1400"/>
              <a:buNone/>
              <a:defRPr sz="3600"/>
            </a:lvl2pPr>
            <a:lvl3pPr lvl="2" algn="l">
              <a:lnSpc>
                <a:spcPct val="90000"/>
              </a:lnSpc>
              <a:spcBef>
                <a:spcPts val="0"/>
              </a:spcBef>
              <a:spcAft>
                <a:spcPts val="0"/>
              </a:spcAft>
              <a:buSzPts val="1400"/>
              <a:buNone/>
              <a:defRPr sz="3600"/>
            </a:lvl3pPr>
            <a:lvl4pPr lvl="3" algn="l">
              <a:lnSpc>
                <a:spcPct val="90000"/>
              </a:lnSpc>
              <a:spcBef>
                <a:spcPts val="0"/>
              </a:spcBef>
              <a:spcAft>
                <a:spcPts val="0"/>
              </a:spcAft>
              <a:buSzPts val="1400"/>
              <a:buNone/>
              <a:defRPr sz="3600"/>
            </a:lvl4pPr>
            <a:lvl5pPr lvl="4" algn="l">
              <a:lnSpc>
                <a:spcPct val="90000"/>
              </a:lnSpc>
              <a:spcBef>
                <a:spcPts val="0"/>
              </a:spcBef>
              <a:spcAft>
                <a:spcPts val="0"/>
              </a:spcAft>
              <a:buSzPts val="1400"/>
              <a:buNone/>
              <a:defRPr sz="3600"/>
            </a:lvl5pPr>
            <a:lvl6pPr lvl="5" algn="l">
              <a:lnSpc>
                <a:spcPct val="90000"/>
              </a:lnSpc>
              <a:spcBef>
                <a:spcPts val="0"/>
              </a:spcBef>
              <a:spcAft>
                <a:spcPts val="0"/>
              </a:spcAft>
              <a:buSzPts val="1400"/>
              <a:buNone/>
              <a:defRPr sz="3600"/>
            </a:lvl6pPr>
            <a:lvl7pPr lvl="6" algn="l">
              <a:lnSpc>
                <a:spcPct val="90000"/>
              </a:lnSpc>
              <a:spcBef>
                <a:spcPts val="0"/>
              </a:spcBef>
              <a:spcAft>
                <a:spcPts val="0"/>
              </a:spcAft>
              <a:buSzPts val="1400"/>
              <a:buNone/>
              <a:defRPr sz="3600"/>
            </a:lvl7pPr>
            <a:lvl8pPr lvl="7" algn="l">
              <a:lnSpc>
                <a:spcPct val="90000"/>
              </a:lnSpc>
              <a:spcBef>
                <a:spcPts val="0"/>
              </a:spcBef>
              <a:spcAft>
                <a:spcPts val="0"/>
              </a:spcAft>
              <a:buSzPts val="1400"/>
              <a:buNone/>
              <a:defRPr sz="3600"/>
            </a:lvl8pPr>
            <a:lvl9pPr lvl="8" algn="l">
              <a:lnSpc>
                <a:spcPct val="90000"/>
              </a:lnSpc>
              <a:spcBef>
                <a:spcPts val="0"/>
              </a:spcBef>
              <a:spcAft>
                <a:spcPts val="0"/>
              </a:spcAft>
              <a:buSzPts val="1400"/>
              <a:buNone/>
              <a:defRPr sz="3600"/>
            </a:lvl9pPr>
          </a:lstStyle>
          <a:p/>
        </p:txBody>
      </p:sp>
      <p:sp>
        <p:nvSpPr>
          <p:cNvPr id="563" name="Google Shape;563;p6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564" name="Google Shape;564;p60"/>
          <p:cNvSpPr txBox="1"/>
          <p:nvPr>
            <p:ph idx="36"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otlight - Alt 2">
  <p:cSld name="CUSTOM_7_1">
    <p:bg>
      <p:bgPr>
        <a:solidFill>
          <a:schemeClr val="accent2"/>
        </a:solidFill>
      </p:bgPr>
    </p:bg>
    <p:spTree>
      <p:nvGrpSpPr>
        <p:cNvPr id="565" name="Shape 565"/>
        <p:cNvGrpSpPr/>
        <p:nvPr/>
      </p:nvGrpSpPr>
      <p:grpSpPr>
        <a:xfrm>
          <a:off x="0" y="0"/>
          <a:ext cx="0" cy="0"/>
          <a:chOff x="0" y="0"/>
          <a:chExt cx="0" cy="0"/>
        </a:xfrm>
      </p:grpSpPr>
      <p:sp>
        <p:nvSpPr>
          <p:cNvPr id="566" name="Google Shape;566;p61"/>
          <p:cNvSpPr/>
          <p:nvPr/>
        </p:nvSpPr>
        <p:spPr>
          <a:xfrm>
            <a:off x="0" y="0"/>
            <a:ext cx="45675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DM Sans"/>
              <a:ea typeface="DM Sans"/>
              <a:cs typeface="DM Sans"/>
              <a:sym typeface="DM Sans"/>
            </a:endParaRPr>
          </a:p>
        </p:txBody>
      </p:sp>
      <p:sp>
        <p:nvSpPr>
          <p:cNvPr id="567" name="Google Shape;567;p61"/>
          <p:cNvSpPr txBox="1"/>
          <p:nvPr>
            <p:ph type="title"/>
          </p:nvPr>
        </p:nvSpPr>
        <p:spPr>
          <a:xfrm>
            <a:off x="4975925" y="989088"/>
            <a:ext cx="3783600" cy="5877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3000"/>
              <a:buNone/>
              <a:defRPr sz="3600"/>
            </a:lvl1pPr>
            <a:lvl2pPr lvl="1" algn="l">
              <a:lnSpc>
                <a:spcPct val="90000"/>
              </a:lnSpc>
              <a:spcBef>
                <a:spcPts val="0"/>
              </a:spcBef>
              <a:spcAft>
                <a:spcPts val="0"/>
              </a:spcAft>
              <a:buSzPts val="1400"/>
              <a:buNone/>
              <a:defRPr sz="3600"/>
            </a:lvl2pPr>
            <a:lvl3pPr lvl="2" algn="l">
              <a:lnSpc>
                <a:spcPct val="90000"/>
              </a:lnSpc>
              <a:spcBef>
                <a:spcPts val="0"/>
              </a:spcBef>
              <a:spcAft>
                <a:spcPts val="0"/>
              </a:spcAft>
              <a:buSzPts val="1400"/>
              <a:buNone/>
              <a:defRPr sz="3600"/>
            </a:lvl3pPr>
            <a:lvl4pPr lvl="3" algn="l">
              <a:lnSpc>
                <a:spcPct val="90000"/>
              </a:lnSpc>
              <a:spcBef>
                <a:spcPts val="0"/>
              </a:spcBef>
              <a:spcAft>
                <a:spcPts val="0"/>
              </a:spcAft>
              <a:buSzPts val="1400"/>
              <a:buNone/>
              <a:defRPr sz="3600"/>
            </a:lvl4pPr>
            <a:lvl5pPr lvl="4" algn="l">
              <a:lnSpc>
                <a:spcPct val="90000"/>
              </a:lnSpc>
              <a:spcBef>
                <a:spcPts val="0"/>
              </a:spcBef>
              <a:spcAft>
                <a:spcPts val="0"/>
              </a:spcAft>
              <a:buSzPts val="1400"/>
              <a:buNone/>
              <a:defRPr sz="3600"/>
            </a:lvl5pPr>
            <a:lvl6pPr lvl="5" algn="l">
              <a:lnSpc>
                <a:spcPct val="90000"/>
              </a:lnSpc>
              <a:spcBef>
                <a:spcPts val="0"/>
              </a:spcBef>
              <a:spcAft>
                <a:spcPts val="0"/>
              </a:spcAft>
              <a:buSzPts val="1400"/>
              <a:buNone/>
              <a:defRPr sz="3600"/>
            </a:lvl6pPr>
            <a:lvl7pPr lvl="6" algn="l">
              <a:lnSpc>
                <a:spcPct val="90000"/>
              </a:lnSpc>
              <a:spcBef>
                <a:spcPts val="0"/>
              </a:spcBef>
              <a:spcAft>
                <a:spcPts val="0"/>
              </a:spcAft>
              <a:buSzPts val="1400"/>
              <a:buNone/>
              <a:defRPr sz="3600"/>
            </a:lvl7pPr>
            <a:lvl8pPr lvl="7" algn="l">
              <a:lnSpc>
                <a:spcPct val="90000"/>
              </a:lnSpc>
              <a:spcBef>
                <a:spcPts val="0"/>
              </a:spcBef>
              <a:spcAft>
                <a:spcPts val="0"/>
              </a:spcAft>
              <a:buSzPts val="1400"/>
              <a:buNone/>
              <a:defRPr sz="3600"/>
            </a:lvl8pPr>
            <a:lvl9pPr lvl="8" algn="l">
              <a:lnSpc>
                <a:spcPct val="90000"/>
              </a:lnSpc>
              <a:spcBef>
                <a:spcPts val="0"/>
              </a:spcBef>
              <a:spcAft>
                <a:spcPts val="0"/>
              </a:spcAft>
              <a:buSzPts val="1400"/>
              <a:buNone/>
              <a:defRPr sz="3600"/>
            </a:lvl9pPr>
          </a:lstStyle>
          <a:p/>
        </p:txBody>
      </p:sp>
      <p:sp>
        <p:nvSpPr>
          <p:cNvPr id="568" name="Google Shape;568;p61"/>
          <p:cNvSpPr/>
          <p:nvPr>
            <p:ph idx="2" type="pic"/>
          </p:nvPr>
        </p:nvSpPr>
        <p:spPr>
          <a:xfrm flipH="1">
            <a:off x="953803" y="1066100"/>
            <a:ext cx="2664300" cy="3002700"/>
          </a:xfrm>
          <a:prstGeom prst="rect">
            <a:avLst/>
          </a:prstGeom>
          <a:noFill/>
          <a:ln>
            <a:noFill/>
          </a:ln>
        </p:spPr>
      </p:sp>
      <p:sp>
        <p:nvSpPr>
          <p:cNvPr id="569" name="Google Shape;569;p61"/>
          <p:cNvSpPr txBox="1"/>
          <p:nvPr>
            <p:ph idx="1" type="body"/>
          </p:nvPr>
        </p:nvSpPr>
        <p:spPr>
          <a:xfrm>
            <a:off x="4975925" y="4125662"/>
            <a:ext cx="3783600" cy="461700"/>
          </a:xfrm>
          <a:prstGeom prst="rect">
            <a:avLst/>
          </a:prstGeom>
          <a:noFill/>
          <a:ln>
            <a:noFill/>
          </a:ln>
        </p:spPr>
        <p:txBody>
          <a:bodyPr anchorCtr="0" anchor="b"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570" name="Google Shape;570;p6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571" name="Google Shape;571;p61"/>
          <p:cNvSpPr txBox="1"/>
          <p:nvPr>
            <p:ph idx="3" type="body"/>
          </p:nvPr>
        </p:nvSpPr>
        <p:spPr>
          <a:xfrm>
            <a:off x="4975925" y="1943891"/>
            <a:ext cx="3783600" cy="1243200"/>
          </a:xfrm>
          <a:prstGeom prst="rect">
            <a:avLst/>
          </a:prstGeom>
          <a:noFill/>
          <a:ln>
            <a:noFill/>
          </a:ln>
        </p:spPr>
        <p:txBody>
          <a:bodyPr anchorCtr="0" anchor="t" bIns="0" lIns="0" spcFirstLastPara="1" rIns="0" wrap="square" tIns="0">
            <a:noAutofit/>
          </a:bodyPr>
          <a:lstStyle>
            <a:lvl1pPr indent="-330200" lvl="0" marL="457200" algn="l">
              <a:lnSpc>
                <a:spcPct val="115000"/>
              </a:lnSpc>
              <a:spcBef>
                <a:spcPts val="0"/>
              </a:spcBef>
              <a:spcAft>
                <a:spcPts val="0"/>
              </a:spcAft>
              <a:buClr>
                <a:schemeClr val="lt1"/>
              </a:buClr>
              <a:buSzPts val="1600"/>
              <a:buFont typeface="Newsreader"/>
              <a:buChar char="●"/>
              <a:defRPr sz="1600">
                <a:latin typeface="Newsreader"/>
                <a:ea typeface="Newsreader"/>
                <a:cs typeface="Newsreader"/>
                <a:sym typeface="Newsreader"/>
              </a:defRPr>
            </a:lvl1pPr>
            <a:lvl2pPr indent="-330200" lvl="1" marL="914400" algn="l">
              <a:lnSpc>
                <a:spcPct val="115000"/>
              </a:lnSpc>
              <a:spcBef>
                <a:spcPts val="0"/>
              </a:spcBef>
              <a:spcAft>
                <a:spcPts val="0"/>
              </a:spcAft>
              <a:buClr>
                <a:schemeClr val="lt1"/>
              </a:buClr>
              <a:buSzPts val="1600"/>
              <a:buFont typeface="Newsreader"/>
              <a:buChar char="○"/>
              <a:defRPr sz="1600">
                <a:latin typeface="Newsreader"/>
                <a:ea typeface="Newsreader"/>
                <a:cs typeface="Newsreader"/>
                <a:sym typeface="Newsreader"/>
              </a:defRPr>
            </a:lvl2pPr>
            <a:lvl3pPr indent="-330200" lvl="2" marL="1371600" algn="l">
              <a:lnSpc>
                <a:spcPct val="115000"/>
              </a:lnSpc>
              <a:spcBef>
                <a:spcPts val="0"/>
              </a:spcBef>
              <a:spcAft>
                <a:spcPts val="0"/>
              </a:spcAft>
              <a:buClr>
                <a:schemeClr val="lt1"/>
              </a:buClr>
              <a:buSzPts val="1600"/>
              <a:buFont typeface="Newsreader"/>
              <a:buChar char="■"/>
              <a:defRPr sz="1600">
                <a:latin typeface="Newsreader"/>
                <a:ea typeface="Newsreader"/>
                <a:cs typeface="Newsreader"/>
                <a:sym typeface="Newsreader"/>
              </a:defRPr>
            </a:lvl3pPr>
            <a:lvl4pPr indent="-330200" lvl="3" marL="1828800" algn="l">
              <a:lnSpc>
                <a:spcPct val="115000"/>
              </a:lnSpc>
              <a:spcBef>
                <a:spcPts val="0"/>
              </a:spcBef>
              <a:spcAft>
                <a:spcPts val="0"/>
              </a:spcAft>
              <a:buClr>
                <a:schemeClr val="lt1"/>
              </a:buClr>
              <a:buSzPts val="1600"/>
              <a:buFont typeface="Newsreader"/>
              <a:buChar char="●"/>
              <a:defRPr sz="1600">
                <a:latin typeface="Newsreader"/>
                <a:ea typeface="Newsreader"/>
                <a:cs typeface="Newsreader"/>
                <a:sym typeface="Newsreader"/>
              </a:defRPr>
            </a:lvl4pPr>
            <a:lvl5pPr indent="-330200" lvl="4" marL="2286000" algn="l">
              <a:lnSpc>
                <a:spcPct val="115000"/>
              </a:lnSpc>
              <a:spcBef>
                <a:spcPts val="0"/>
              </a:spcBef>
              <a:spcAft>
                <a:spcPts val="0"/>
              </a:spcAft>
              <a:buClr>
                <a:schemeClr val="lt1"/>
              </a:buClr>
              <a:buSzPts val="1600"/>
              <a:buFont typeface="Newsreader"/>
              <a:buChar char="○"/>
              <a:defRPr sz="1600">
                <a:latin typeface="Newsreader"/>
                <a:ea typeface="Newsreader"/>
                <a:cs typeface="Newsreader"/>
                <a:sym typeface="Newsreader"/>
              </a:defRPr>
            </a:lvl5pPr>
            <a:lvl6pPr indent="-330200" lvl="5" marL="2743200" algn="l">
              <a:lnSpc>
                <a:spcPct val="115000"/>
              </a:lnSpc>
              <a:spcBef>
                <a:spcPts val="0"/>
              </a:spcBef>
              <a:spcAft>
                <a:spcPts val="0"/>
              </a:spcAft>
              <a:buClr>
                <a:schemeClr val="lt1"/>
              </a:buClr>
              <a:buSzPts val="1600"/>
              <a:buFont typeface="Newsreader"/>
              <a:buChar char="■"/>
              <a:defRPr sz="1600">
                <a:latin typeface="Newsreader"/>
                <a:ea typeface="Newsreader"/>
                <a:cs typeface="Newsreader"/>
                <a:sym typeface="Newsreader"/>
              </a:defRPr>
            </a:lvl6pPr>
            <a:lvl7pPr indent="-330200" lvl="6" marL="3200400" algn="l">
              <a:lnSpc>
                <a:spcPct val="115000"/>
              </a:lnSpc>
              <a:spcBef>
                <a:spcPts val="0"/>
              </a:spcBef>
              <a:spcAft>
                <a:spcPts val="0"/>
              </a:spcAft>
              <a:buClr>
                <a:schemeClr val="lt1"/>
              </a:buClr>
              <a:buSzPts val="1600"/>
              <a:buFont typeface="Newsreader"/>
              <a:buChar char="●"/>
              <a:defRPr sz="1600">
                <a:latin typeface="Newsreader"/>
                <a:ea typeface="Newsreader"/>
                <a:cs typeface="Newsreader"/>
                <a:sym typeface="Newsreader"/>
              </a:defRPr>
            </a:lvl7pPr>
            <a:lvl8pPr indent="-330200" lvl="7" marL="3657600" algn="l">
              <a:lnSpc>
                <a:spcPct val="115000"/>
              </a:lnSpc>
              <a:spcBef>
                <a:spcPts val="0"/>
              </a:spcBef>
              <a:spcAft>
                <a:spcPts val="0"/>
              </a:spcAft>
              <a:buClr>
                <a:schemeClr val="lt1"/>
              </a:buClr>
              <a:buSzPts val="1600"/>
              <a:buFont typeface="Newsreader"/>
              <a:buChar char="○"/>
              <a:defRPr sz="1600">
                <a:latin typeface="Newsreader"/>
                <a:ea typeface="Newsreader"/>
                <a:cs typeface="Newsreader"/>
                <a:sym typeface="Newsreader"/>
              </a:defRPr>
            </a:lvl8pPr>
            <a:lvl9pPr indent="-330200" lvl="8" marL="4114800" algn="l">
              <a:lnSpc>
                <a:spcPct val="115000"/>
              </a:lnSpc>
              <a:spcBef>
                <a:spcPts val="0"/>
              </a:spcBef>
              <a:spcAft>
                <a:spcPts val="0"/>
              </a:spcAft>
              <a:buClr>
                <a:schemeClr val="lt1"/>
              </a:buClr>
              <a:buSzPts val="1600"/>
              <a:buFont typeface="Newsreader"/>
              <a:buChar char="■"/>
              <a:defRPr sz="1600">
                <a:latin typeface="Newsreader"/>
                <a:ea typeface="Newsreader"/>
                <a:cs typeface="Newsreader"/>
                <a:sym typeface="Newsreader"/>
              </a:defRPr>
            </a:lvl9pPr>
          </a:lstStyle>
          <a:p/>
        </p:txBody>
      </p:sp>
      <p:sp>
        <p:nvSpPr>
          <p:cNvPr id="572" name="Google Shape;572;p61"/>
          <p:cNvSpPr txBox="1"/>
          <p:nvPr>
            <p:ph idx="4" type="subTitle"/>
          </p:nvPr>
        </p:nvSpPr>
        <p:spPr>
          <a:xfrm>
            <a:off x="4975925" y="732775"/>
            <a:ext cx="37836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2pPr>
            <a:lvl3pPr lvl="2"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3pPr>
            <a:lvl4pPr lvl="3"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4pPr>
            <a:lvl5pPr lvl="4"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5pPr>
            <a:lvl6pPr lvl="5"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6pPr>
            <a:lvl7pPr lvl="6"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7pPr>
            <a:lvl8pPr lvl="7"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8pPr>
            <a:lvl9pPr lvl="8"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573" name="Google Shape;573;p61"/>
          <p:cNvSpPr txBox="1"/>
          <p:nvPr>
            <p:ph idx="5" type="subTitle"/>
          </p:nvPr>
        </p:nvSpPr>
        <p:spPr>
          <a:xfrm>
            <a:off x="4975925" y="1647132"/>
            <a:ext cx="3783600" cy="138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900"/>
              <a:buNone/>
              <a:defRPr sz="900"/>
            </a:lvl1pPr>
            <a:lvl2pPr lvl="1" algn="l">
              <a:lnSpc>
                <a:spcPct val="115000"/>
              </a:lnSpc>
              <a:spcBef>
                <a:spcPts val="0"/>
              </a:spcBef>
              <a:spcAft>
                <a:spcPts val="0"/>
              </a:spcAft>
              <a:buSzPts val="900"/>
              <a:buNone/>
              <a:defRPr sz="900"/>
            </a:lvl2pPr>
            <a:lvl3pPr lvl="2" algn="l">
              <a:lnSpc>
                <a:spcPct val="115000"/>
              </a:lnSpc>
              <a:spcBef>
                <a:spcPts val="0"/>
              </a:spcBef>
              <a:spcAft>
                <a:spcPts val="0"/>
              </a:spcAft>
              <a:buSzPts val="900"/>
              <a:buNone/>
              <a:defRPr sz="900"/>
            </a:lvl3pPr>
            <a:lvl4pPr lvl="3" algn="l">
              <a:lnSpc>
                <a:spcPct val="115000"/>
              </a:lnSpc>
              <a:spcBef>
                <a:spcPts val="0"/>
              </a:spcBef>
              <a:spcAft>
                <a:spcPts val="0"/>
              </a:spcAft>
              <a:buSzPts val="900"/>
              <a:buNone/>
              <a:defRPr sz="900"/>
            </a:lvl4pPr>
            <a:lvl5pPr lvl="4" algn="l">
              <a:lnSpc>
                <a:spcPct val="115000"/>
              </a:lnSpc>
              <a:spcBef>
                <a:spcPts val="0"/>
              </a:spcBef>
              <a:spcAft>
                <a:spcPts val="0"/>
              </a:spcAft>
              <a:buSzPts val="900"/>
              <a:buNone/>
              <a:defRPr sz="900"/>
            </a:lvl5pPr>
            <a:lvl6pPr lvl="5" algn="l">
              <a:lnSpc>
                <a:spcPct val="115000"/>
              </a:lnSpc>
              <a:spcBef>
                <a:spcPts val="0"/>
              </a:spcBef>
              <a:spcAft>
                <a:spcPts val="0"/>
              </a:spcAft>
              <a:buSzPts val="900"/>
              <a:buNone/>
              <a:defRPr sz="900"/>
            </a:lvl6pPr>
            <a:lvl7pPr lvl="6" algn="l">
              <a:lnSpc>
                <a:spcPct val="115000"/>
              </a:lnSpc>
              <a:spcBef>
                <a:spcPts val="0"/>
              </a:spcBef>
              <a:spcAft>
                <a:spcPts val="0"/>
              </a:spcAft>
              <a:buSzPts val="900"/>
              <a:buNone/>
              <a:defRPr sz="900"/>
            </a:lvl7pPr>
            <a:lvl8pPr lvl="7" algn="l">
              <a:lnSpc>
                <a:spcPct val="115000"/>
              </a:lnSpc>
              <a:spcBef>
                <a:spcPts val="0"/>
              </a:spcBef>
              <a:spcAft>
                <a:spcPts val="0"/>
              </a:spcAft>
              <a:buSzPts val="900"/>
              <a:buNone/>
              <a:defRPr sz="900"/>
            </a:lvl8pPr>
            <a:lvl9pPr lvl="8" algn="l">
              <a:lnSpc>
                <a:spcPct val="115000"/>
              </a:lnSpc>
              <a:spcBef>
                <a:spcPts val="0"/>
              </a:spcBef>
              <a:spcAft>
                <a:spcPts val="0"/>
              </a:spcAft>
              <a:buSzPts val="900"/>
              <a:buNone/>
              <a:defRPr sz="900"/>
            </a:lvl9pPr>
          </a:lstStyle>
          <a:p/>
        </p:txBody>
      </p:sp>
      <p:sp>
        <p:nvSpPr>
          <p:cNvPr id="574" name="Google Shape;574;p61"/>
          <p:cNvSpPr txBox="1"/>
          <p:nvPr>
            <p:ph idx="6"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1">
  <p:cSld name="CUSTOM_2">
    <p:spTree>
      <p:nvGrpSpPr>
        <p:cNvPr id="575" name="Shape 575"/>
        <p:cNvGrpSpPr/>
        <p:nvPr/>
      </p:nvGrpSpPr>
      <p:grpSpPr>
        <a:xfrm>
          <a:off x="0" y="0"/>
          <a:ext cx="0" cy="0"/>
          <a:chOff x="0" y="0"/>
          <a:chExt cx="0" cy="0"/>
        </a:xfrm>
      </p:grpSpPr>
      <p:sp>
        <p:nvSpPr>
          <p:cNvPr id="576" name="Google Shape;576;p62"/>
          <p:cNvSpPr/>
          <p:nvPr>
            <p:ph idx="2" type="pic"/>
          </p:nvPr>
        </p:nvSpPr>
        <p:spPr>
          <a:xfrm>
            <a:off x="6289075" y="1793300"/>
            <a:ext cx="2853300" cy="3350400"/>
          </a:xfrm>
          <a:prstGeom prst="rect">
            <a:avLst/>
          </a:prstGeom>
          <a:noFill/>
          <a:ln>
            <a:noFill/>
          </a:ln>
        </p:spPr>
      </p:sp>
      <p:sp>
        <p:nvSpPr>
          <p:cNvPr id="577" name="Google Shape;577;p62"/>
          <p:cNvSpPr/>
          <p:nvPr/>
        </p:nvSpPr>
        <p:spPr>
          <a:xfrm>
            <a:off x="6289085" y="0"/>
            <a:ext cx="2853300" cy="1793100"/>
          </a:xfrm>
          <a:prstGeom prst="roundRect">
            <a:avLst>
              <a:gd fmla="val 0" name="adj"/>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1"/>
              </a:solidFill>
              <a:latin typeface="DM Sans"/>
              <a:ea typeface="DM Sans"/>
              <a:cs typeface="DM Sans"/>
              <a:sym typeface="DM Sans"/>
            </a:endParaRPr>
          </a:p>
        </p:txBody>
      </p:sp>
      <p:sp>
        <p:nvSpPr>
          <p:cNvPr id="578" name="Google Shape;578;p62"/>
          <p:cNvSpPr txBox="1"/>
          <p:nvPr>
            <p:ph type="title"/>
          </p:nvPr>
        </p:nvSpPr>
        <p:spPr>
          <a:xfrm>
            <a:off x="361975" y="988550"/>
            <a:ext cx="5356800" cy="2255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2200"/>
            </a:lvl1pPr>
            <a:lvl2pPr lvl="1" algn="l">
              <a:lnSpc>
                <a:spcPct val="100000"/>
              </a:lnSpc>
              <a:spcBef>
                <a:spcPts val="0"/>
              </a:spcBef>
              <a:spcAft>
                <a:spcPts val="0"/>
              </a:spcAft>
              <a:buSzPts val="1400"/>
              <a:buNone/>
              <a:defRPr sz="2200"/>
            </a:lvl2pPr>
            <a:lvl3pPr lvl="2" algn="l">
              <a:lnSpc>
                <a:spcPct val="100000"/>
              </a:lnSpc>
              <a:spcBef>
                <a:spcPts val="0"/>
              </a:spcBef>
              <a:spcAft>
                <a:spcPts val="0"/>
              </a:spcAft>
              <a:buSzPts val="1400"/>
              <a:buNone/>
              <a:defRPr sz="2200"/>
            </a:lvl3pPr>
            <a:lvl4pPr lvl="3" algn="l">
              <a:lnSpc>
                <a:spcPct val="100000"/>
              </a:lnSpc>
              <a:spcBef>
                <a:spcPts val="0"/>
              </a:spcBef>
              <a:spcAft>
                <a:spcPts val="0"/>
              </a:spcAft>
              <a:buSzPts val="1400"/>
              <a:buNone/>
              <a:defRPr sz="2200"/>
            </a:lvl4pPr>
            <a:lvl5pPr lvl="4" algn="l">
              <a:lnSpc>
                <a:spcPct val="100000"/>
              </a:lnSpc>
              <a:spcBef>
                <a:spcPts val="0"/>
              </a:spcBef>
              <a:spcAft>
                <a:spcPts val="0"/>
              </a:spcAft>
              <a:buSzPts val="1400"/>
              <a:buNone/>
              <a:defRPr sz="2200"/>
            </a:lvl5pPr>
            <a:lvl6pPr lvl="5" algn="l">
              <a:lnSpc>
                <a:spcPct val="100000"/>
              </a:lnSpc>
              <a:spcBef>
                <a:spcPts val="0"/>
              </a:spcBef>
              <a:spcAft>
                <a:spcPts val="0"/>
              </a:spcAft>
              <a:buSzPts val="1400"/>
              <a:buNone/>
              <a:defRPr sz="2200"/>
            </a:lvl6pPr>
            <a:lvl7pPr lvl="6" algn="l">
              <a:lnSpc>
                <a:spcPct val="100000"/>
              </a:lnSpc>
              <a:spcBef>
                <a:spcPts val="0"/>
              </a:spcBef>
              <a:spcAft>
                <a:spcPts val="0"/>
              </a:spcAft>
              <a:buSzPts val="1400"/>
              <a:buNone/>
              <a:defRPr sz="2200"/>
            </a:lvl7pPr>
            <a:lvl8pPr lvl="7" algn="l">
              <a:lnSpc>
                <a:spcPct val="100000"/>
              </a:lnSpc>
              <a:spcBef>
                <a:spcPts val="0"/>
              </a:spcBef>
              <a:spcAft>
                <a:spcPts val="0"/>
              </a:spcAft>
              <a:buSzPts val="1400"/>
              <a:buNone/>
              <a:defRPr sz="2200"/>
            </a:lvl8pPr>
            <a:lvl9pPr lvl="8" algn="l">
              <a:lnSpc>
                <a:spcPct val="100000"/>
              </a:lnSpc>
              <a:spcBef>
                <a:spcPts val="0"/>
              </a:spcBef>
              <a:spcAft>
                <a:spcPts val="0"/>
              </a:spcAft>
              <a:buSzPts val="1400"/>
              <a:buNone/>
              <a:defRPr sz="2200"/>
            </a:lvl9pPr>
          </a:lstStyle>
          <a:p/>
        </p:txBody>
      </p:sp>
      <p:sp>
        <p:nvSpPr>
          <p:cNvPr id="579" name="Google Shape;579;p62"/>
          <p:cNvSpPr txBox="1"/>
          <p:nvPr>
            <p:ph idx="1" type="body"/>
          </p:nvPr>
        </p:nvSpPr>
        <p:spPr>
          <a:xfrm>
            <a:off x="361975" y="3541582"/>
            <a:ext cx="3777000" cy="1044300"/>
          </a:xfrm>
          <a:prstGeom prst="rect">
            <a:avLst/>
          </a:prstGeom>
          <a:noFill/>
          <a:ln>
            <a:noFill/>
          </a:ln>
        </p:spPr>
        <p:txBody>
          <a:bodyPr anchorCtr="0" anchor="b"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580" name="Google Shape;580;p6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581" name="Google Shape;581;p62"/>
          <p:cNvSpPr txBox="1"/>
          <p:nvPr>
            <p:ph idx="3"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2">
  <p:cSld name="CUSTOM_2_1">
    <p:spTree>
      <p:nvGrpSpPr>
        <p:cNvPr id="582" name="Shape 582"/>
        <p:cNvGrpSpPr/>
        <p:nvPr/>
      </p:nvGrpSpPr>
      <p:grpSpPr>
        <a:xfrm>
          <a:off x="0" y="0"/>
          <a:ext cx="0" cy="0"/>
          <a:chOff x="0" y="0"/>
          <a:chExt cx="0" cy="0"/>
        </a:xfrm>
      </p:grpSpPr>
      <p:sp>
        <p:nvSpPr>
          <p:cNvPr id="583" name="Google Shape;583;p6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584" name="Google Shape;584;p63"/>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585" name="Google Shape;585;p63"/>
          <p:cNvSpPr txBox="1"/>
          <p:nvPr>
            <p:ph idx="2" type="body"/>
          </p:nvPr>
        </p:nvSpPr>
        <p:spPr>
          <a:xfrm>
            <a:off x="1957800" y="4195275"/>
            <a:ext cx="5228400" cy="390600"/>
          </a:xfrm>
          <a:prstGeom prst="rect">
            <a:avLst/>
          </a:prstGeom>
          <a:noFill/>
          <a:ln>
            <a:noFill/>
          </a:ln>
        </p:spPr>
        <p:txBody>
          <a:bodyPr anchorCtr="0" anchor="b" bIns="0" lIns="0" spcFirstLastPara="1" rIns="0" wrap="square" tIns="0">
            <a:noAutofit/>
          </a:bodyPr>
          <a:lstStyle>
            <a:lvl1pPr indent="-292100" lvl="0" marL="457200" algn="ctr">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ctr">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ctr">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ctr">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ctr">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ctr">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ctr">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ctr">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ctr">
              <a:lnSpc>
                <a:spcPct val="115000"/>
              </a:lnSpc>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586" name="Google Shape;586;p63"/>
          <p:cNvSpPr txBox="1"/>
          <p:nvPr>
            <p:ph idx="3" type="subTitle"/>
          </p:nvPr>
        </p:nvSpPr>
        <p:spPr>
          <a:xfrm>
            <a:off x="2490450" y="732775"/>
            <a:ext cx="4163100" cy="138600"/>
          </a:xfrm>
          <a:prstGeom prst="rect">
            <a:avLst/>
          </a:prstGeom>
          <a:noFill/>
          <a:ln>
            <a:noFill/>
          </a:ln>
        </p:spPr>
        <p:txBody>
          <a:bodyPr anchorCtr="0" anchor="b" bIns="0" lIns="0" spcFirstLastPara="1" rIns="0" wrap="square" tIns="0">
            <a:spAutoFit/>
          </a:bodyPr>
          <a:lstStyle>
            <a:lvl1pPr lvl="0" algn="ctr">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2pPr>
            <a:lvl3pPr lvl="2"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3pPr>
            <a:lvl4pPr lvl="3"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4pPr>
            <a:lvl5pPr lvl="4"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5pPr>
            <a:lvl6pPr lvl="5"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6pPr>
            <a:lvl7pPr lvl="6"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7pPr>
            <a:lvl8pPr lvl="7"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8pPr>
            <a:lvl9pPr lvl="8"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587" name="Google Shape;587;p63"/>
          <p:cNvSpPr txBox="1"/>
          <p:nvPr>
            <p:ph type="title"/>
          </p:nvPr>
        </p:nvSpPr>
        <p:spPr>
          <a:xfrm>
            <a:off x="719400" y="988550"/>
            <a:ext cx="7705200" cy="587700"/>
          </a:xfrm>
          <a:prstGeom prst="rect">
            <a:avLst/>
          </a:prstGeom>
          <a:noFill/>
          <a:ln>
            <a:noFill/>
          </a:ln>
        </p:spPr>
        <p:txBody>
          <a:bodyPr anchorCtr="0" anchor="t" bIns="0" lIns="0" spcFirstLastPara="1" rIns="0" wrap="square" tIns="0">
            <a:spAutoFit/>
          </a:bodyPr>
          <a:lstStyle>
            <a:lvl1pPr lvl="0" algn="ctr">
              <a:lnSpc>
                <a:spcPct val="90000"/>
              </a:lnSpc>
              <a:spcBef>
                <a:spcPts val="0"/>
              </a:spcBef>
              <a:spcAft>
                <a:spcPts val="0"/>
              </a:spcAft>
              <a:buSzPts val="3000"/>
              <a:buNone/>
              <a:defRPr sz="2200"/>
            </a:lvl1pPr>
            <a:lvl2pPr lvl="1" algn="ctr">
              <a:lnSpc>
                <a:spcPct val="90000"/>
              </a:lnSpc>
              <a:spcBef>
                <a:spcPts val="0"/>
              </a:spcBef>
              <a:spcAft>
                <a:spcPts val="0"/>
              </a:spcAft>
              <a:buSzPts val="1400"/>
              <a:buNone/>
              <a:defRPr sz="2200"/>
            </a:lvl2pPr>
            <a:lvl3pPr lvl="2" algn="ctr">
              <a:lnSpc>
                <a:spcPct val="90000"/>
              </a:lnSpc>
              <a:spcBef>
                <a:spcPts val="0"/>
              </a:spcBef>
              <a:spcAft>
                <a:spcPts val="0"/>
              </a:spcAft>
              <a:buSzPts val="1400"/>
              <a:buNone/>
              <a:defRPr sz="2200"/>
            </a:lvl3pPr>
            <a:lvl4pPr lvl="3" algn="ctr">
              <a:lnSpc>
                <a:spcPct val="90000"/>
              </a:lnSpc>
              <a:spcBef>
                <a:spcPts val="0"/>
              </a:spcBef>
              <a:spcAft>
                <a:spcPts val="0"/>
              </a:spcAft>
              <a:buSzPts val="1400"/>
              <a:buNone/>
              <a:defRPr sz="2200"/>
            </a:lvl4pPr>
            <a:lvl5pPr lvl="4" algn="ctr">
              <a:lnSpc>
                <a:spcPct val="90000"/>
              </a:lnSpc>
              <a:spcBef>
                <a:spcPts val="0"/>
              </a:spcBef>
              <a:spcAft>
                <a:spcPts val="0"/>
              </a:spcAft>
              <a:buSzPts val="1400"/>
              <a:buNone/>
              <a:defRPr sz="2200"/>
            </a:lvl5pPr>
            <a:lvl6pPr lvl="5" algn="ctr">
              <a:lnSpc>
                <a:spcPct val="90000"/>
              </a:lnSpc>
              <a:spcBef>
                <a:spcPts val="0"/>
              </a:spcBef>
              <a:spcAft>
                <a:spcPts val="0"/>
              </a:spcAft>
              <a:buSzPts val="1400"/>
              <a:buNone/>
              <a:defRPr sz="2200"/>
            </a:lvl6pPr>
            <a:lvl7pPr lvl="6" algn="ctr">
              <a:lnSpc>
                <a:spcPct val="90000"/>
              </a:lnSpc>
              <a:spcBef>
                <a:spcPts val="0"/>
              </a:spcBef>
              <a:spcAft>
                <a:spcPts val="0"/>
              </a:spcAft>
              <a:buSzPts val="1400"/>
              <a:buNone/>
              <a:defRPr sz="2200"/>
            </a:lvl7pPr>
            <a:lvl8pPr lvl="7" algn="ctr">
              <a:lnSpc>
                <a:spcPct val="90000"/>
              </a:lnSpc>
              <a:spcBef>
                <a:spcPts val="0"/>
              </a:spcBef>
              <a:spcAft>
                <a:spcPts val="0"/>
              </a:spcAft>
              <a:buSzPts val="1400"/>
              <a:buNone/>
              <a:defRPr sz="2200"/>
            </a:lvl8pPr>
            <a:lvl9pPr lvl="8" algn="ctr">
              <a:lnSpc>
                <a:spcPct val="90000"/>
              </a:lnSpc>
              <a:spcBef>
                <a:spcPts val="0"/>
              </a:spcBef>
              <a:spcAft>
                <a:spcPts val="0"/>
              </a:spcAft>
              <a:buSzPts val="1400"/>
              <a:buNone/>
              <a:defRPr sz="2200"/>
            </a:lvl9pPr>
          </a:lstStyle>
          <a:p/>
        </p:txBody>
      </p:sp>
      <p:sp>
        <p:nvSpPr>
          <p:cNvPr id="588" name="Google Shape;588;p63"/>
          <p:cNvSpPr/>
          <p:nvPr>
            <p:ph idx="4" type="pic"/>
          </p:nvPr>
        </p:nvSpPr>
        <p:spPr>
          <a:xfrm>
            <a:off x="3982589" y="2427948"/>
            <a:ext cx="1179600" cy="1417200"/>
          </a:xfrm>
          <a:prstGeom prst="rect">
            <a:avLst/>
          </a:prstGeom>
          <a:noFill/>
          <a:ln>
            <a:noFill/>
          </a:ln>
        </p:spPr>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p:cSld name="CUSTOM_7_1_1_1_1_1_1_1_1_1_1_1_1_1_1_1_1_1_1_1_1">
    <p:bg>
      <p:bgPr>
        <a:solidFill>
          <a:schemeClr val="lt1"/>
        </a:solidFill>
      </p:bgPr>
    </p:bg>
    <p:spTree>
      <p:nvGrpSpPr>
        <p:cNvPr id="589" name="Shape 589"/>
        <p:cNvGrpSpPr/>
        <p:nvPr/>
      </p:nvGrpSpPr>
      <p:grpSpPr>
        <a:xfrm>
          <a:off x="0" y="0"/>
          <a:ext cx="0" cy="0"/>
          <a:chOff x="0" y="0"/>
          <a:chExt cx="0" cy="0"/>
        </a:xfrm>
      </p:grpSpPr>
      <p:sp>
        <p:nvSpPr>
          <p:cNvPr id="590" name="Google Shape;590;p6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591" name="Google Shape;591;p64"/>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592" name="Google Shape;592;p64"/>
          <p:cNvSpPr txBox="1"/>
          <p:nvPr>
            <p:ph type="title"/>
          </p:nvPr>
        </p:nvSpPr>
        <p:spPr>
          <a:xfrm>
            <a:off x="1453650" y="1325938"/>
            <a:ext cx="6236700" cy="2011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2500">
                <a:solidFill>
                  <a:schemeClr val="dk1"/>
                </a:solidFill>
              </a:defRPr>
            </a:lvl1pPr>
            <a:lvl2pPr lvl="1" algn="l">
              <a:lnSpc>
                <a:spcPct val="100000"/>
              </a:lnSpc>
              <a:spcBef>
                <a:spcPts val="0"/>
              </a:spcBef>
              <a:spcAft>
                <a:spcPts val="0"/>
              </a:spcAft>
              <a:buSzPts val="1400"/>
              <a:buNone/>
              <a:defRPr sz="2500">
                <a:solidFill>
                  <a:schemeClr val="dk1"/>
                </a:solidFill>
              </a:defRPr>
            </a:lvl2pPr>
            <a:lvl3pPr lvl="2" algn="l">
              <a:lnSpc>
                <a:spcPct val="100000"/>
              </a:lnSpc>
              <a:spcBef>
                <a:spcPts val="0"/>
              </a:spcBef>
              <a:spcAft>
                <a:spcPts val="0"/>
              </a:spcAft>
              <a:buSzPts val="1400"/>
              <a:buNone/>
              <a:defRPr sz="2500">
                <a:solidFill>
                  <a:schemeClr val="dk1"/>
                </a:solidFill>
              </a:defRPr>
            </a:lvl3pPr>
            <a:lvl4pPr lvl="3" algn="l">
              <a:lnSpc>
                <a:spcPct val="100000"/>
              </a:lnSpc>
              <a:spcBef>
                <a:spcPts val="0"/>
              </a:spcBef>
              <a:spcAft>
                <a:spcPts val="0"/>
              </a:spcAft>
              <a:buSzPts val="1400"/>
              <a:buNone/>
              <a:defRPr sz="2500">
                <a:solidFill>
                  <a:schemeClr val="dk1"/>
                </a:solidFill>
              </a:defRPr>
            </a:lvl4pPr>
            <a:lvl5pPr lvl="4" algn="l">
              <a:lnSpc>
                <a:spcPct val="100000"/>
              </a:lnSpc>
              <a:spcBef>
                <a:spcPts val="0"/>
              </a:spcBef>
              <a:spcAft>
                <a:spcPts val="0"/>
              </a:spcAft>
              <a:buSzPts val="1400"/>
              <a:buNone/>
              <a:defRPr sz="2500">
                <a:solidFill>
                  <a:schemeClr val="dk1"/>
                </a:solidFill>
              </a:defRPr>
            </a:lvl5pPr>
            <a:lvl6pPr lvl="5" algn="l">
              <a:lnSpc>
                <a:spcPct val="100000"/>
              </a:lnSpc>
              <a:spcBef>
                <a:spcPts val="0"/>
              </a:spcBef>
              <a:spcAft>
                <a:spcPts val="0"/>
              </a:spcAft>
              <a:buSzPts val="1400"/>
              <a:buNone/>
              <a:defRPr sz="2500">
                <a:solidFill>
                  <a:schemeClr val="dk1"/>
                </a:solidFill>
              </a:defRPr>
            </a:lvl6pPr>
            <a:lvl7pPr lvl="6" algn="l">
              <a:lnSpc>
                <a:spcPct val="100000"/>
              </a:lnSpc>
              <a:spcBef>
                <a:spcPts val="0"/>
              </a:spcBef>
              <a:spcAft>
                <a:spcPts val="0"/>
              </a:spcAft>
              <a:buSzPts val="1400"/>
              <a:buNone/>
              <a:defRPr sz="2500">
                <a:solidFill>
                  <a:schemeClr val="dk1"/>
                </a:solidFill>
              </a:defRPr>
            </a:lvl7pPr>
            <a:lvl8pPr lvl="7" algn="l">
              <a:lnSpc>
                <a:spcPct val="100000"/>
              </a:lnSpc>
              <a:spcBef>
                <a:spcPts val="0"/>
              </a:spcBef>
              <a:spcAft>
                <a:spcPts val="0"/>
              </a:spcAft>
              <a:buSzPts val="1400"/>
              <a:buNone/>
              <a:defRPr sz="2500">
                <a:solidFill>
                  <a:schemeClr val="dk1"/>
                </a:solidFill>
              </a:defRPr>
            </a:lvl8pPr>
            <a:lvl9pPr lvl="8" algn="l">
              <a:lnSpc>
                <a:spcPct val="100000"/>
              </a:lnSpc>
              <a:spcBef>
                <a:spcPts val="0"/>
              </a:spcBef>
              <a:spcAft>
                <a:spcPts val="0"/>
              </a:spcAft>
              <a:buSzPts val="1400"/>
              <a:buNone/>
              <a:defRPr sz="2500">
                <a:solidFill>
                  <a:schemeClr val="dk1"/>
                </a:solidFill>
              </a:defRPr>
            </a:lvl9pPr>
          </a:lstStyle>
          <a:p/>
        </p:txBody>
      </p:sp>
      <p:sp>
        <p:nvSpPr>
          <p:cNvPr id="593" name="Google Shape;593;p64"/>
          <p:cNvSpPr/>
          <p:nvPr>
            <p:ph idx="2" type="pic"/>
          </p:nvPr>
        </p:nvSpPr>
        <p:spPr>
          <a:xfrm>
            <a:off x="1442350" y="3492500"/>
            <a:ext cx="408900" cy="408900"/>
          </a:xfrm>
          <a:prstGeom prst="ellipse">
            <a:avLst/>
          </a:prstGeom>
          <a:noFill/>
          <a:ln>
            <a:noFill/>
          </a:ln>
        </p:spPr>
      </p:sp>
      <p:sp>
        <p:nvSpPr>
          <p:cNvPr id="594" name="Google Shape;594;p64"/>
          <p:cNvSpPr txBox="1"/>
          <p:nvPr>
            <p:ph idx="3" type="subTitle"/>
          </p:nvPr>
        </p:nvSpPr>
        <p:spPr>
          <a:xfrm>
            <a:off x="1957375" y="3536000"/>
            <a:ext cx="26616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lgn="l">
              <a:lnSpc>
                <a:spcPct val="115000"/>
              </a:lnSpc>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2pPr>
            <a:lvl3pPr lvl="2" algn="l">
              <a:lnSpc>
                <a:spcPct val="115000"/>
              </a:lnSpc>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3pPr>
            <a:lvl4pPr lvl="3" algn="l">
              <a:lnSpc>
                <a:spcPct val="115000"/>
              </a:lnSpc>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4pPr>
            <a:lvl5pPr lvl="4" algn="l">
              <a:lnSpc>
                <a:spcPct val="115000"/>
              </a:lnSpc>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5pPr>
            <a:lvl6pPr lvl="5" algn="l">
              <a:lnSpc>
                <a:spcPct val="115000"/>
              </a:lnSpc>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6pPr>
            <a:lvl7pPr lvl="6" algn="l">
              <a:lnSpc>
                <a:spcPct val="115000"/>
              </a:lnSpc>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7pPr>
            <a:lvl8pPr lvl="7" algn="l">
              <a:lnSpc>
                <a:spcPct val="115000"/>
              </a:lnSpc>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8pPr>
            <a:lvl9pPr lvl="8" algn="l">
              <a:lnSpc>
                <a:spcPct val="115000"/>
              </a:lnSpc>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9pPr>
          </a:lstStyle>
          <a:p/>
        </p:txBody>
      </p:sp>
      <p:sp>
        <p:nvSpPr>
          <p:cNvPr id="595" name="Google Shape;595;p64"/>
          <p:cNvSpPr txBox="1"/>
          <p:nvPr>
            <p:ph idx="4" type="subTitle"/>
          </p:nvPr>
        </p:nvSpPr>
        <p:spPr>
          <a:xfrm>
            <a:off x="1957375" y="3678443"/>
            <a:ext cx="26616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Light">
  <p:cSld name="CUSTOM_7_1_1_1_1_1_1_1_1_1_1_1_1_1_1_1_1_1_1_1">
    <p:spTree>
      <p:nvGrpSpPr>
        <p:cNvPr id="596" name="Shape 596"/>
        <p:cNvGrpSpPr/>
        <p:nvPr/>
      </p:nvGrpSpPr>
      <p:grpSpPr>
        <a:xfrm>
          <a:off x="0" y="0"/>
          <a:ext cx="0" cy="0"/>
          <a:chOff x="0" y="0"/>
          <a:chExt cx="0" cy="0"/>
        </a:xfrm>
      </p:grpSpPr>
      <p:sp>
        <p:nvSpPr>
          <p:cNvPr id="597" name="Google Shape;597;p6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598" name="Google Shape;598;p65"/>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599" name="Google Shape;599;p65"/>
          <p:cNvSpPr txBox="1"/>
          <p:nvPr>
            <p:ph type="title"/>
          </p:nvPr>
        </p:nvSpPr>
        <p:spPr>
          <a:xfrm>
            <a:off x="1453650" y="1325938"/>
            <a:ext cx="6236700" cy="2011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2500"/>
            </a:lvl1pPr>
            <a:lvl2pPr lvl="1" algn="l">
              <a:lnSpc>
                <a:spcPct val="100000"/>
              </a:lnSpc>
              <a:spcBef>
                <a:spcPts val="0"/>
              </a:spcBef>
              <a:spcAft>
                <a:spcPts val="0"/>
              </a:spcAft>
              <a:buSzPts val="1400"/>
              <a:buNone/>
              <a:defRPr sz="2500"/>
            </a:lvl2pPr>
            <a:lvl3pPr lvl="2" algn="l">
              <a:lnSpc>
                <a:spcPct val="100000"/>
              </a:lnSpc>
              <a:spcBef>
                <a:spcPts val="0"/>
              </a:spcBef>
              <a:spcAft>
                <a:spcPts val="0"/>
              </a:spcAft>
              <a:buSzPts val="1400"/>
              <a:buNone/>
              <a:defRPr sz="2500"/>
            </a:lvl3pPr>
            <a:lvl4pPr lvl="3" algn="l">
              <a:lnSpc>
                <a:spcPct val="100000"/>
              </a:lnSpc>
              <a:spcBef>
                <a:spcPts val="0"/>
              </a:spcBef>
              <a:spcAft>
                <a:spcPts val="0"/>
              </a:spcAft>
              <a:buSzPts val="1400"/>
              <a:buNone/>
              <a:defRPr sz="2500"/>
            </a:lvl4pPr>
            <a:lvl5pPr lvl="4" algn="l">
              <a:lnSpc>
                <a:spcPct val="100000"/>
              </a:lnSpc>
              <a:spcBef>
                <a:spcPts val="0"/>
              </a:spcBef>
              <a:spcAft>
                <a:spcPts val="0"/>
              </a:spcAft>
              <a:buSzPts val="1400"/>
              <a:buNone/>
              <a:defRPr sz="2500"/>
            </a:lvl5pPr>
            <a:lvl6pPr lvl="5" algn="l">
              <a:lnSpc>
                <a:spcPct val="100000"/>
              </a:lnSpc>
              <a:spcBef>
                <a:spcPts val="0"/>
              </a:spcBef>
              <a:spcAft>
                <a:spcPts val="0"/>
              </a:spcAft>
              <a:buSzPts val="1400"/>
              <a:buNone/>
              <a:defRPr sz="2500"/>
            </a:lvl6pPr>
            <a:lvl7pPr lvl="6" algn="l">
              <a:lnSpc>
                <a:spcPct val="100000"/>
              </a:lnSpc>
              <a:spcBef>
                <a:spcPts val="0"/>
              </a:spcBef>
              <a:spcAft>
                <a:spcPts val="0"/>
              </a:spcAft>
              <a:buSzPts val="1400"/>
              <a:buNone/>
              <a:defRPr sz="2500"/>
            </a:lvl7pPr>
            <a:lvl8pPr lvl="7" algn="l">
              <a:lnSpc>
                <a:spcPct val="100000"/>
              </a:lnSpc>
              <a:spcBef>
                <a:spcPts val="0"/>
              </a:spcBef>
              <a:spcAft>
                <a:spcPts val="0"/>
              </a:spcAft>
              <a:buSzPts val="1400"/>
              <a:buNone/>
              <a:defRPr sz="2500"/>
            </a:lvl8pPr>
            <a:lvl9pPr lvl="8" algn="l">
              <a:lnSpc>
                <a:spcPct val="100000"/>
              </a:lnSpc>
              <a:spcBef>
                <a:spcPts val="0"/>
              </a:spcBef>
              <a:spcAft>
                <a:spcPts val="0"/>
              </a:spcAft>
              <a:buSzPts val="1400"/>
              <a:buNone/>
              <a:defRPr sz="2500"/>
            </a:lvl9pPr>
          </a:lstStyle>
          <a:p/>
        </p:txBody>
      </p:sp>
      <p:sp>
        <p:nvSpPr>
          <p:cNvPr id="600" name="Google Shape;600;p65"/>
          <p:cNvSpPr/>
          <p:nvPr>
            <p:ph idx="2" type="pic"/>
          </p:nvPr>
        </p:nvSpPr>
        <p:spPr>
          <a:xfrm>
            <a:off x="1442350" y="3492500"/>
            <a:ext cx="408900" cy="408900"/>
          </a:xfrm>
          <a:prstGeom prst="ellipse">
            <a:avLst/>
          </a:prstGeom>
          <a:noFill/>
          <a:ln>
            <a:noFill/>
          </a:ln>
        </p:spPr>
      </p:sp>
      <p:sp>
        <p:nvSpPr>
          <p:cNvPr id="601" name="Google Shape;601;p65"/>
          <p:cNvSpPr txBox="1"/>
          <p:nvPr>
            <p:ph idx="3" type="subTitle"/>
          </p:nvPr>
        </p:nvSpPr>
        <p:spPr>
          <a:xfrm>
            <a:off x="1957375" y="3536000"/>
            <a:ext cx="26616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2pPr>
            <a:lvl3pPr lvl="2"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3pPr>
            <a:lvl4pPr lvl="3"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4pPr>
            <a:lvl5pPr lvl="4"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5pPr>
            <a:lvl6pPr lvl="5"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6pPr>
            <a:lvl7pPr lvl="6"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7pPr>
            <a:lvl8pPr lvl="7"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8pPr>
            <a:lvl9pPr lvl="8"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9pPr>
          </a:lstStyle>
          <a:p/>
        </p:txBody>
      </p:sp>
      <p:sp>
        <p:nvSpPr>
          <p:cNvPr id="602" name="Google Shape;602;p65"/>
          <p:cNvSpPr txBox="1"/>
          <p:nvPr>
            <p:ph idx="4" type="subTitle"/>
          </p:nvPr>
        </p:nvSpPr>
        <p:spPr>
          <a:xfrm>
            <a:off x="1957375" y="3678443"/>
            <a:ext cx="26616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2pPr>
            <a:lvl3pPr lvl="2"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3pPr>
            <a:lvl4pPr lvl="3"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4pPr>
            <a:lvl5pPr lvl="4"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5pPr>
            <a:lvl6pPr lvl="5"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6pPr>
            <a:lvl7pPr lvl="6"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7pPr>
            <a:lvl8pPr lvl="7"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8pPr>
            <a:lvl9pPr lvl="8"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3">
  <p:cSld name="CUSTOM_2_1_2">
    <p:bg>
      <p:bgPr>
        <a:solidFill>
          <a:schemeClr val="accent1"/>
        </a:solidFill>
      </p:bgPr>
    </p:bg>
    <p:spTree>
      <p:nvGrpSpPr>
        <p:cNvPr id="603" name="Shape 603"/>
        <p:cNvGrpSpPr/>
        <p:nvPr/>
      </p:nvGrpSpPr>
      <p:grpSpPr>
        <a:xfrm>
          <a:off x="0" y="0"/>
          <a:ext cx="0" cy="0"/>
          <a:chOff x="0" y="0"/>
          <a:chExt cx="0" cy="0"/>
        </a:xfrm>
      </p:grpSpPr>
      <p:sp>
        <p:nvSpPr>
          <p:cNvPr id="604" name="Google Shape;604;p6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605" name="Google Shape;605;p66"/>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606" name="Google Shape;606;p66"/>
          <p:cNvSpPr txBox="1"/>
          <p:nvPr>
            <p:ph idx="2" type="subTitle"/>
          </p:nvPr>
        </p:nvSpPr>
        <p:spPr>
          <a:xfrm>
            <a:off x="3154650" y="1051772"/>
            <a:ext cx="4163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SzPts val="1000"/>
              <a:buFont typeface="DM Sans"/>
              <a:buNone/>
              <a:defRPr sz="1000">
                <a:latin typeface="DM Sans"/>
                <a:ea typeface="DM Sans"/>
                <a:cs typeface="DM Sans"/>
                <a:sym typeface="DM Sans"/>
              </a:defRPr>
            </a:lvl1pPr>
            <a:lvl2pPr lvl="1" algn="l">
              <a:lnSpc>
                <a:spcPct val="115000"/>
              </a:lnSpc>
              <a:spcBef>
                <a:spcPts val="0"/>
              </a:spcBef>
              <a:spcAft>
                <a:spcPts val="0"/>
              </a:spcAft>
              <a:buSzPts val="1400"/>
              <a:buFont typeface="DM Sans"/>
              <a:buNone/>
              <a:defRPr>
                <a:latin typeface="DM Sans"/>
                <a:ea typeface="DM Sans"/>
                <a:cs typeface="DM Sans"/>
                <a:sym typeface="DM Sans"/>
              </a:defRPr>
            </a:lvl2pPr>
            <a:lvl3pPr lvl="2" algn="l">
              <a:lnSpc>
                <a:spcPct val="115000"/>
              </a:lnSpc>
              <a:spcBef>
                <a:spcPts val="0"/>
              </a:spcBef>
              <a:spcAft>
                <a:spcPts val="0"/>
              </a:spcAft>
              <a:buSzPts val="1400"/>
              <a:buFont typeface="DM Sans"/>
              <a:buNone/>
              <a:defRPr>
                <a:latin typeface="DM Sans"/>
                <a:ea typeface="DM Sans"/>
                <a:cs typeface="DM Sans"/>
                <a:sym typeface="DM Sans"/>
              </a:defRPr>
            </a:lvl3pPr>
            <a:lvl4pPr lvl="3" algn="l">
              <a:lnSpc>
                <a:spcPct val="115000"/>
              </a:lnSpc>
              <a:spcBef>
                <a:spcPts val="0"/>
              </a:spcBef>
              <a:spcAft>
                <a:spcPts val="0"/>
              </a:spcAft>
              <a:buSzPts val="1400"/>
              <a:buFont typeface="DM Sans"/>
              <a:buNone/>
              <a:defRPr>
                <a:latin typeface="DM Sans"/>
                <a:ea typeface="DM Sans"/>
                <a:cs typeface="DM Sans"/>
                <a:sym typeface="DM Sans"/>
              </a:defRPr>
            </a:lvl4pPr>
            <a:lvl5pPr lvl="4" algn="l">
              <a:lnSpc>
                <a:spcPct val="115000"/>
              </a:lnSpc>
              <a:spcBef>
                <a:spcPts val="0"/>
              </a:spcBef>
              <a:spcAft>
                <a:spcPts val="0"/>
              </a:spcAft>
              <a:buSzPts val="1400"/>
              <a:buFont typeface="DM Sans"/>
              <a:buNone/>
              <a:defRPr>
                <a:latin typeface="DM Sans"/>
                <a:ea typeface="DM Sans"/>
                <a:cs typeface="DM Sans"/>
                <a:sym typeface="DM Sans"/>
              </a:defRPr>
            </a:lvl5pPr>
            <a:lvl6pPr lvl="5" algn="l">
              <a:lnSpc>
                <a:spcPct val="115000"/>
              </a:lnSpc>
              <a:spcBef>
                <a:spcPts val="0"/>
              </a:spcBef>
              <a:spcAft>
                <a:spcPts val="0"/>
              </a:spcAft>
              <a:buSzPts val="1400"/>
              <a:buFont typeface="DM Sans"/>
              <a:buNone/>
              <a:defRPr>
                <a:latin typeface="DM Sans"/>
                <a:ea typeface="DM Sans"/>
                <a:cs typeface="DM Sans"/>
                <a:sym typeface="DM Sans"/>
              </a:defRPr>
            </a:lvl6pPr>
            <a:lvl7pPr lvl="6" algn="l">
              <a:lnSpc>
                <a:spcPct val="115000"/>
              </a:lnSpc>
              <a:spcBef>
                <a:spcPts val="0"/>
              </a:spcBef>
              <a:spcAft>
                <a:spcPts val="0"/>
              </a:spcAft>
              <a:buSzPts val="1400"/>
              <a:buFont typeface="DM Sans"/>
              <a:buNone/>
              <a:defRPr>
                <a:latin typeface="DM Sans"/>
                <a:ea typeface="DM Sans"/>
                <a:cs typeface="DM Sans"/>
                <a:sym typeface="DM Sans"/>
              </a:defRPr>
            </a:lvl7pPr>
            <a:lvl8pPr lvl="7" algn="l">
              <a:lnSpc>
                <a:spcPct val="115000"/>
              </a:lnSpc>
              <a:spcBef>
                <a:spcPts val="0"/>
              </a:spcBef>
              <a:spcAft>
                <a:spcPts val="0"/>
              </a:spcAft>
              <a:buSzPts val="1400"/>
              <a:buFont typeface="DM Sans"/>
              <a:buNone/>
              <a:defRPr>
                <a:latin typeface="DM Sans"/>
                <a:ea typeface="DM Sans"/>
                <a:cs typeface="DM Sans"/>
                <a:sym typeface="DM Sans"/>
              </a:defRPr>
            </a:lvl8pPr>
            <a:lvl9pPr lvl="8" algn="l">
              <a:lnSpc>
                <a:spcPct val="115000"/>
              </a:lnSpc>
              <a:spcBef>
                <a:spcPts val="0"/>
              </a:spcBef>
              <a:spcAft>
                <a:spcPts val="0"/>
              </a:spcAft>
              <a:buSzPts val="1400"/>
              <a:buFont typeface="DM Sans"/>
              <a:buNone/>
              <a:defRPr>
                <a:latin typeface="DM Sans"/>
                <a:ea typeface="DM Sans"/>
                <a:cs typeface="DM Sans"/>
                <a:sym typeface="DM Sans"/>
              </a:defRPr>
            </a:lvl9pPr>
          </a:lstStyle>
          <a:p/>
        </p:txBody>
      </p:sp>
      <p:sp>
        <p:nvSpPr>
          <p:cNvPr id="607" name="Google Shape;607;p66"/>
          <p:cNvSpPr txBox="1"/>
          <p:nvPr>
            <p:ph type="title"/>
          </p:nvPr>
        </p:nvSpPr>
        <p:spPr>
          <a:xfrm>
            <a:off x="3154650" y="1801500"/>
            <a:ext cx="5622000" cy="28320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SzPts val="3000"/>
              <a:buNone/>
              <a:defRPr sz="2800"/>
            </a:lvl1pPr>
            <a:lvl2pPr lvl="1" algn="l">
              <a:lnSpc>
                <a:spcPct val="90000"/>
              </a:lnSpc>
              <a:spcBef>
                <a:spcPts val="0"/>
              </a:spcBef>
              <a:spcAft>
                <a:spcPts val="0"/>
              </a:spcAft>
              <a:buSzPts val="1400"/>
              <a:buNone/>
              <a:defRPr sz="2800"/>
            </a:lvl2pPr>
            <a:lvl3pPr lvl="2" algn="l">
              <a:lnSpc>
                <a:spcPct val="90000"/>
              </a:lnSpc>
              <a:spcBef>
                <a:spcPts val="0"/>
              </a:spcBef>
              <a:spcAft>
                <a:spcPts val="0"/>
              </a:spcAft>
              <a:buSzPts val="1400"/>
              <a:buNone/>
              <a:defRPr sz="2800"/>
            </a:lvl3pPr>
            <a:lvl4pPr lvl="3" algn="l">
              <a:lnSpc>
                <a:spcPct val="90000"/>
              </a:lnSpc>
              <a:spcBef>
                <a:spcPts val="0"/>
              </a:spcBef>
              <a:spcAft>
                <a:spcPts val="0"/>
              </a:spcAft>
              <a:buSzPts val="1400"/>
              <a:buNone/>
              <a:defRPr sz="2800"/>
            </a:lvl4pPr>
            <a:lvl5pPr lvl="4" algn="l">
              <a:lnSpc>
                <a:spcPct val="90000"/>
              </a:lnSpc>
              <a:spcBef>
                <a:spcPts val="0"/>
              </a:spcBef>
              <a:spcAft>
                <a:spcPts val="0"/>
              </a:spcAft>
              <a:buSzPts val="1400"/>
              <a:buNone/>
              <a:defRPr sz="2800"/>
            </a:lvl5pPr>
            <a:lvl6pPr lvl="5" algn="l">
              <a:lnSpc>
                <a:spcPct val="90000"/>
              </a:lnSpc>
              <a:spcBef>
                <a:spcPts val="0"/>
              </a:spcBef>
              <a:spcAft>
                <a:spcPts val="0"/>
              </a:spcAft>
              <a:buSzPts val="1400"/>
              <a:buNone/>
              <a:defRPr sz="2800"/>
            </a:lvl6pPr>
            <a:lvl7pPr lvl="6" algn="l">
              <a:lnSpc>
                <a:spcPct val="90000"/>
              </a:lnSpc>
              <a:spcBef>
                <a:spcPts val="0"/>
              </a:spcBef>
              <a:spcAft>
                <a:spcPts val="0"/>
              </a:spcAft>
              <a:buSzPts val="1400"/>
              <a:buNone/>
              <a:defRPr sz="2800"/>
            </a:lvl7pPr>
            <a:lvl8pPr lvl="7" algn="l">
              <a:lnSpc>
                <a:spcPct val="90000"/>
              </a:lnSpc>
              <a:spcBef>
                <a:spcPts val="0"/>
              </a:spcBef>
              <a:spcAft>
                <a:spcPts val="0"/>
              </a:spcAft>
              <a:buSzPts val="1400"/>
              <a:buNone/>
              <a:defRPr sz="2800"/>
            </a:lvl8pPr>
            <a:lvl9pPr lvl="8" algn="l">
              <a:lnSpc>
                <a:spcPct val="90000"/>
              </a:lnSpc>
              <a:spcBef>
                <a:spcPts val="0"/>
              </a:spcBef>
              <a:spcAft>
                <a:spcPts val="0"/>
              </a:spcAft>
              <a:buSzPts val="1400"/>
              <a:buNone/>
              <a:defRPr sz="2800"/>
            </a:lvl9pPr>
          </a:lstStyle>
          <a:p/>
        </p:txBody>
      </p:sp>
      <p:sp>
        <p:nvSpPr>
          <p:cNvPr id="608" name="Google Shape;608;p66"/>
          <p:cNvSpPr/>
          <p:nvPr>
            <p:ph idx="3" type="pic"/>
          </p:nvPr>
        </p:nvSpPr>
        <p:spPr>
          <a:xfrm>
            <a:off x="361975" y="1066100"/>
            <a:ext cx="1967700" cy="1311600"/>
          </a:xfrm>
          <a:prstGeom prst="rect">
            <a:avLst/>
          </a:prstGeom>
          <a:noFill/>
          <a:ln>
            <a:noFill/>
          </a:ln>
        </p:spPr>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_2">
    <p:bg>
      <p:bgPr>
        <a:solidFill>
          <a:schemeClr val="lt1"/>
        </a:solidFill>
      </p:bgPr>
    </p:bg>
    <p:spTree>
      <p:nvGrpSpPr>
        <p:cNvPr id="609" name="Shape 609"/>
        <p:cNvGrpSpPr/>
        <p:nvPr/>
      </p:nvGrpSpPr>
      <p:grpSpPr>
        <a:xfrm>
          <a:off x="0" y="0"/>
          <a:ext cx="0" cy="0"/>
          <a:chOff x="0" y="0"/>
          <a:chExt cx="0" cy="0"/>
        </a:xfrm>
      </p:grpSpPr>
      <p:sp>
        <p:nvSpPr>
          <p:cNvPr id="610" name="Google Shape;610;p6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611" name="Google Shape;611;p67"/>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612" name="Google Shape;612;p67"/>
          <p:cNvSpPr txBox="1"/>
          <p:nvPr>
            <p:ph idx="2" type="body"/>
          </p:nvPr>
        </p:nvSpPr>
        <p:spPr>
          <a:xfrm>
            <a:off x="7130875" y="3628800"/>
            <a:ext cx="1645800" cy="6801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l">
              <a:lnSpc>
                <a:spcPct val="115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613" name="Google Shape;613;p67"/>
          <p:cNvSpPr txBox="1"/>
          <p:nvPr>
            <p:ph idx="3" type="subTitle"/>
          </p:nvPr>
        </p:nvSpPr>
        <p:spPr>
          <a:xfrm>
            <a:off x="7130875" y="2586820"/>
            <a:ext cx="1645800" cy="152400"/>
          </a:xfrm>
          <a:prstGeom prst="rect">
            <a:avLst/>
          </a:prstGeom>
          <a:noFill/>
          <a:ln>
            <a:noFill/>
          </a:ln>
        </p:spPr>
        <p:txBody>
          <a:bodyPr anchorCtr="0" anchor="b" bIns="0" lIns="0" spcFirstLastPara="1" rIns="0" wrap="square" tIns="0">
            <a:noAutofit/>
          </a:bodyPr>
          <a:lstStyle>
            <a:lvl1pPr lvl="0" algn="l">
              <a:lnSpc>
                <a:spcPct val="115000"/>
              </a:lnSpc>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614" name="Google Shape;614;p67"/>
          <p:cNvSpPr txBox="1"/>
          <p:nvPr>
            <p:ph idx="4" type="subTitle"/>
          </p:nvPr>
        </p:nvSpPr>
        <p:spPr>
          <a:xfrm>
            <a:off x="7130875" y="2791120"/>
            <a:ext cx="1645800" cy="1524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615" name="Google Shape;615;p67"/>
          <p:cNvSpPr txBox="1"/>
          <p:nvPr>
            <p:ph idx="5" type="body"/>
          </p:nvPr>
        </p:nvSpPr>
        <p:spPr>
          <a:xfrm>
            <a:off x="4892138" y="3628800"/>
            <a:ext cx="1645800" cy="6801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l">
              <a:lnSpc>
                <a:spcPct val="115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616" name="Google Shape;616;p67"/>
          <p:cNvSpPr txBox="1"/>
          <p:nvPr>
            <p:ph idx="6" type="subTitle"/>
          </p:nvPr>
        </p:nvSpPr>
        <p:spPr>
          <a:xfrm>
            <a:off x="4892138" y="2586820"/>
            <a:ext cx="1645800" cy="152400"/>
          </a:xfrm>
          <a:prstGeom prst="rect">
            <a:avLst/>
          </a:prstGeom>
          <a:noFill/>
          <a:ln>
            <a:noFill/>
          </a:ln>
        </p:spPr>
        <p:txBody>
          <a:bodyPr anchorCtr="0" anchor="b" bIns="0" lIns="0" spcFirstLastPara="1" rIns="0" wrap="square" tIns="0">
            <a:noAutofit/>
          </a:bodyPr>
          <a:lstStyle>
            <a:lvl1pPr lvl="0" algn="l">
              <a:lnSpc>
                <a:spcPct val="115000"/>
              </a:lnSpc>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617" name="Google Shape;617;p67"/>
          <p:cNvSpPr txBox="1"/>
          <p:nvPr>
            <p:ph idx="7" type="subTitle"/>
          </p:nvPr>
        </p:nvSpPr>
        <p:spPr>
          <a:xfrm>
            <a:off x="4892138" y="2791120"/>
            <a:ext cx="1645800" cy="1524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618" name="Google Shape;618;p67"/>
          <p:cNvSpPr txBox="1"/>
          <p:nvPr>
            <p:ph idx="8" type="body"/>
          </p:nvPr>
        </p:nvSpPr>
        <p:spPr>
          <a:xfrm>
            <a:off x="2607050" y="3628800"/>
            <a:ext cx="1645800" cy="6801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l">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619" name="Google Shape;619;p67"/>
          <p:cNvSpPr txBox="1"/>
          <p:nvPr>
            <p:ph idx="9" type="subTitle"/>
          </p:nvPr>
        </p:nvSpPr>
        <p:spPr>
          <a:xfrm>
            <a:off x="2607050" y="2586820"/>
            <a:ext cx="1645800" cy="152400"/>
          </a:xfrm>
          <a:prstGeom prst="rect">
            <a:avLst/>
          </a:prstGeom>
          <a:noFill/>
          <a:ln>
            <a:noFill/>
          </a:ln>
        </p:spPr>
        <p:txBody>
          <a:bodyPr anchorCtr="0" anchor="b" bIns="0" lIns="0" spcFirstLastPara="1" rIns="0" wrap="square" tIns="0">
            <a:noAutofit/>
          </a:bodyPr>
          <a:lstStyle>
            <a:lvl1pPr lvl="0" algn="l">
              <a:lnSpc>
                <a:spcPct val="115000"/>
              </a:lnSpc>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620" name="Google Shape;620;p67"/>
          <p:cNvSpPr txBox="1"/>
          <p:nvPr>
            <p:ph idx="13" type="subTitle"/>
          </p:nvPr>
        </p:nvSpPr>
        <p:spPr>
          <a:xfrm>
            <a:off x="2607050" y="2791120"/>
            <a:ext cx="1645800" cy="1524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621" name="Google Shape;621;p67"/>
          <p:cNvSpPr txBox="1"/>
          <p:nvPr>
            <p:ph idx="14" type="body"/>
          </p:nvPr>
        </p:nvSpPr>
        <p:spPr>
          <a:xfrm>
            <a:off x="361975" y="3628800"/>
            <a:ext cx="1645800" cy="6801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l">
              <a:lnSpc>
                <a:spcPct val="115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622" name="Google Shape;622;p67"/>
          <p:cNvSpPr txBox="1"/>
          <p:nvPr>
            <p:ph idx="15" type="subTitle"/>
          </p:nvPr>
        </p:nvSpPr>
        <p:spPr>
          <a:xfrm>
            <a:off x="361975" y="2586820"/>
            <a:ext cx="1645800" cy="152400"/>
          </a:xfrm>
          <a:prstGeom prst="rect">
            <a:avLst/>
          </a:prstGeom>
          <a:noFill/>
          <a:ln>
            <a:noFill/>
          </a:ln>
        </p:spPr>
        <p:txBody>
          <a:bodyPr anchorCtr="0" anchor="b" bIns="0" lIns="0" spcFirstLastPara="1" rIns="0" wrap="square" tIns="0">
            <a:noAutofit/>
          </a:bodyPr>
          <a:lstStyle>
            <a:lvl1pPr lvl="0" algn="l">
              <a:lnSpc>
                <a:spcPct val="115000"/>
              </a:lnSpc>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623" name="Google Shape;623;p67"/>
          <p:cNvSpPr txBox="1"/>
          <p:nvPr>
            <p:ph idx="16" type="subTitle"/>
          </p:nvPr>
        </p:nvSpPr>
        <p:spPr>
          <a:xfrm>
            <a:off x="361975" y="2791120"/>
            <a:ext cx="1645800" cy="1524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624" name="Google Shape;624;p67"/>
          <p:cNvSpPr txBox="1"/>
          <p:nvPr>
            <p:ph idx="17" type="subTitle"/>
          </p:nvPr>
        </p:nvSpPr>
        <p:spPr>
          <a:xfrm>
            <a:off x="2490450" y="732775"/>
            <a:ext cx="4163100" cy="138600"/>
          </a:xfrm>
          <a:prstGeom prst="rect">
            <a:avLst/>
          </a:prstGeom>
          <a:noFill/>
          <a:ln>
            <a:noFill/>
          </a:ln>
        </p:spPr>
        <p:txBody>
          <a:bodyPr anchorCtr="0" anchor="b" bIns="0" lIns="0" spcFirstLastPara="1" rIns="0" wrap="square" tIns="0">
            <a:spAutoFit/>
          </a:bodyPr>
          <a:lstStyle>
            <a:lvl1pPr lvl="0" algn="ctr">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625" name="Google Shape;625;p67"/>
          <p:cNvSpPr txBox="1"/>
          <p:nvPr>
            <p:ph type="title"/>
          </p:nvPr>
        </p:nvSpPr>
        <p:spPr>
          <a:xfrm>
            <a:off x="1406600" y="988557"/>
            <a:ext cx="6330900" cy="587700"/>
          </a:xfrm>
          <a:prstGeom prst="rect">
            <a:avLst/>
          </a:prstGeom>
          <a:noFill/>
          <a:ln>
            <a:noFill/>
          </a:ln>
        </p:spPr>
        <p:txBody>
          <a:bodyPr anchorCtr="0" anchor="t" bIns="0" lIns="0" spcFirstLastPara="1" rIns="0" wrap="square" tIns="0">
            <a:noAutofit/>
          </a:bodyPr>
          <a:lstStyle>
            <a:lvl1pPr lvl="0" algn="ctr">
              <a:lnSpc>
                <a:spcPct val="90000"/>
              </a:lnSpc>
              <a:spcBef>
                <a:spcPts val="0"/>
              </a:spcBef>
              <a:spcAft>
                <a:spcPts val="0"/>
              </a:spcAft>
              <a:buSzPts val="3000"/>
              <a:buNone/>
              <a:defRPr sz="2200">
                <a:solidFill>
                  <a:schemeClr val="dk1"/>
                </a:solidFill>
              </a:defRPr>
            </a:lvl1pPr>
            <a:lvl2pPr lvl="1" algn="ctr">
              <a:lnSpc>
                <a:spcPct val="90000"/>
              </a:lnSpc>
              <a:spcBef>
                <a:spcPts val="0"/>
              </a:spcBef>
              <a:spcAft>
                <a:spcPts val="0"/>
              </a:spcAft>
              <a:buSzPts val="1400"/>
              <a:buNone/>
              <a:defRPr sz="2200">
                <a:solidFill>
                  <a:schemeClr val="dk1"/>
                </a:solidFill>
              </a:defRPr>
            </a:lvl2pPr>
            <a:lvl3pPr lvl="2" algn="ctr">
              <a:lnSpc>
                <a:spcPct val="90000"/>
              </a:lnSpc>
              <a:spcBef>
                <a:spcPts val="0"/>
              </a:spcBef>
              <a:spcAft>
                <a:spcPts val="0"/>
              </a:spcAft>
              <a:buSzPts val="1400"/>
              <a:buNone/>
              <a:defRPr sz="2200">
                <a:solidFill>
                  <a:schemeClr val="dk1"/>
                </a:solidFill>
              </a:defRPr>
            </a:lvl3pPr>
            <a:lvl4pPr lvl="3" algn="ctr">
              <a:lnSpc>
                <a:spcPct val="90000"/>
              </a:lnSpc>
              <a:spcBef>
                <a:spcPts val="0"/>
              </a:spcBef>
              <a:spcAft>
                <a:spcPts val="0"/>
              </a:spcAft>
              <a:buSzPts val="1400"/>
              <a:buNone/>
              <a:defRPr sz="2200">
                <a:solidFill>
                  <a:schemeClr val="dk1"/>
                </a:solidFill>
              </a:defRPr>
            </a:lvl4pPr>
            <a:lvl5pPr lvl="4" algn="ctr">
              <a:lnSpc>
                <a:spcPct val="90000"/>
              </a:lnSpc>
              <a:spcBef>
                <a:spcPts val="0"/>
              </a:spcBef>
              <a:spcAft>
                <a:spcPts val="0"/>
              </a:spcAft>
              <a:buSzPts val="1400"/>
              <a:buNone/>
              <a:defRPr sz="2200">
                <a:solidFill>
                  <a:schemeClr val="dk1"/>
                </a:solidFill>
              </a:defRPr>
            </a:lvl5pPr>
            <a:lvl6pPr lvl="5" algn="ctr">
              <a:lnSpc>
                <a:spcPct val="90000"/>
              </a:lnSpc>
              <a:spcBef>
                <a:spcPts val="0"/>
              </a:spcBef>
              <a:spcAft>
                <a:spcPts val="0"/>
              </a:spcAft>
              <a:buSzPts val="1400"/>
              <a:buNone/>
              <a:defRPr sz="2200">
                <a:solidFill>
                  <a:schemeClr val="dk1"/>
                </a:solidFill>
              </a:defRPr>
            </a:lvl6pPr>
            <a:lvl7pPr lvl="6" algn="ctr">
              <a:lnSpc>
                <a:spcPct val="90000"/>
              </a:lnSpc>
              <a:spcBef>
                <a:spcPts val="0"/>
              </a:spcBef>
              <a:spcAft>
                <a:spcPts val="0"/>
              </a:spcAft>
              <a:buSzPts val="1400"/>
              <a:buNone/>
              <a:defRPr sz="2200">
                <a:solidFill>
                  <a:schemeClr val="dk1"/>
                </a:solidFill>
              </a:defRPr>
            </a:lvl7pPr>
            <a:lvl8pPr lvl="7" algn="ctr">
              <a:lnSpc>
                <a:spcPct val="90000"/>
              </a:lnSpc>
              <a:spcBef>
                <a:spcPts val="0"/>
              </a:spcBef>
              <a:spcAft>
                <a:spcPts val="0"/>
              </a:spcAft>
              <a:buSzPts val="1400"/>
              <a:buNone/>
              <a:defRPr sz="2200">
                <a:solidFill>
                  <a:schemeClr val="dk1"/>
                </a:solidFill>
              </a:defRPr>
            </a:lvl8pPr>
            <a:lvl9pPr lvl="8" algn="ctr">
              <a:lnSpc>
                <a:spcPct val="90000"/>
              </a:lnSpc>
              <a:spcBef>
                <a:spcPts val="0"/>
              </a:spcBef>
              <a:spcAft>
                <a:spcPts val="0"/>
              </a:spcAft>
              <a:buSzPts val="1400"/>
              <a:buNone/>
              <a:defRPr sz="2200">
                <a:solidFill>
                  <a:schemeClr val="dk1"/>
                </a:solidFill>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2">
  <p:cSld name="CUSTOM_2_1_1_1">
    <p:bg>
      <p:bgPr>
        <a:solidFill>
          <a:schemeClr val="accent1"/>
        </a:solidFill>
      </p:bgPr>
    </p:bg>
    <p:spTree>
      <p:nvGrpSpPr>
        <p:cNvPr id="626" name="Shape 626"/>
        <p:cNvGrpSpPr/>
        <p:nvPr/>
      </p:nvGrpSpPr>
      <p:grpSpPr>
        <a:xfrm>
          <a:off x="0" y="0"/>
          <a:ext cx="0" cy="0"/>
          <a:chOff x="0" y="0"/>
          <a:chExt cx="0" cy="0"/>
        </a:xfrm>
      </p:grpSpPr>
      <p:pic>
        <p:nvPicPr>
          <p:cNvPr descr="A modern glass skyscraper. " id="627" name="Google Shape;627;p68"/>
          <p:cNvPicPr preferRelativeResize="0"/>
          <p:nvPr/>
        </p:nvPicPr>
        <p:blipFill rotWithShape="1">
          <a:blip r:embed="rId2">
            <a:alphaModFix amt="14000"/>
          </a:blip>
          <a:srcRect b="15605" l="0" r="0" t="0"/>
          <a:stretch/>
        </p:blipFill>
        <p:spPr>
          <a:xfrm>
            <a:off x="0" y="-8150"/>
            <a:ext cx="9144003" cy="5143501"/>
          </a:xfrm>
          <a:prstGeom prst="rect">
            <a:avLst/>
          </a:prstGeom>
          <a:noFill/>
          <a:ln>
            <a:noFill/>
          </a:ln>
        </p:spPr>
      </p:pic>
      <p:sp>
        <p:nvSpPr>
          <p:cNvPr id="628" name="Google Shape;628;p6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629" name="Google Shape;629;p68"/>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630" name="Google Shape;630;p68"/>
          <p:cNvSpPr txBox="1"/>
          <p:nvPr>
            <p:ph idx="2" type="subTitle"/>
          </p:nvPr>
        </p:nvSpPr>
        <p:spPr>
          <a:xfrm>
            <a:off x="2490450" y="732775"/>
            <a:ext cx="4163100" cy="138600"/>
          </a:xfrm>
          <a:prstGeom prst="rect">
            <a:avLst/>
          </a:prstGeom>
          <a:noFill/>
          <a:ln>
            <a:noFill/>
          </a:ln>
        </p:spPr>
        <p:txBody>
          <a:bodyPr anchorCtr="0" anchor="b" bIns="0" lIns="0" spcFirstLastPara="1" rIns="0" wrap="square" tIns="0">
            <a:spAutoFit/>
          </a:bodyPr>
          <a:lstStyle>
            <a:lvl1pPr lvl="0" algn="ctr">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2pPr>
            <a:lvl3pPr lvl="2"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3pPr>
            <a:lvl4pPr lvl="3"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4pPr>
            <a:lvl5pPr lvl="4"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5pPr>
            <a:lvl6pPr lvl="5"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6pPr>
            <a:lvl7pPr lvl="6"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7pPr>
            <a:lvl8pPr lvl="7"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8pPr>
            <a:lvl9pPr lvl="8"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631" name="Google Shape;631;p68"/>
          <p:cNvSpPr txBox="1"/>
          <p:nvPr>
            <p:ph type="title"/>
          </p:nvPr>
        </p:nvSpPr>
        <p:spPr>
          <a:xfrm>
            <a:off x="1128900" y="1430400"/>
            <a:ext cx="6886200" cy="22827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3000"/>
              <a:buNone/>
              <a:defRPr sz="28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four big ideas">
  <p:cSld name="BLANK_1_1_1_1_1_1_1_1_1_1_1_1_1_1_1">
    <p:bg>
      <p:bgPr>
        <a:solidFill>
          <a:schemeClr val="lt1"/>
        </a:solidFill>
      </p:bgPr>
    </p:bg>
    <p:spTree>
      <p:nvGrpSpPr>
        <p:cNvPr id="632" name="Shape 632"/>
        <p:cNvGrpSpPr/>
        <p:nvPr/>
      </p:nvGrpSpPr>
      <p:grpSpPr>
        <a:xfrm>
          <a:off x="0" y="0"/>
          <a:ext cx="0" cy="0"/>
          <a:chOff x="0" y="0"/>
          <a:chExt cx="0" cy="0"/>
        </a:xfrm>
      </p:grpSpPr>
      <p:sp>
        <p:nvSpPr>
          <p:cNvPr id="633" name="Google Shape;633;p69"/>
          <p:cNvSpPr txBox="1"/>
          <p:nvPr>
            <p:ph idx="1" type="body"/>
          </p:nvPr>
        </p:nvSpPr>
        <p:spPr>
          <a:xfrm>
            <a:off x="2610420" y="2943375"/>
            <a:ext cx="1645800" cy="16080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a:buChar char="●"/>
              <a:defRPr sz="1000"/>
            </a:lvl1pPr>
            <a:lvl2pPr indent="-292100" lvl="1" marL="914400" algn="l">
              <a:lnSpc>
                <a:spcPct val="115000"/>
              </a:lnSpc>
              <a:spcBef>
                <a:spcPts val="800"/>
              </a:spcBef>
              <a:spcAft>
                <a:spcPts val="0"/>
              </a:spcAft>
              <a:buClr>
                <a:schemeClr val="lt1"/>
              </a:buClr>
              <a:buSzPts val="1000"/>
              <a:buFont typeface="DM Sans"/>
              <a:buChar char="○"/>
              <a:defRPr sz="1000"/>
            </a:lvl2pPr>
            <a:lvl3pPr indent="-292100" lvl="2" marL="1371600" algn="l">
              <a:lnSpc>
                <a:spcPct val="115000"/>
              </a:lnSpc>
              <a:spcBef>
                <a:spcPts val="800"/>
              </a:spcBef>
              <a:spcAft>
                <a:spcPts val="0"/>
              </a:spcAft>
              <a:buClr>
                <a:schemeClr val="lt1"/>
              </a:buClr>
              <a:buSzPts val="1000"/>
              <a:buFont typeface="DM Sans"/>
              <a:buChar char="■"/>
              <a:defRPr sz="1000"/>
            </a:lvl3pPr>
            <a:lvl4pPr indent="-292100" lvl="3" marL="1828800" algn="l">
              <a:lnSpc>
                <a:spcPct val="115000"/>
              </a:lnSpc>
              <a:spcBef>
                <a:spcPts val="800"/>
              </a:spcBef>
              <a:spcAft>
                <a:spcPts val="0"/>
              </a:spcAft>
              <a:buClr>
                <a:schemeClr val="lt1"/>
              </a:buClr>
              <a:buSzPts val="1000"/>
              <a:buFont typeface="DM Sans"/>
              <a:buChar char="●"/>
              <a:defRPr sz="1000"/>
            </a:lvl4pPr>
            <a:lvl5pPr indent="-292100" lvl="4" marL="2286000" algn="l">
              <a:lnSpc>
                <a:spcPct val="115000"/>
              </a:lnSpc>
              <a:spcBef>
                <a:spcPts val="800"/>
              </a:spcBef>
              <a:spcAft>
                <a:spcPts val="0"/>
              </a:spcAft>
              <a:buClr>
                <a:schemeClr val="lt1"/>
              </a:buClr>
              <a:buSzPts val="1000"/>
              <a:buFont typeface="DM Sans"/>
              <a:buChar char="○"/>
              <a:defRPr sz="1000"/>
            </a:lvl5pPr>
            <a:lvl6pPr indent="-292100" lvl="5" marL="2743200" algn="l">
              <a:lnSpc>
                <a:spcPct val="115000"/>
              </a:lnSpc>
              <a:spcBef>
                <a:spcPts val="800"/>
              </a:spcBef>
              <a:spcAft>
                <a:spcPts val="0"/>
              </a:spcAft>
              <a:buClr>
                <a:schemeClr val="lt1"/>
              </a:buClr>
              <a:buSzPts val="1000"/>
              <a:buFont typeface="DM Sans"/>
              <a:buChar char="■"/>
              <a:defRPr sz="1000"/>
            </a:lvl6pPr>
            <a:lvl7pPr indent="-292100" lvl="6" marL="3200400" algn="l">
              <a:lnSpc>
                <a:spcPct val="115000"/>
              </a:lnSpc>
              <a:spcBef>
                <a:spcPts val="800"/>
              </a:spcBef>
              <a:spcAft>
                <a:spcPts val="0"/>
              </a:spcAft>
              <a:buClr>
                <a:schemeClr val="lt1"/>
              </a:buClr>
              <a:buSzPts val="1000"/>
              <a:buFont typeface="DM Sans"/>
              <a:buChar char="●"/>
              <a:defRPr sz="1000"/>
            </a:lvl7pPr>
            <a:lvl8pPr indent="-292100" lvl="7" marL="3657600" algn="l">
              <a:lnSpc>
                <a:spcPct val="115000"/>
              </a:lnSpc>
              <a:spcBef>
                <a:spcPts val="800"/>
              </a:spcBef>
              <a:spcAft>
                <a:spcPts val="0"/>
              </a:spcAft>
              <a:buClr>
                <a:schemeClr val="lt1"/>
              </a:buClr>
              <a:buSzPts val="1000"/>
              <a:buFont typeface="DM Sans"/>
              <a:buChar char="○"/>
              <a:defRPr sz="1000"/>
            </a:lvl8pPr>
            <a:lvl9pPr indent="-292100" lvl="8" marL="4114800" algn="l">
              <a:lnSpc>
                <a:spcPct val="115000"/>
              </a:lnSpc>
              <a:spcBef>
                <a:spcPts val="800"/>
              </a:spcBef>
              <a:spcAft>
                <a:spcPts val="800"/>
              </a:spcAft>
              <a:buClr>
                <a:schemeClr val="lt1"/>
              </a:buClr>
              <a:buSzPts val="1000"/>
              <a:buFont typeface="DM Sans"/>
              <a:buChar char="■"/>
              <a:defRPr sz="1000"/>
            </a:lvl9pPr>
          </a:lstStyle>
          <a:p/>
        </p:txBody>
      </p:sp>
      <p:sp>
        <p:nvSpPr>
          <p:cNvPr id="634" name="Google Shape;634;p69"/>
          <p:cNvSpPr txBox="1"/>
          <p:nvPr>
            <p:ph idx="2" type="subTitle"/>
          </p:nvPr>
        </p:nvSpPr>
        <p:spPr>
          <a:xfrm>
            <a:off x="2610418" y="2169054"/>
            <a:ext cx="1645800" cy="45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2pPr>
            <a:lvl3pPr lvl="2"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3pPr>
            <a:lvl4pPr lvl="3"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4pPr>
            <a:lvl5pPr lvl="4"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5pPr>
            <a:lvl6pPr lvl="5"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6pPr>
            <a:lvl7pPr lvl="6"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7pPr>
            <a:lvl8pPr lvl="7"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8pPr>
            <a:lvl9pPr lvl="8"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635" name="Google Shape;635;p6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636" name="Google Shape;636;p69"/>
          <p:cNvSpPr txBox="1"/>
          <p:nvPr>
            <p:ph idx="3"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637" name="Google Shape;637;p69"/>
          <p:cNvSpPr txBox="1"/>
          <p:nvPr>
            <p:ph idx="4" type="body"/>
          </p:nvPr>
        </p:nvSpPr>
        <p:spPr>
          <a:xfrm>
            <a:off x="4889772" y="2943375"/>
            <a:ext cx="1645800" cy="16080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638" name="Google Shape;638;p69"/>
          <p:cNvSpPr txBox="1"/>
          <p:nvPr>
            <p:ph idx="5" type="subTitle"/>
          </p:nvPr>
        </p:nvSpPr>
        <p:spPr>
          <a:xfrm>
            <a:off x="4889774" y="2169054"/>
            <a:ext cx="1645800" cy="45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400"/>
              <a:buNone/>
              <a:defRPr>
                <a:solidFill>
                  <a:schemeClr val="dk1"/>
                </a:solidFill>
              </a:defRPr>
            </a:lvl1pPr>
            <a:lvl2pPr lvl="1"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639" name="Google Shape;639;p69"/>
          <p:cNvSpPr txBox="1"/>
          <p:nvPr>
            <p:ph idx="6" type="body"/>
          </p:nvPr>
        </p:nvSpPr>
        <p:spPr>
          <a:xfrm>
            <a:off x="7130875" y="2943375"/>
            <a:ext cx="1645800" cy="16080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a:buChar char="●"/>
              <a:defRPr sz="1000"/>
            </a:lvl1pPr>
            <a:lvl2pPr indent="-292100" lvl="1" marL="914400" algn="l">
              <a:lnSpc>
                <a:spcPct val="115000"/>
              </a:lnSpc>
              <a:spcBef>
                <a:spcPts val="800"/>
              </a:spcBef>
              <a:spcAft>
                <a:spcPts val="0"/>
              </a:spcAft>
              <a:buClr>
                <a:schemeClr val="lt1"/>
              </a:buClr>
              <a:buSzPts val="1000"/>
              <a:buFont typeface="DM Sans"/>
              <a:buChar char="○"/>
              <a:defRPr sz="1000"/>
            </a:lvl2pPr>
            <a:lvl3pPr indent="-292100" lvl="2" marL="1371600" algn="l">
              <a:lnSpc>
                <a:spcPct val="115000"/>
              </a:lnSpc>
              <a:spcBef>
                <a:spcPts val="800"/>
              </a:spcBef>
              <a:spcAft>
                <a:spcPts val="0"/>
              </a:spcAft>
              <a:buClr>
                <a:schemeClr val="lt1"/>
              </a:buClr>
              <a:buSzPts val="1000"/>
              <a:buFont typeface="DM Sans"/>
              <a:buChar char="■"/>
              <a:defRPr sz="1000"/>
            </a:lvl3pPr>
            <a:lvl4pPr indent="-292100" lvl="3" marL="1828800" algn="l">
              <a:lnSpc>
                <a:spcPct val="115000"/>
              </a:lnSpc>
              <a:spcBef>
                <a:spcPts val="800"/>
              </a:spcBef>
              <a:spcAft>
                <a:spcPts val="0"/>
              </a:spcAft>
              <a:buClr>
                <a:schemeClr val="lt1"/>
              </a:buClr>
              <a:buSzPts val="1000"/>
              <a:buFont typeface="DM Sans"/>
              <a:buChar char="●"/>
              <a:defRPr sz="1000"/>
            </a:lvl4pPr>
            <a:lvl5pPr indent="-292100" lvl="4" marL="2286000" algn="l">
              <a:lnSpc>
                <a:spcPct val="115000"/>
              </a:lnSpc>
              <a:spcBef>
                <a:spcPts val="800"/>
              </a:spcBef>
              <a:spcAft>
                <a:spcPts val="0"/>
              </a:spcAft>
              <a:buClr>
                <a:schemeClr val="lt1"/>
              </a:buClr>
              <a:buSzPts val="1000"/>
              <a:buFont typeface="DM Sans"/>
              <a:buChar char="○"/>
              <a:defRPr sz="1000"/>
            </a:lvl5pPr>
            <a:lvl6pPr indent="-292100" lvl="5" marL="2743200" algn="l">
              <a:lnSpc>
                <a:spcPct val="115000"/>
              </a:lnSpc>
              <a:spcBef>
                <a:spcPts val="800"/>
              </a:spcBef>
              <a:spcAft>
                <a:spcPts val="0"/>
              </a:spcAft>
              <a:buClr>
                <a:schemeClr val="lt1"/>
              </a:buClr>
              <a:buSzPts val="1000"/>
              <a:buFont typeface="DM Sans"/>
              <a:buChar char="■"/>
              <a:defRPr sz="1000"/>
            </a:lvl6pPr>
            <a:lvl7pPr indent="-292100" lvl="6" marL="3200400" algn="l">
              <a:lnSpc>
                <a:spcPct val="115000"/>
              </a:lnSpc>
              <a:spcBef>
                <a:spcPts val="800"/>
              </a:spcBef>
              <a:spcAft>
                <a:spcPts val="0"/>
              </a:spcAft>
              <a:buClr>
                <a:schemeClr val="lt1"/>
              </a:buClr>
              <a:buSzPts val="1000"/>
              <a:buFont typeface="DM Sans"/>
              <a:buChar char="●"/>
              <a:defRPr sz="1000"/>
            </a:lvl7pPr>
            <a:lvl8pPr indent="-292100" lvl="7" marL="3657600" algn="l">
              <a:lnSpc>
                <a:spcPct val="115000"/>
              </a:lnSpc>
              <a:spcBef>
                <a:spcPts val="800"/>
              </a:spcBef>
              <a:spcAft>
                <a:spcPts val="0"/>
              </a:spcAft>
              <a:buClr>
                <a:schemeClr val="lt1"/>
              </a:buClr>
              <a:buSzPts val="1000"/>
              <a:buFont typeface="DM Sans"/>
              <a:buChar char="○"/>
              <a:defRPr sz="1000"/>
            </a:lvl8pPr>
            <a:lvl9pPr indent="-292100" lvl="8" marL="4114800" algn="l">
              <a:lnSpc>
                <a:spcPct val="115000"/>
              </a:lnSpc>
              <a:spcBef>
                <a:spcPts val="800"/>
              </a:spcBef>
              <a:spcAft>
                <a:spcPts val="800"/>
              </a:spcAft>
              <a:buClr>
                <a:schemeClr val="lt1"/>
              </a:buClr>
              <a:buSzPts val="1000"/>
              <a:buFont typeface="DM Sans"/>
              <a:buChar char="■"/>
              <a:defRPr sz="1000"/>
            </a:lvl9pPr>
          </a:lstStyle>
          <a:p/>
        </p:txBody>
      </p:sp>
      <p:sp>
        <p:nvSpPr>
          <p:cNvPr id="640" name="Google Shape;640;p69"/>
          <p:cNvSpPr txBox="1"/>
          <p:nvPr>
            <p:ph idx="7" type="subTitle"/>
          </p:nvPr>
        </p:nvSpPr>
        <p:spPr>
          <a:xfrm>
            <a:off x="7130874" y="2169054"/>
            <a:ext cx="1645800" cy="45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2pPr>
            <a:lvl3pPr lvl="2"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3pPr>
            <a:lvl4pPr lvl="3"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4pPr>
            <a:lvl5pPr lvl="4"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5pPr>
            <a:lvl6pPr lvl="5"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6pPr>
            <a:lvl7pPr lvl="6"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7pPr>
            <a:lvl8pPr lvl="7"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8pPr>
            <a:lvl9pPr lvl="8"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641" name="Google Shape;641;p69"/>
          <p:cNvSpPr txBox="1"/>
          <p:nvPr>
            <p:ph idx="8" type="body"/>
          </p:nvPr>
        </p:nvSpPr>
        <p:spPr>
          <a:xfrm>
            <a:off x="360525" y="2943375"/>
            <a:ext cx="1645800" cy="16080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15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15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15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15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15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15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15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15000"/>
              </a:lnSpc>
              <a:spcBef>
                <a:spcPts val="800"/>
              </a:spcBef>
              <a:spcAft>
                <a:spcPts val="800"/>
              </a:spcAft>
              <a:buClr>
                <a:schemeClr val="dk1"/>
              </a:buClr>
              <a:buSzPts val="1000"/>
              <a:buFont typeface="DM Sans"/>
              <a:buChar char="■"/>
              <a:defRPr sz="1000">
                <a:solidFill>
                  <a:schemeClr val="dk1"/>
                </a:solidFill>
              </a:defRPr>
            </a:lvl9pPr>
          </a:lstStyle>
          <a:p/>
        </p:txBody>
      </p:sp>
      <p:sp>
        <p:nvSpPr>
          <p:cNvPr id="642" name="Google Shape;642;p69"/>
          <p:cNvSpPr txBox="1"/>
          <p:nvPr>
            <p:ph idx="9" type="subTitle"/>
          </p:nvPr>
        </p:nvSpPr>
        <p:spPr>
          <a:xfrm>
            <a:off x="360533" y="2169054"/>
            <a:ext cx="1645800" cy="45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400"/>
              <a:buNone/>
              <a:defRPr>
                <a:solidFill>
                  <a:schemeClr val="dk1"/>
                </a:solidFill>
              </a:defRPr>
            </a:lvl1pPr>
            <a:lvl2pPr lvl="1"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643" name="Google Shape;643;p69"/>
          <p:cNvSpPr txBox="1"/>
          <p:nvPr>
            <p:ph idx="13" type="subTitle"/>
          </p:nvPr>
        </p:nvSpPr>
        <p:spPr>
          <a:xfrm>
            <a:off x="2490450" y="732775"/>
            <a:ext cx="4163100" cy="138600"/>
          </a:xfrm>
          <a:prstGeom prst="rect">
            <a:avLst/>
          </a:prstGeom>
          <a:noFill/>
          <a:ln>
            <a:noFill/>
          </a:ln>
        </p:spPr>
        <p:txBody>
          <a:bodyPr anchorCtr="0" anchor="b" bIns="0" lIns="0" spcFirstLastPara="1" rIns="0" wrap="square" tIns="0">
            <a:spAutoFit/>
          </a:bodyPr>
          <a:lstStyle>
            <a:lvl1pPr lvl="0" algn="ctr">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644" name="Google Shape;644;p69"/>
          <p:cNvSpPr txBox="1"/>
          <p:nvPr>
            <p:ph type="title"/>
          </p:nvPr>
        </p:nvSpPr>
        <p:spPr>
          <a:xfrm>
            <a:off x="1938175" y="988550"/>
            <a:ext cx="5267700" cy="5877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3000"/>
              <a:buNone/>
              <a:defRPr sz="2200">
                <a:solidFill>
                  <a:schemeClr val="dk1"/>
                </a:solidFill>
              </a:defRPr>
            </a:lvl1pPr>
            <a:lvl2pPr lvl="1" algn="ctr">
              <a:lnSpc>
                <a:spcPct val="100000"/>
              </a:lnSpc>
              <a:spcBef>
                <a:spcPts val="0"/>
              </a:spcBef>
              <a:spcAft>
                <a:spcPts val="0"/>
              </a:spcAft>
              <a:buSzPts val="1400"/>
              <a:buNone/>
              <a:defRPr sz="2200">
                <a:solidFill>
                  <a:schemeClr val="dk1"/>
                </a:solidFill>
              </a:defRPr>
            </a:lvl2pPr>
            <a:lvl3pPr lvl="2" algn="ctr">
              <a:lnSpc>
                <a:spcPct val="100000"/>
              </a:lnSpc>
              <a:spcBef>
                <a:spcPts val="0"/>
              </a:spcBef>
              <a:spcAft>
                <a:spcPts val="0"/>
              </a:spcAft>
              <a:buSzPts val="1400"/>
              <a:buNone/>
              <a:defRPr sz="2200">
                <a:solidFill>
                  <a:schemeClr val="dk1"/>
                </a:solidFill>
              </a:defRPr>
            </a:lvl3pPr>
            <a:lvl4pPr lvl="3" algn="ctr">
              <a:lnSpc>
                <a:spcPct val="100000"/>
              </a:lnSpc>
              <a:spcBef>
                <a:spcPts val="0"/>
              </a:spcBef>
              <a:spcAft>
                <a:spcPts val="0"/>
              </a:spcAft>
              <a:buSzPts val="1400"/>
              <a:buNone/>
              <a:defRPr sz="2200">
                <a:solidFill>
                  <a:schemeClr val="dk1"/>
                </a:solidFill>
              </a:defRPr>
            </a:lvl4pPr>
            <a:lvl5pPr lvl="4" algn="ctr">
              <a:lnSpc>
                <a:spcPct val="100000"/>
              </a:lnSpc>
              <a:spcBef>
                <a:spcPts val="0"/>
              </a:spcBef>
              <a:spcAft>
                <a:spcPts val="0"/>
              </a:spcAft>
              <a:buSzPts val="1400"/>
              <a:buNone/>
              <a:defRPr sz="2200">
                <a:solidFill>
                  <a:schemeClr val="dk1"/>
                </a:solidFill>
              </a:defRPr>
            </a:lvl5pPr>
            <a:lvl6pPr lvl="5" algn="ctr">
              <a:lnSpc>
                <a:spcPct val="100000"/>
              </a:lnSpc>
              <a:spcBef>
                <a:spcPts val="0"/>
              </a:spcBef>
              <a:spcAft>
                <a:spcPts val="0"/>
              </a:spcAft>
              <a:buSzPts val="1400"/>
              <a:buNone/>
              <a:defRPr sz="2200">
                <a:solidFill>
                  <a:schemeClr val="dk1"/>
                </a:solidFill>
              </a:defRPr>
            </a:lvl6pPr>
            <a:lvl7pPr lvl="6" algn="ctr">
              <a:lnSpc>
                <a:spcPct val="100000"/>
              </a:lnSpc>
              <a:spcBef>
                <a:spcPts val="0"/>
              </a:spcBef>
              <a:spcAft>
                <a:spcPts val="0"/>
              </a:spcAft>
              <a:buSzPts val="1400"/>
              <a:buNone/>
              <a:defRPr sz="2200">
                <a:solidFill>
                  <a:schemeClr val="dk1"/>
                </a:solidFill>
              </a:defRPr>
            </a:lvl7pPr>
            <a:lvl8pPr lvl="7" algn="ctr">
              <a:lnSpc>
                <a:spcPct val="100000"/>
              </a:lnSpc>
              <a:spcBef>
                <a:spcPts val="0"/>
              </a:spcBef>
              <a:spcAft>
                <a:spcPts val="0"/>
              </a:spcAft>
              <a:buSzPts val="1400"/>
              <a:buNone/>
              <a:defRPr sz="2200">
                <a:solidFill>
                  <a:schemeClr val="dk1"/>
                </a:solidFill>
              </a:defRPr>
            </a:lvl8pPr>
            <a:lvl9pPr lvl="8" algn="ctr">
              <a:lnSpc>
                <a:spcPct val="100000"/>
              </a:lnSpc>
              <a:spcBef>
                <a:spcPts val="0"/>
              </a:spcBef>
              <a:spcAft>
                <a:spcPts val="0"/>
              </a:spcAft>
              <a:buSzPts val="1400"/>
              <a:buNone/>
              <a:defRPr sz="2200">
                <a:solidFill>
                  <a:schemeClr val="dk1"/>
                </a:solidFill>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1">
  <p:cSld name="CUSTOM_4">
    <p:spTree>
      <p:nvGrpSpPr>
        <p:cNvPr id="645" name="Shape 645"/>
        <p:cNvGrpSpPr/>
        <p:nvPr/>
      </p:nvGrpSpPr>
      <p:grpSpPr>
        <a:xfrm>
          <a:off x="0" y="0"/>
          <a:ext cx="0" cy="0"/>
          <a:chOff x="0" y="0"/>
          <a:chExt cx="0" cy="0"/>
        </a:xfrm>
      </p:grpSpPr>
      <p:sp>
        <p:nvSpPr>
          <p:cNvPr id="646" name="Google Shape;646;p70"/>
          <p:cNvSpPr txBox="1"/>
          <p:nvPr>
            <p:ph idx="1" type="subTitle"/>
          </p:nvPr>
        </p:nvSpPr>
        <p:spPr>
          <a:xfrm>
            <a:off x="742900" y="2158550"/>
            <a:ext cx="3213000" cy="138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2pPr>
            <a:lvl3pPr lvl="2"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3pPr>
            <a:lvl4pPr lvl="3"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4pPr>
            <a:lvl5pPr lvl="4"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5pPr>
            <a:lvl6pPr lvl="5"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6pPr>
            <a:lvl7pPr lvl="6"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7pPr>
            <a:lvl8pPr lvl="7"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8pPr>
            <a:lvl9pPr lvl="8"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647" name="Google Shape;647;p70"/>
          <p:cNvSpPr txBox="1"/>
          <p:nvPr>
            <p:ph idx="2" type="body"/>
          </p:nvPr>
        </p:nvSpPr>
        <p:spPr>
          <a:xfrm>
            <a:off x="742900" y="2381875"/>
            <a:ext cx="3213000" cy="4617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648" name="Google Shape;648;p70"/>
          <p:cNvSpPr/>
          <p:nvPr>
            <p:ph idx="3" type="pic"/>
          </p:nvPr>
        </p:nvSpPr>
        <p:spPr>
          <a:xfrm>
            <a:off x="5402575" y="0"/>
            <a:ext cx="3739800" cy="3129600"/>
          </a:xfrm>
          <a:prstGeom prst="rect">
            <a:avLst/>
          </a:prstGeom>
          <a:noFill/>
          <a:ln cap="flat" cmpd="sng" w="9525">
            <a:solidFill>
              <a:schemeClr val="accent6"/>
            </a:solidFill>
            <a:prstDash val="solid"/>
            <a:round/>
            <a:headEnd len="sm" w="sm" type="none"/>
            <a:tailEnd len="sm" w="sm" type="none"/>
          </a:ln>
        </p:spPr>
      </p:sp>
      <p:sp>
        <p:nvSpPr>
          <p:cNvPr id="649" name="Google Shape;649;p70"/>
          <p:cNvSpPr txBox="1"/>
          <p:nvPr>
            <p:ph type="title"/>
          </p:nvPr>
        </p:nvSpPr>
        <p:spPr>
          <a:xfrm>
            <a:off x="361975" y="988550"/>
            <a:ext cx="42972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2200"/>
            </a:lvl1pPr>
            <a:lvl2pPr lvl="1" algn="l">
              <a:lnSpc>
                <a:spcPct val="90000"/>
              </a:lnSpc>
              <a:spcBef>
                <a:spcPts val="0"/>
              </a:spcBef>
              <a:spcAft>
                <a:spcPts val="0"/>
              </a:spcAft>
              <a:buSzPts val="1400"/>
              <a:buNone/>
              <a:defRPr sz="2200"/>
            </a:lvl2pPr>
            <a:lvl3pPr lvl="2" algn="l">
              <a:lnSpc>
                <a:spcPct val="90000"/>
              </a:lnSpc>
              <a:spcBef>
                <a:spcPts val="0"/>
              </a:spcBef>
              <a:spcAft>
                <a:spcPts val="0"/>
              </a:spcAft>
              <a:buSzPts val="1400"/>
              <a:buNone/>
              <a:defRPr sz="2200"/>
            </a:lvl3pPr>
            <a:lvl4pPr lvl="3" algn="l">
              <a:lnSpc>
                <a:spcPct val="90000"/>
              </a:lnSpc>
              <a:spcBef>
                <a:spcPts val="0"/>
              </a:spcBef>
              <a:spcAft>
                <a:spcPts val="0"/>
              </a:spcAft>
              <a:buSzPts val="1400"/>
              <a:buNone/>
              <a:defRPr sz="2200"/>
            </a:lvl4pPr>
            <a:lvl5pPr lvl="4" algn="l">
              <a:lnSpc>
                <a:spcPct val="90000"/>
              </a:lnSpc>
              <a:spcBef>
                <a:spcPts val="0"/>
              </a:spcBef>
              <a:spcAft>
                <a:spcPts val="0"/>
              </a:spcAft>
              <a:buSzPts val="1400"/>
              <a:buNone/>
              <a:defRPr sz="2200"/>
            </a:lvl5pPr>
            <a:lvl6pPr lvl="5" algn="l">
              <a:lnSpc>
                <a:spcPct val="90000"/>
              </a:lnSpc>
              <a:spcBef>
                <a:spcPts val="0"/>
              </a:spcBef>
              <a:spcAft>
                <a:spcPts val="0"/>
              </a:spcAft>
              <a:buSzPts val="1400"/>
              <a:buNone/>
              <a:defRPr sz="2200"/>
            </a:lvl6pPr>
            <a:lvl7pPr lvl="6" algn="l">
              <a:lnSpc>
                <a:spcPct val="90000"/>
              </a:lnSpc>
              <a:spcBef>
                <a:spcPts val="0"/>
              </a:spcBef>
              <a:spcAft>
                <a:spcPts val="0"/>
              </a:spcAft>
              <a:buSzPts val="1400"/>
              <a:buNone/>
              <a:defRPr sz="2200"/>
            </a:lvl7pPr>
            <a:lvl8pPr lvl="7" algn="l">
              <a:lnSpc>
                <a:spcPct val="90000"/>
              </a:lnSpc>
              <a:spcBef>
                <a:spcPts val="0"/>
              </a:spcBef>
              <a:spcAft>
                <a:spcPts val="0"/>
              </a:spcAft>
              <a:buSzPts val="1400"/>
              <a:buNone/>
              <a:defRPr sz="2200"/>
            </a:lvl8pPr>
            <a:lvl9pPr lvl="8" algn="l">
              <a:lnSpc>
                <a:spcPct val="90000"/>
              </a:lnSpc>
              <a:spcBef>
                <a:spcPts val="0"/>
              </a:spcBef>
              <a:spcAft>
                <a:spcPts val="0"/>
              </a:spcAft>
              <a:buSzPts val="1400"/>
              <a:buNone/>
              <a:defRPr sz="2200"/>
            </a:lvl9pPr>
          </a:lstStyle>
          <a:p/>
        </p:txBody>
      </p:sp>
      <p:sp>
        <p:nvSpPr>
          <p:cNvPr id="650" name="Google Shape;650;p70"/>
          <p:cNvSpPr txBox="1"/>
          <p:nvPr>
            <p:ph idx="4" type="subTitle"/>
          </p:nvPr>
        </p:nvSpPr>
        <p:spPr>
          <a:xfrm>
            <a:off x="361975" y="732775"/>
            <a:ext cx="4163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651" name="Google Shape;651;p7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652" name="Google Shape;652;p70"/>
          <p:cNvSpPr txBox="1"/>
          <p:nvPr>
            <p:ph idx="5"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653" name="Google Shape;653;p70"/>
          <p:cNvSpPr txBox="1"/>
          <p:nvPr>
            <p:ph idx="6" type="subTitle"/>
          </p:nvPr>
        </p:nvSpPr>
        <p:spPr>
          <a:xfrm>
            <a:off x="5785175" y="3335324"/>
            <a:ext cx="2991600" cy="2772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1800"/>
              <a:buNone/>
              <a:defRPr sz="1800"/>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
        <p:nvSpPr>
          <p:cNvPr id="654" name="Google Shape;654;p70"/>
          <p:cNvSpPr txBox="1"/>
          <p:nvPr>
            <p:ph idx="7" type="subTitle"/>
          </p:nvPr>
        </p:nvSpPr>
        <p:spPr>
          <a:xfrm>
            <a:off x="742900" y="3910855"/>
            <a:ext cx="3213000" cy="138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2pPr>
            <a:lvl3pPr lvl="2"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3pPr>
            <a:lvl4pPr lvl="3"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4pPr>
            <a:lvl5pPr lvl="4"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5pPr>
            <a:lvl6pPr lvl="5"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6pPr>
            <a:lvl7pPr lvl="6"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7pPr>
            <a:lvl8pPr lvl="7"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8pPr>
            <a:lvl9pPr lvl="8"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655" name="Google Shape;655;p70"/>
          <p:cNvSpPr txBox="1"/>
          <p:nvPr>
            <p:ph idx="8" type="body"/>
          </p:nvPr>
        </p:nvSpPr>
        <p:spPr>
          <a:xfrm>
            <a:off x="742900" y="4134180"/>
            <a:ext cx="3213000" cy="4617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656" name="Google Shape;656;p70"/>
          <p:cNvSpPr txBox="1"/>
          <p:nvPr>
            <p:ph idx="9" type="subTitle"/>
          </p:nvPr>
        </p:nvSpPr>
        <p:spPr>
          <a:xfrm>
            <a:off x="742900" y="3050778"/>
            <a:ext cx="3213000" cy="138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2pPr>
            <a:lvl3pPr lvl="2"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3pPr>
            <a:lvl4pPr lvl="3"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4pPr>
            <a:lvl5pPr lvl="4"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5pPr>
            <a:lvl6pPr lvl="5"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6pPr>
            <a:lvl7pPr lvl="6"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7pPr>
            <a:lvl8pPr lvl="7"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8pPr>
            <a:lvl9pPr lvl="8"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657" name="Google Shape;657;p70"/>
          <p:cNvSpPr txBox="1"/>
          <p:nvPr>
            <p:ph idx="13" type="body"/>
          </p:nvPr>
        </p:nvSpPr>
        <p:spPr>
          <a:xfrm>
            <a:off x="742900" y="3274103"/>
            <a:ext cx="3213000" cy="4617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658" name="Google Shape;658;p70"/>
          <p:cNvSpPr txBox="1"/>
          <p:nvPr>
            <p:ph idx="14" type="body"/>
          </p:nvPr>
        </p:nvSpPr>
        <p:spPr>
          <a:xfrm>
            <a:off x="5785175" y="4134175"/>
            <a:ext cx="2991600" cy="461700"/>
          </a:xfrm>
          <a:prstGeom prst="rect">
            <a:avLst/>
          </a:prstGeom>
          <a:noFill/>
          <a:ln>
            <a:noFill/>
          </a:ln>
        </p:spPr>
        <p:txBody>
          <a:bodyPr anchorCtr="0" anchor="b" bIns="0" lIns="0" spcFirstLastPara="1" rIns="0" wrap="square" tIns="0">
            <a:noAutofit/>
          </a:bodyPr>
          <a:lstStyle>
            <a:lvl1pPr indent="-292100" lvl="0" marL="457200" algn="l">
              <a:lnSpc>
                <a:spcPct val="115000"/>
              </a:lnSpc>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2">
  <p:cSld name="CUSTOM_4_1">
    <p:spTree>
      <p:nvGrpSpPr>
        <p:cNvPr id="659" name="Shape 659"/>
        <p:cNvGrpSpPr/>
        <p:nvPr/>
      </p:nvGrpSpPr>
      <p:grpSpPr>
        <a:xfrm>
          <a:off x="0" y="0"/>
          <a:ext cx="0" cy="0"/>
          <a:chOff x="0" y="0"/>
          <a:chExt cx="0" cy="0"/>
        </a:xfrm>
      </p:grpSpPr>
      <p:sp>
        <p:nvSpPr>
          <p:cNvPr id="660" name="Google Shape;660;p71"/>
          <p:cNvSpPr/>
          <p:nvPr>
            <p:ph idx="2" type="pic"/>
          </p:nvPr>
        </p:nvSpPr>
        <p:spPr>
          <a:xfrm>
            <a:off x="75" y="0"/>
            <a:ext cx="2853300" cy="2436600"/>
          </a:xfrm>
          <a:prstGeom prst="rect">
            <a:avLst/>
          </a:prstGeom>
          <a:noFill/>
          <a:ln>
            <a:noFill/>
          </a:ln>
        </p:spPr>
      </p:sp>
      <p:sp>
        <p:nvSpPr>
          <p:cNvPr id="661" name="Google Shape;661;p7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662" name="Google Shape;662;p71"/>
          <p:cNvSpPr txBox="1"/>
          <p:nvPr>
            <p:ph idx="1" type="subTitle"/>
          </p:nvPr>
        </p:nvSpPr>
        <p:spPr>
          <a:xfrm>
            <a:off x="361975" y="2614325"/>
            <a:ext cx="2061600" cy="2772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1800"/>
              <a:buNone/>
              <a:defRPr sz="1800"/>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eyebrow ">
  <p:cSld name="BLANK_1_1_1_1_2_1">
    <p:spTree>
      <p:nvGrpSpPr>
        <p:cNvPr id="663" name="Shape 663"/>
        <p:cNvGrpSpPr/>
        <p:nvPr/>
      </p:nvGrpSpPr>
      <p:grpSpPr>
        <a:xfrm>
          <a:off x="0" y="0"/>
          <a:ext cx="0" cy="0"/>
          <a:chOff x="0" y="0"/>
          <a:chExt cx="0" cy="0"/>
        </a:xfrm>
      </p:grpSpPr>
      <p:sp>
        <p:nvSpPr>
          <p:cNvPr id="664" name="Google Shape;664;p7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665" name="Google Shape;665;p72"/>
          <p:cNvSpPr txBox="1"/>
          <p:nvPr>
            <p:ph type="title"/>
          </p:nvPr>
        </p:nvSpPr>
        <p:spPr>
          <a:xfrm>
            <a:off x="361975" y="988557"/>
            <a:ext cx="50184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2200"/>
            </a:lvl1pPr>
            <a:lvl2pPr lvl="1" algn="l">
              <a:lnSpc>
                <a:spcPct val="90000"/>
              </a:lnSpc>
              <a:spcBef>
                <a:spcPts val="0"/>
              </a:spcBef>
              <a:spcAft>
                <a:spcPts val="0"/>
              </a:spcAft>
              <a:buSzPts val="1400"/>
              <a:buNone/>
              <a:defRPr sz="2200"/>
            </a:lvl2pPr>
            <a:lvl3pPr lvl="2" algn="l">
              <a:lnSpc>
                <a:spcPct val="90000"/>
              </a:lnSpc>
              <a:spcBef>
                <a:spcPts val="0"/>
              </a:spcBef>
              <a:spcAft>
                <a:spcPts val="0"/>
              </a:spcAft>
              <a:buSzPts val="1400"/>
              <a:buNone/>
              <a:defRPr sz="2200"/>
            </a:lvl3pPr>
            <a:lvl4pPr lvl="3" algn="l">
              <a:lnSpc>
                <a:spcPct val="90000"/>
              </a:lnSpc>
              <a:spcBef>
                <a:spcPts val="0"/>
              </a:spcBef>
              <a:spcAft>
                <a:spcPts val="0"/>
              </a:spcAft>
              <a:buSzPts val="1400"/>
              <a:buNone/>
              <a:defRPr sz="2200"/>
            </a:lvl4pPr>
            <a:lvl5pPr lvl="4" algn="l">
              <a:lnSpc>
                <a:spcPct val="90000"/>
              </a:lnSpc>
              <a:spcBef>
                <a:spcPts val="0"/>
              </a:spcBef>
              <a:spcAft>
                <a:spcPts val="0"/>
              </a:spcAft>
              <a:buSzPts val="1400"/>
              <a:buNone/>
              <a:defRPr sz="2200"/>
            </a:lvl5pPr>
            <a:lvl6pPr lvl="5" algn="l">
              <a:lnSpc>
                <a:spcPct val="90000"/>
              </a:lnSpc>
              <a:spcBef>
                <a:spcPts val="0"/>
              </a:spcBef>
              <a:spcAft>
                <a:spcPts val="0"/>
              </a:spcAft>
              <a:buSzPts val="1400"/>
              <a:buNone/>
              <a:defRPr sz="2200"/>
            </a:lvl6pPr>
            <a:lvl7pPr lvl="6" algn="l">
              <a:lnSpc>
                <a:spcPct val="90000"/>
              </a:lnSpc>
              <a:spcBef>
                <a:spcPts val="0"/>
              </a:spcBef>
              <a:spcAft>
                <a:spcPts val="0"/>
              </a:spcAft>
              <a:buSzPts val="1400"/>
              <a:buNone/>
              <a:defRPr sz="2200"/>
            </a:lvl7pPr>
            <a:lvl8pPr lvl="7" algn="l">
              <a:lnSpc>
                <a:spcPct val="90000"/>
              </a:lnSpc>
              <a:spcBef>
                <a:spcPts val="0"/>
              </a:spcBef>
              <a:spcAft>
                <a:spcPts val="0"/>
              </a:spcAft>
              <a:buSzPts val="1400"/>
              <a:buNone/>
              <a:defRPr sz="2200"/>
            </a:lvl8pPr>
            <a:lvl9pPr lvl="8" algn="l">
              <a:lnSpc>
                <a:spcPct val="90000"/>
              </a:lnSpc>
              <a:spcBef>
                <a:spcPts val="0"/>
              </a:spcBef>
              <a:spcAft>
                <a:spcPts val="0"/>
              </a:spcAft>
              <a:buSzPts val="1400"/>
              <a:buNone/>
              <a:defRPr sz="2200"/>
            </a:lvl9pPr>
          </a:lstStyle>
          <a:p/>
        </p:txBody>
      </p:sp>
      <p:sp>
        <p:nvSpPr>
          <p:cNvPr id="666" name="Google Shape;666;p72"/>
          <p:cNvSpPr txBox="1"/>
          <p:nvPr>
            <p:ph idx="1" type="subTitle"/>
          </p:nvPr>
        </p:nvSpPr>
        <p:spPr>
          <a:xfrm>
            <a:off x="361975" y="732775"/>
            <a:ext cx="4163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667" name="Google Shape;667;p72"/>
          <p:cNvSpPr txBox="1"/>
          <p:nvPr>
            <p:ph idx="2"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p:cSld name="BLANK_1_1_1_1_1_1_1_1_1_1_1_1_1_1_2">
    <p:bg>
      <p:bgPr>
        <a:solidFill>
          <a:schemeClr val="accent6"/>
        </a:solidFill>
      </p:bgPr>
    </p:bg>
    <p:spTree>
      <p:nvGrpSpPr>
        <p:cNvPr id="668" name="Shape 668"/>
        <p:cNvGrpSpPr/>
        <p:nvPr/>
      </p:nvGrpSpPr>
      <p:grpSpPr>
        <a:xfrm>
          <a:off x="0" y="0"/>
          <a:ext cx="0" cy="0"/>
          <a:chOff x="0" y="0"/>
          <a:chExt cx="0" cy="0"/>
        </a:xfrm>
      </p:grpSpPr>
      <p:sp>
        <p:nvSpPr>
          <p:cNvPr id="669" name="Google Shape;669;p7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u="sng"/>
          </a:p>
        </p:txBody>
      </p:sp>
      <p:sp>
        <p:nvSpPr>
          <p:cNvPr id="670" name="Google Shape;670;p73"/>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671" name="Google Shape;671;p73"/>
          <p:cNvSpPr txBox="1"/>
          <p:nvPr>
            <p:ph idx="2" type="body"/>
          </p:nvPr>
        </p:nvSpPr>
        <p:spPr>
          <a:xfrm>
            <a:off x="4845475" y="1361028"/>
            <a:ext cx="3382500" cy="431400"/>
          </a:xfrm>
          <a:prstGeom prst="rect">
            <a:avLst/>
          </a:prstGeom>
          <a:noFill/>
          <a:ln>
            <a:noFill/>
          </a:ln>
        </p:spPr>
        <p:txBody>
          <a:bodyPr anchorCtr="0" anchor="t" bIns="0" lIns="0" spcFirstLastPara="1" rIns="0" wrap="square" tIns="0">
            <a:spAutoFit/>
          </a:bodyPr>
          <a:lstStyle>
            <a:lvl1pPr indent="-292100" lvl="0" marL="457200" algn="l">
              <a:lnSpc>
                <a:spcPct val="115000"/>
              </a:lnSpc>
              <a:spcBef>
                <a:spcPts val="0"/>
              </a:spcBef>
              <a:spcAft>
                <a:spcPts val="0"/>
              </a:spcAft>
              <a:buClr>
                <a:schemeClr val="lt1"/>
              </a:buClr>
              <a:buSzPts val="1000"/>
              <a:buFont typeface="DM Sans"/>
              <a:buChar char="●"/>
              <a:defRPr sz="1000"/>
            </a:lvl1pPr>
            <a:lvl2pPr indent="-292100" lvl="1" marL="914400" algn="l">
              <a:lnSpc>
                <a:spcPct val="115000"/>
              </a:lnSpc>
              <a:spcBef>
                <a:spcPts val="800"/>
              </a:spcBef>
              <a:spcAft>
                <a:spcPts val="0"/>
              </a:spcAft>
              <a:buClr>
                <a:schemeClr val="lt1"/>
              </a:buClr>
              <a:buSzPts val="1000"/>
              <a:buFont typeface="DM Sans"/>
              <a:buChar char="○"/>
              <a:defRPr sz="1000"/>
            </a:lvl2pPr>
            <a:lvl3pPr indent="-292100" lvl="2" marL="1371600" algn="l">
              <a:lnSpc>
                <a:spcPct val="115000"/>
              </a:lnSpc>
              <a:spcBef>
                <a:spcPts val="800"/>
              </a:spcBef>
              <a:spcAft>
                <a:spcPts val="0"/>
              </a:spcAft>
              <a:buClr>
                <a:schemeClr val="lt1"/>
              </a:buClr>
              <a:buSzPts val="1000"/>
              <a:buFont typeface="DM Sans"/>
              <a:buChar char="■"/>
              <a:defRPr sz="1000"/>
            </a:lvl3pPr>
            <a:lvl4pPr indent="-292100" lvl="3" marL="1828800" algn="l">
              <a:lnSpc>
                <a:spcPct val="115000"/>
              </a:lnSpc>
              <a:spcBef>
                <a:spcPts val="800"/>
              </a:spcBef>
              <a:spcAft>
                <a:spcPts val="0"/>
              </a:spcAft>
              <a:buClr>
                <a:schemeClr val="lt1"/>
              </a:buClr>
              <a:buSzPts val="1000"/>
              <a:buFont typeface="DM Sans"/>
              <a:buChar char="●"/>
              <a:defRPr sz="1000"/>
            </a:lvl4pPr>
            <a:lvl5pPr indent="-292100" lvl="4" marL="2286000" algn="l">
              <a:lnSpc>
                <a:spcPct val="115000"/>
              </a:lnSpc>
              <a:spcBef>
                <a:spcPts val="800"/>
              </a:spcBef>
              <a:spcAft>
                <a:spcPts val="0"/>
              </a:spcAft>
              <a:buClr>
                <a:schemeClr val="lt1"/>
              </a:buClr>
              <a:buSzPts val="1000"/>
              <a:buFont typeface="DM Sans"/>
              <a:buChar char="○"/>
              <a:defRPr sz="1000"/>
            </a:lvl5pPr>
            <a:lvl6pPr indent="-292100" lvl="5" marL="2743200" algn="l">
              <a:lnSpc>
                <a:spcPct val="115000"/>
              </a:lnSpc>
              <a:spcBef>
                <a:spcPts val="800"/>
              </a:spcBef>
              <a:spcAft>
                <a:spcPts val="0"/>
              </a:spcAft>
              <a:buClr>
                <a:schemeClr val="lt1"/>
              </a:buClr>
              <a:buSzPts val="1000"/>
              <a:buFont typeface="DM Sans"/>
              <a:buChar char="■"/>
              <a:defRPr sz="1000"/>
            </a:lvl6pPr>
            <a:lvl7pPr indent="-292100" lvl="6" marL="3200400" algn="l">
              <a:lnSpc>
                <a:spcPct val="115000"/>
              </a:lnSpc>
              <a:spcBef>
                <a:spcPts val="800"/>
              </a:spcBef>
              <a:spcAft>
                <a:spcPts val="0"/>
              </a:spcAft>
              <a:buClr>
                <a:schemeClr val="lt1"/>
              </a:buClr>
              <a:buSzPts val="1000"/>
              <a:buFont typeface="DM Sans"/>
              <a:buChar char="●"/>
              <a:defRPr sz="1000"/>
            </a:lvl7pPr>
            <a:lvl8pPr indent="-292100" lvl="7" marL="3657600" algn="l">
              <a:lnSpc>
                <a:spcPct val="115000"/>
              </a:lnSpc>
              <a:spcBef>
                <a:spcPts val="800"/>
              </a:spcBef>
              <a:spcAft>
                <a:spcPts val="0"/>
              </a:spcAft>
              <a:buClr>
                <a:schemeClr val="lt1"/>
              </a:buClr>
              <a:buSzPts val="1000"/>
              <a:buFont typeface="DM Sans"/>
              <a:buChar char="○"/>
              <a:defRPr sz="1000"/>
            </a:lvl8pPr>
            <a:lvl9pPr indent="-292100" lvl="8" marL="4114800" algn="l">
              <a:lnSpc>
                <a:spcPct val="115000"/>
              </a:lnSpc>
              <a:spcBef>
                <a:spcPts val="800"/>
              </a:spcBef>
              <a:spcAft>
                <a:spcPts val="800"/>
              </a:spcAft>
              <a:buClr>
                <a:schemeClr val="lt1"/>
              </a:buClr>
              <a:buSzPts val="1000"/>
              <a:buFont typeface="DM Sans"/>
              <a:buChar char="■"/>
              <a:defRPr sz="1000"/>
            </a:lvl9pPr>
          </a:lstStyle>
          <a:p/>
        </p:txBody>
      </p:sp>
      <p:sp>
        <p:nvSpPr>
          <p:cNvPr id="672" name="Google Shape;672;p73"/>
          <p:cNvSpPr txBox="1"/>
          <p:nvPr>
            <p:ph idx="3" type="subTitle"/>
          </p:nvPr>
        </p:nvSpPr>
        <p:spPr>
          <a:xfrm>
            <a:off x="4845475" y="1028377"/>
            <a:ext cx="3382500" cy="2376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2pPr>
            <a:lvl3pPr lvl="2"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3pPr>
            <a:lvl4pPr lvl="3"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4pPr>
            <a:lvl5pPr lvl="4"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5pPr>
            <a:lvl6pPr lvl="5"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6pPr>
            <a:lvl7pPr lvl="6"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7pPr>
            <a:lvl8pPr lvl="7"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8pPr>
            <a:lvl9pPr lvl="8"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673" name="Google Shape;673;p73"/>
          <p:cNvSpPr txBox="1"/>
          <p:nvPr>
            <p:ph idx="4" type="body"/>
          </p:nvPr>
        </p:nvSpPr>
        <p:spPr>
          <a:xfrm>
            <a:off x="4845475" y="2595865"/>
            <a:ext cx="3382500" cy="431400"/>
          </a:xfrm>
          <a:prstGeom prst="rect">
            <a:avLst/>
          </a:prstGeom>
          <a:noFill/>
          <a:ln>
            <a:noFill/>
          </a:ln>
        </p:spPr>
        <p:txBody>
          <a:bodyPr anchorCtr="0" anchor="t" bIns="0" lIns="0" spcFirstLastPara="1" rIns="0" wrap="square" tIns="0">
            <a:spAutoFit/>
          </a:bodyPr>
          <a:lstStyle>
            <a:lvl1pPr indent="-292100" lvl="0" marL="457200" algn="l">
              <a:lnSpc>
                <a:spcPct val="115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15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15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15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15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15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15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15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15000"/>
              </a:lnSpc>
              <a:spcBef>
                <a:spcPts val="800"/>
              </a:spcBef>
              <a:spcAft>
                <a:spcPts val="800"/>
              </a:spcAft>
              <a:buClr>
                <a:schemeClr val="dk1"/>
              </a:buClr>
              <a:buSzPts val="1000"/>
              <a:buFont typeface="DM Sans"/>
              <a:buChar char="■"/>
              <a:defRPr sz="1000">
                <a:solidFill>
                  <a:schemeClr val="dk1"/>
                </a:solidFill>
              </a:defRPr>
            </a:lvl9pPr>
          </a:lstStyle>
          <a:p/>
        </p:txBody>
      </p:sp>
      <p:sp>
        <p:nvSpPr>
          <p:cNvPr id="674" name="Google Shape;674;p73"/>
          <p:cNvSpPr txBox="1"/>
          <p:nvPr>
            <p:ph idx="5" type="subTitle"/>
          </p:nvPr>
        </p:nvSpPr>
        <p:spPr>
          <a:xfrm>
            <a:off x="4845475" y="2263215"/>
            <a:ext cx="3382500" cy="2376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1"/>
              </a:buClr>
              <a:buSzPts val="1400"/>
              <a:buNone/>
              <a:defRPr>
                <a:solidFill>
                  <a:schemeClr val="dk1"/>
                </a:solidFill>
              </a:defRPr>
            </a:lvl1pPr>
            <a:lvl2pPr lvl="1"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675" name="Google Shape;675;p73"/>
          <p:cNvSpPr txBox="1"/>
          <p:nvPr>
            <p:ph idx="6" type="body"/>
          </p:nvPr>
        </p:nvSpPr>
        <p:spPr>
          <a:xfrm>
            <a:off x="4845475" y="3870078"/>
            <a:ext cx="3382500" cy="431400"/>
          </a:xfrm>
          <a:prstGeom prst="rect">
            <a:avLst/>
          </a:prstGeom>
          <a:noFill/>
          <a:ln>
            <a:noFill/>
          </a:ln>
        </p:spPr>
        <p:txBody>
          <a:bodyPr anchorCtr="0" anchor="t" bIns="0" lIns="0" spcFirstLastPara="1" rIns="0" wrap="square" tIns="0">
            <a:spAutoFit/>
          </a:bodyPr>
          <a:lstStyle>
            <a:lvl1pPr indent="-292100" lvl="0" marL="457200" algn="l">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676" name="Google Shape;676;p73"/>
          <p:cNvSpPr txBox="1"/>
          <p:nvPr>
            <p:ph idx="7" type="subTitle"/>
          </p:nvPr>
        </p:nvSpPr>
        <p:spPr>
          <a:xfrm>
            <a:off x="4845475" y="3537427"/>
            <a:ext cx="3382500" cy="2376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1"/>
              </a:buClr>
              <a:buSzPts val="1400"/>
              <a:buNone/>
              <a:defRPr>
                <a:solidFill>
                  <a:schemeClr val="dk1"/>
                </a:solidFill>
              </a:defRPr>
            </a:lvl1pPr>
            <a:lvl2pPr lvl="1"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677" name="Google Shape;677;p73"/>
          <p:cNvSpPr txBox="1"/>
          <p:nvPr>
            <p:ph type="title"/>
          </p:nvPr>
        </p:nvSpPr>
        <p:spPr>
          <a:xfrm>
            <a:off x="361975" y="988555"/>
            <a:ext cx="38601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2200"/>
            </a:lvl1pPr>
            <a:lvl2pPr lvl="1" algn="l">
              <a:lnSpc>
                <a:spcPct val="90000"/>
              </a:lnSpc>
              <a:spcBef>
                <a:spcPts val="0"/>
              </a:spcBef>
              <a:spcAft>
                <a:spcPts val="0"/>
              </a:spcAft>
              <a:buSzPts val="1400"/>
              <a:buNone/>
              <a:defRPr sz="2200"/>
            </a:lvl2pPr>
            <a:lvl3pPr lvl="2" algn="l">
              <a:lnSpc>
                <a:spcPct val="90000"/>
              </a:lnSpc>
              <a:spcBef>
                <a:spcPts val="0"/>
              </a:spcBef>
              <a:spcAft>
                <a:spcPts val="0"/>
              </a:spcAft>
              <a:buSzPts val="1400"/>
              <a:buNone/>
              <a:defRPr sz="2200"/>
            </a:lvl3pPr>
            <a:lvl4pPr lvl="3" algn="l">
              <a:lnSpc>
                <a:spcPct val="90000"/>
              </a:lnSpc>
              <a:spcBef>
                <a:spcPts val="0"/>
              </a:spcBef>
              <a:spcAft>
                <a:spcPts val="0"/>
              </a:spcAft>
              <a:buSzPts val="1400"/>
              <a:buNone/>
              <a:defRPr sz="2200"/>
            </a:lvl4pPr>
            <a:lvl5pPr lvl="4" algn="l">
              <a:lnSpc>
                <a:spcPct val="90000"/>
              </a:lnSpc>
              <a:spcBef>
                <a:spcPts val="0"/>
              </a:spcBef>
              <a:spcAft>
                <a:spcPts val="0"/>
              </a:spcAft>
              <a:buSzPts val="1400"/>
              <a:buNone/>
              <a:defRPr sz="2200"/>
            </a:lvl5pPr>
            <a:lvl6pPr lvl="5" algn="l">
              <a:lnSpc>
                <a:spcPct val="90000"/>
              </a:lnSpc>
              <a:spcBef>
                <a:spcPts val="0"/>
              </a:spcBef>
              <a:spcAft>
                <a:spcPts val="0"/>
              </a:spcAft>
              <a:buSzPts val="1400"/>
              <a:buNone/>
              <a:defRPr sz="2200"/>
            </a:lvl6pPr>
            <a:lvl7pPr lvl="6" algn="l">
              <a:lnSpc>
                <a:spcPct val="90000"/>
              </a:lnSpc>
              <a:spcBef>
                <a:spcPts val="0"/>
              </a:spcBef>
              <a:spcAft>
                <a:spcPts val="0"/>
              </a:spcAft>
              <a:buSzPts val="1400"/>
              <a:buNone/>
              <a:defRPr sz="2200"/>
            </a:lvl7pPr>
            <a:lvl8pPr lvl="7" algn="l">
              <a:lnSpc>
                <a:spcPct val="90000"/>
              </a:lnSpc>
              <a:spcBef>
                <a:spcPts val="0"/>
              </a:spcBef>
              <a:spcAft>
                <a:spcPts val="0"/>
              </a:spcAft>
              <a:buSzPts val="1400"/>
              <a:buNone/>
              <a:defRPr sz="2200"/>
            </a:lvl8pPr>
            <a:lvl9pPr lvl="8" algn="l">
              <a:lnSpc>
                <a:spcPct val="90000"/>
              </a:lnSpc>
              <a:spcBef>
                <a:spcPts val="0"/>
              </a:spcBef>
              <a:spcAft>
                <a:spcPts val="0"/>
              </a:spcAft>
              <a:buSzPts val="1400"/>
              <a:buNone/>
              <a:defRPr sz="2200"/>
            </a:lvl9pPr>
          </a:lstStyle>
          <a:p/>
        </p:txBody>
      </p:sp>
      <p:sp>
        <p:nvSpPr>
          <p:cNvPr id="678" name="Google Shape;678;p73"/>
          <p:cNvSpPr txBox="1"/>
          <p:nvPr>
            <p:ph idx="8" type="subTitle"/>
          </p:nvPr>
        </p:nvSpPr>
        <p:spPr>
          <a:xfrm>
            <a:off x="361975" y="732775"/>
            <a:ext cx="3860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Dark">
  <p:cSld name="BLANK_1_1_1_1_1_1_1_1_1_1_1_1_1_1_2_1">
    <p:bg>
      <p:bgPr>
        <a:solidFill>
          <a:schemeClr val="lt1"/>
        </a:solidFill>
      </p:bgPr>
    </p:bg>
    <p:spTree>
      <p:nvGrpSpPr>
        <p:cNvPr id="679" name="Shape 679"/>
        <p:cNvGrpSpPr/>
        <p:nvPr/>
      </p:nvGrpSpPr>
      <p:grpSpPr>
        <a:xfrm>
          <a:off x="0" y="0"/>
          <a:ext cx="0" cy="0"/>
          <a:chOff x="0" y="0"/>
          <a:chExt cx="0" cy="0"/>
        </a:xfrm>
      </p:grpSpPr>
      <p:sp>
        <p:nvSpPr>
          <p:cNvPr id="680" name="Google Shape;680;p7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681" name="Google Shape;681;p74"/>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682" name="Google Shape;682;p74"/>
          <p:cNvSpPr txBox="1"/>
          <p:nvPr>
            <p:ph idx="2" type="body"/>
          </p:nvPr>
        </p:nvSpPr>
        <p:spPr>
          <a:xfrm>
            <a:off x="4845475" y="1361028"/>
            <a:ext cx="3382500" cy="431400"/>
          </a:xfrm>
          <a:prstGeom prst="rect">
            <a:avLst/>
          </a:prstGeom>
          <a:noFill/>
          <a:ln>
            <a:noFill/>
          </a:ln>
        </p:spPr>
        <p:txBody>
          <a:bodyPr anchorCtr="0" anchor="t" bIns="0" lIns="0" spcFirstLastPara="1" rIns="0" wrap="square" tIns="0">
            <a:spAutoFit/>
          </a:bodyPr>
          <a:lstStyle>
            <a:lvl1pPr indent="-292100" lvl="0" marL="457200" algn="l">
              <a:lnSpc>
                <a:spcPct val="115000"/>
              </a:lnSpc>
              <a:spcBef>
                <a:spcPts val="0"/>
              </a:spcBef>
              <a:spcAft>
                <a:spcPts val="0"/>
              </a:spcAft>
              <a:buClr>
                <a:schemeClr val="lt1"/>
              </a:buClr>
              <a:buSzPts val="1000"/>
              <a:buFont typeface="DM Sans"/>
              <a:buChar char="●"/>
              <a:defRPr sz="1000"/>
            </a:lvl1pPr>
            <a:lvl2pPr indent="-292100" lvl="1" marL="914400" algn="l">
              <a:lnSpc>
                <a:spcPct val="115000"/>
              </a:lnSpc>
              <a:spcBef>
                <a:spcPts val="800"/>
              </a:spcBef>
              <a:spcAft>
                <a:spcPts val="0"/>
              </a:spcAft>
              <a:buClr>
                <a:schemeClr val="lt1"/>
              </a:buClr>
              <a:buSzPts val="1000"/>
              <a:buFont typeface="DM Sans"/>
              <a:buChar char="○"/>
              <a:defRPr sz="1000"/>
            </a:lvl2pPr>
            <a:lvl3pPr indent="-292100" lvl="2" marL="1371600" algn="l">
              <a:lnSpc>
                <a:spcPct val="115000"/>
              </a:lnSpc>
              <a:spcBef>
                <a:spcPts val="800"/>
              </a:spcBef>
              <a:spcAft>
                <a:spcPts val="0"/>
              </a:spcAft>
              <a:buClr>
                <a:schemeClr val="lt1"/>
              </a:buClr>
              <a:buSzPts val="1000"/>
              <a:buFont typeface="DM Sans"/>
              <a:buChar char="■"/>
              <a:defRPr sz="1000"/>
            </a:lvl3pPr>
            <a:lvl4pPr indent="-292100" lvl="3" marL="1828800" algn="l">
              <a:lnSpc>
                <a:spcPct val="115000"/>
              </a:lnSpc>
              <a:spcBef>
                <a:spcPts val="800"/>
              </a:spcBef>
              <a:spcAft>
                <a:spcPts val="0"/>
              </a:spcAft>
              <a:buClr>
                <a:schemeClr val="lt1"/>
              </a:buClr>
              <a:buSzPts val="1000"/>
              <a:buFont typeface="DM Sans"/>
              <a:buChar char="●"/>
              <a:defRPr sz="1000"/>
            </a:lvl4pPr>
            <a:lvl5pPr indent="-292100" lvl="4" marL="2286000" algn="l">
              <a:lnSpc>
                <a:spcPct val="115000"/>
              </a:lnSpc>
              <a:spcBef>
                <a:spcPts val="800"/>
              </a:spcBef>
              <a:spcAft>
                <a:spcPts val="0"/>
              </a:spcAft>
              <a:buClr>
                <a:schemeClr val="lt1"/>
              </a:buClr>
              <a:buSzPts val="1000"/>
              <a:buFont typeface="DM Sans"/>
              <a:buChar char="○"/>
              <a:defRPr sz="1000"/>
            </a:lvl5pPr>
            <a:lvl6pPr indent="-292100" lvl="5" marL="2743200" algn="l">
              <a:lnSpc>
                <a:spcPct val="115000"/>
              </a:lnSpc>
              <a:spcBef>
                <a:spcPts val="800"/>
              </a:spcBef>
              <a:spcAft>
                <a:spcPts val="0"/>
              </a:spcAft>
              <a:buClr>
                <a:schemeClr val="lt1"/>
              </a:buClr>
              <a:buSzPts val="1000"/>
              <a:buFont typeface="DM Sans"/>
              <a:buChar char="■"/>
              <a:defRPr sz="1000"/>
            </a:lvl6pPr>
            <a:lvl7pPr indent="-292100" lvl="6" marL="3200400" algn="l">
              <a:lnSpc>
                <a:spcPct val="115000"/>
              </a:lnSpc>
              <a:spcBef>
                <a:spcPts val="800"/>
              </a:spcBef>
              <a:spcAft>
                <a:spcPts val="0"/>
              </a:spcAft>
              <a:buClr>
                <a:schemeClr val="lt1"/>
              </a:buClr>
              <a:buSzPts val="1000"/>
              <a:buFont typeface="DM Sans"/>
              <a:buChar char="●"/>
              <a:defRPr sz="1000"/>
            </a:lvl7pPr>
            <a:lvl8pPr indent="-292100" lvl="7" marL="3657600" algn="l">
              <a:lnSpc>
                <a:spcPct val="115000"/>
              </a:lnSpc>
              <a:spcBef>
                <a:spcPts val="800"/>
              </a:spcBef>
              <a:spcAft>
                <a:spcPts val="0"/>
              </a:spcAft>
              <a:buClr>
                <a:schemeClr val="lt1"/>
              </a:buClr>
              <a:buSzPts val="1000"/>
              <a:buFont typeface="DM Sans"/>
              <a:buChar char="○"/>
              <a:defRPr sz="1000"/>
            </a:lvl8pPr>
            <a:lvl9pPr indent="-292100" lvl="8" marL="4114800" algn="l">
              <a:lnSpc>
                <a:spcPct val="115000"/>
              </a:lnSpc>
              <a:spcBef>
                <a:spcPts val="800"/>
              </a:spcBef>
              <a:spcAft>
                <a:spcPts val="800"/>
              </a:spcAft>
              <a:buClr>
                <a:schemeClr val="lt1"/>
              </a:buClr>
              <a:buSzPts val="1000"/>
              <a:buFont typeface="DM Sans"/>
              <a:buChar char="■"/>
              <a:defRPr sz="1000"/>
            </a:lvl9pPr>
          </a:lstStyle>
          <a:p/>
        </p:txBody>
      </p:sp>
      <p:sp>
        <p:nvSpPr>
          <p:cNvPr id="683" name="Google Shape;683;p74"/>
          <p:cNvSpPr txBox="1"/>
          <p:nvPr>
            <p:ph idx="3" type="subTitle"/>
          </p:nvPr>
        </p:nvSpPr>
        <p:spPr>
          <a:xfrm>
            <a:off x="4845475" y="1028377"/>
            <a:ext cx="3382500" cy="2376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2pPr>
            <a:lvl3pPr lvl="2"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3pPr>
            <a:lvl4pPr lvl="3"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4pPr>
            <a:lvl5pPr lvl="4"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5pPr>
            <a:lvl6pPr lvl="5"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6pPr>
            <a:lvl7pPr lvl="6"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7pPr>
            <a:lvl8pPr lvl="7"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8pPr>
            <a:lvl9pPr lvl="8"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684" name="Google Shape;684;p74"/>
          <p:cNvSpPr txBox="1"/>
          <p:nvPr>
            <p:ph idx="4" type="body"/>
          </p:nvPr>
        </p:nvSpPr>
        <p:spPr>
          <a:xfrm>
            <a:off x="4845475" y="2595865"/>
            <a:ext cx="3382500" cy="431400"/>
          </a:xfrm>
          <a:prstGeom prst="rect">
            <a:avLst/>
          </a:prstGeom>
          <a:noFill/>
          <a:ln>
            <a:noFill/>
          </a:ln>
        </p:spPr>
        <p:txBody>
          <a:bodyPr anchorCtr="0" anchor="t" bIns="0" lIns="0" spcFirstLastPara="1" rIns="0" wrap="square" tIns="0">
            <a:spAutoFit/>
          </a:bodyPr>
          <a:lstStyle>
            <a:lvl1pPr indent="-292100" lvl="0" marL="457200" algn="l">
              <a:lnSpc>
                <a:spcPct val="115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15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15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15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15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15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15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15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15000"/>
              </a:lnSpc>
              <a:spcBef>
                <a:spcPts val="800"/>
              </a:spcBef>
              <a:spcAft>
                <a:spcPts val="800"/>
              </a:spcAft>
              <a:buClr>
                <a:schemeClr val="dk1"/>
              </a:buClr>
              <a:buSzPts val="1000"/>
              <a:buFont typeface="DM Sans"/>
              <a:buChar char="■"/>
              <a:defRPr sz="1000">
                <a:solidFill>
                  <a:schemeClr val="dk1"/>
                </a:solidFill>
              </a:defRPr>
            </a:lvl9pPr>
          </a:lstStyle>
          <a:p/>
        </p:txBody>
      </p:sp>
      <p:sp>
        <p:nvSpPr>
          <p:cNvPr id="685" name="Google Shape;685;p74"/>
          <p:cNvSpPr txBox="1"/>
          <p:nvPr>
            <p:ph idx="5" type="subTitle"/>
          </p:nvPr>
        </p:nvSpPr>
        <p:spPr>
          <a:xfrm>
            <a:off x="4845475" y="2263215"/>
            <a:ext cx="3382500" cy="2376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1"/>
              </a:buClr>
              <a:buSzPts val="1400"/>
              <a:buNone/>
              <a:defRPr>
                <a:solidFill>
                  <a:schemeClr val="dk1"/>
                </a:solidFill>
              </a:defRPr>
            </a:lvl1pPr>
            <a:lvl2pPr lvl="1"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686" name="Google Shape;686;p74"/>
          <p:cNvSpPr txBox="1"/>
          <p:nvPr>
            <p:ph idx="6" type="body"/>
          </p:nvPr>
        </p:nvSpPr>
        <p:spPr>
          <a:xfrm>
            <a:off x="4845475" y="3870078"/>
            <a:ext cx="3382500" cy="431400"/>
          </a:xfrm>
          <a:prstGeom prst="rect">
            <a:avLst/>
          </a:prstGeom>
          <a:noFill/>
          <a:ln>
            <a:noFill/>
          </a:ln>
        </p:spPr>
        <p:txBody>
          <a:bodyPr anchorCtr="0" anchor="t" bIns="0" lIns="0" spcFirstLastPara="1" rIns="0" wrap="square" tIns="0">
            <a:spAutoFit/>
          </a:bodyPr>
          <a:lstStyle>
            <a:lvl1pPr indent="-292100" lvl="0" marL="457200" algn="l">
              <a:lnSpc>
                <a:spcPct val="100000"/>
              </a:lnSpc>
              <a:spcBef>
                <a:spcPts val="0"/>
              </a:spcBef>
              <a:spcAft>
                <a:spcPts val="0"/>
              </a:spcAft>
              <a:buSzPts val="1000"/>
              <a:buFont typeface="DM Sans"/>
              <a:buChar char="●"/>
              <a:defRPr sz="1000"/>
            </a:lvl1pPr>
            <a:lvl2pPr indent="-292100" lvl="1" marL="914400" algn="l">
              <a:lnSpc>
                <a:spcPct val="100000"/>
              </a:lnSpc>
              <a:spcBef>
                <a:spcPts val="800"/>
              </a:spcBef>
              <a:spcAft>
                <a:spcPts val="0"/>
              </a:spcAft>
              <a:buSzPts val="1000"/>
              <a:buFont typeface="DM Sans"/>
              <a:buChar char="○"/>
              <a:defRPr sz="1000"/>
            </a:lvl2pPr>
            <a:lvl3pPr indent="-292100" lvl="2" marL="1371600" algn="l">
              <a:lnSpc>
                <a:spcPct val="100000"/>
              </a:lnSpc>
              <a:spcBef>
                <a:spcPts val="800"/>
              </a:spcBef>
              <a:spcAft>
                <a:spcPts val="0"/>
              </a:spcAft>
              <a:buSzPts val="1000"/>
              <a:buFont typeface="DM Sans"/>
              <a:buChar char="■"/>
              <a:defRPr sz="1000"/>
            </a:lvl3pPr>
            <a:lvl4pPr indent="-292100" lvl="3" marL="1828800" algn="l">
              <a:lnSpc>
                <a:spcPct val="100000"/>
              </a:lnSpc>
              <a:spcBef>
                <a:spcPts val="800"/>
              </a:spcBef>
              <a:spcAft>
                <a:spcPts val="0"/>
              </a:spcAft>
              <a:buSzPts val="1000"/>
              <a:buFont typeface="DM Sans"/>
              <a:buChar char="●"/>
              <a:defRPr sz="1000"/>
            </a:lvl4pPr>
            <a:lvl5pPr indent="-292100" lvl="4" marL="2286000" algn="l">
              <a:lnSpc>
                <a:spcPct val="100000"/>
              </a:lnSpc>
              <a:spcBef>
                <a:spcPts val="800"/>
              </a:spcBef>
              <a:spcAft>
                <a:spcPts val="0"/>
              </a:spcAft>
              <a:buSzPts val="1000"/>
              <a:buFont typeface="DM Sans"/>
              <a:buChar char="○"/>
              <a:defRPr sz="1000"/>
            </a:lvl5pPr>
            <a:lvl6pPr indent="-292100" lvl="5" marL="2743200" algn="l">
              <a:lnSpc>
                <a:spcPct val="100000"/>
              </a:lnSpc>
              <a:spcBef>
                <a:spcPts val="800"/>
              </a:spcBef>
              <a:spcAft>
                <a:spcPts val="0"/>
              </a:spcAft>
              <a:buSzPts val="1000"/>
              <a:buFont typeface="DM Sans"/>
              <a:buChar char="■"/>
              <a:defRPr sz="1000"/>
            </a:lvl6pPr>
            <a:lvl7pPr indent="-292100" lvl="6" marL="3200400" algn="l">
              <a:lnSpc>
                <a:spcPct val="100000"/>
              </a:lnSpc>
              <a:spcBef>
                <a:spcPts val="800"/>
              </a:spcBef>
              <a:spcAft>
                <a:spcPts val="0"/>
              </a:spcAft>
              <a:buSzPts val="1000"/>
              <a:buFont typeface="DM Sans"/>
              <a:buChar char="●"/>
              <a:defRPr sz="1000"/>
            </a:lvl7pPr>
            <a:lvl8pPr indent="-292100" lvl="7" marL="3657600" algn="l">
              <a:lnSpc>
                <a:spcPct val="100000"/>
              </a:lnSpc>
              <a:spcBef>
                <a:spcPts val="800"/>
              </a:spcBef>
              <a:spcAft>
                <a:spcPts val="0"/>
              </a:spcAft>
              <a:buSzPts val="1000"/>
              <a:buFont typeface="DM Sans"/>
              <a:buChar char="○"/>
              <a:defRPr sz="1000"/>
            </a:lvl8pPr>
            <a:lvl9pPr indent="-292100" lvl="8" marL="4114800" algn="l">
              <a:lnSpc>
                <a:spcPct val="100000"/>
              </a:lnSpc>
              <a:spcBef>
                <a:spcPts val="800"/>
              </a:spcBef>
              <a:spcAft>
                <a:spcPts val="800"/>
              </a:spcAft>
              <a:buSzPts val="1000"/>
              <a:buFont typeface="DM Sans"/>
              <a:buChar char="■"/>
              <a:defRPr sz="1000"/>
            </a:lvl9pPr>
          </a:lstStyle>
          <a:p/>
        </p:txBody>
      </p:sp>
      <p:sp>
        <p:nvSpPr>
          <p:cNvPr id="687" name="Google Shape;687;p74"/>
          <p:cNvSpPr txBox="1"/>
          <p:nvPr>
            <p:ph idx="7" type="subTitle"/>
          </p:nvPr>
        </p:nvSpPr>
        <p:spPr>
          <a:xfrm>
            <a:off x="4845475" y="3537427"/>
            <a:ext cx="3382500" cy="2376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2pPr>
            <a:lvl3pPr lvl="2"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3pPr>
            <a:lvl4pPr lvl="3"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4pPr>
            <a:lvl5pPr lvl="4"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5pPr>
            <a:lvl6pPr lvl="5"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6pPr>
            <a:lvl7pPr lvl="6"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7pPr>
            <a:lvl8pPr lvl="7"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8pPr>
            <a:lvl9pPr lvl="8"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688" name="Google Shape;688;p74"/>
          <p:cNvSpPr txBox="1"/>
          <p:nvPr>
            <p:ph type="title"/>
          </p:nvPr>
        </p:nvSpPr>
        <p:spPr>
          <a:xfrm>
            <a:off x="361975" y="988555"/>
            <a:ext cx="38601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2200">
                <a:solidFill>
                  <a:schemeClr val="dk1"/>
                </a:solidFill>
              </a:defRPr>
            </a:lvl1pPr>
            <a:lvl2pPr lvl="1" algn="l">
              <a:lnSpc>
                <a:spcPct val="90000"/>
              </a:lnSpc>
              <a:spcBef>
                <a:spcPts val="0"/>
              </a:spcBef>
              <a:spcAft>
                <a:spcPts val="0"/>
              </a:spcAft>
              <a:buSzPts val="1400"/>
              <a:buNone/>
              <a:defRPr sz="2200">
                <a:solidFill>
                  <a:schemeClr val="dk1"/>
                </a:solidFill>
              </a:defRPr>
            </a:lvl2pPr>
            <a:lvl3pPr lvl="2" algn="l">
              <a:lnSpc>
                <a:spcPct val="90000"/>
              </a:lnSpc>
              <a:spcBef>
                <a:spcPts val="0"/>
              </a:spcBef>
              <a:spcAft>
                <a:spcPts val="0"/>
              </a:spcAft>
              <a:buSzPts val="1400"/>
              <a:buNone/>
              <a:defRPr sz="2200">
                <a:solidFill>
                  <a:schemeClr val="dk1"/>
                </a:solidFill>
              </a:defRPr>
            </a:lvl3pPr>
            <a:lvl4pPr lvl="3" algn="l">
              <a:lnSpc>
                <a:spcPct val="90000"/>
              </a:lnSpc>
              <a:spcBef>
                <a:spcPts val="0"/>
              </a:spcBef>
              <a:spcAft>
                <a:spcPts val="0"/>
              </a:spcAft>
              <a:buSzPts val="1400"/>
              <a:buNone/>
              <a:defRPr sz="2200">
                <a:solidFill>
                  <a:schemeClr val="dk1"/>
                </a:solidFill>
              </a:defRPr>
            </a:lvl4pPr>
            <a:lvl5pPr lvl="4" algn="l">
              <a:lnSpc>
                <a:spcPct val="90000"/>
              </a:lnSpc>
              <a:spcBef>
                <a:spcPts val="0"/>
              </a:spcBef>
              <a:spcAft>
                <a:spcPts val="0"/>
              </a:spcAft>
              <a:buSzPts val="1400"/>
              <a:buNone/>
              <a:defRPr sz="2200">
                <a:solidFill>
                  <a:schemeClr val="dk1"/>
                </a:solidFill>
              </a:defRPr>
            </a:lvl5pPr>
            <a:lvl6pPr lvl="5" algn="l">
              <a:lnSpc>
                <a:spcPct val="90000"/>
              </a:lnSpc>
              <a:spcBef>
                <a:spcPts val="0"/>
              </a:spcBef>
              <a:spcAft>
                <a:spcPts val="0"/>
              </a:spcAft>
              <a:buSzPts val="1400"/>
              <a:buNone/>
              <a:defRPr sz="2200">
                <a:solidFill>
                  <a:schemeClr val="dk1"/>
                </a:solidFill>
              </a:defRPr>
            </a:lvl6pPr>
            <a:lvl7pPr lvl="6" algn="l">
              <a:lnSpc>
                <a:spcPct val="90000"/>
              </a:lnSpc>
              <a:spcBef>
                <a:spcPts val="0"/>
              </a:spcBef>
              <a:spcAft>
                <a:spcPts val="0"/>
              </a:spcAft>
              <a:buSzPts val="1400"/>
              <a:buNone/>
              <a:defRPr sz="2200">
                <a:solidFill>
                  <a:schemeClr val="dk1"/>
                </a:solidFill>
              </a:defRPr>
            </a:lvl7pPr>
            <a:lvl8pPr lvl="7" algn="l">
              <a:lnSpc>
                <a:spcPct val="90000"/>
              </a:lnSpc>
              <a:spcBef>
                <a:spcPts val="0"/>
              </a:spcBef>
              <a:spcAft>
                <a:spcPts val="0"/>
              </a:spcAft>
              <a:buSzPts val="1400"/>
              <a:buNone/>
              <a:defRPr sz="2200">
                <a:solidFill>
                  <a:schemeClr val="dk1"/>
                </a:solidFill>
              </a:defRPr>
            </a:lvl8pPr>
            <a:lvl9pPr lvl="8" algn="l">
              <a:lnSpc>
                <a:spcPct val="90000"/>
              </a:lnSpc>
              <a:spcBef>
                <a:spcPts val="0"/>
              </a:spcBef>
              <a:spcAft>
                <a:spcPts val="0"/>
              </a:spcAft>
              <a:buSzPts val="1400"/>
              <a:buNone/>
              <a:defRPr sz="2200">
                <a:solidFill>
                  <a:schemeClr val="dk1"/>
                </a:solidFill>
              </a:defRPr>
            </a:lvl9pPr>
          </a:lstStyle>
          <a:p/>
        </p:txBody>
      </p:sp>
      <p:sp>
        <p:nvSpPr>
          <p:cNvPr id="689" name="Google Shape;689;p74"/>
          <p:cNvSpPr txBox="1"/>
          <p:nvPr>
            <p:ph idx="8" type="subTitle"/>
          </p:nvPr>
        </p:nvSpPr>
        <p:spPr>
          <a:xfrm>
            <a:off x="361975" y="732775"/>
            <a:ext cx="3860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modules">
  <p:cSld name="CUSTOM">
    <p:bg>
      <p:bgPr>
        <a:solidFill>
          <a:schemeClr val="lt1"/>
        </a:solidFill>
      </p:bgPr>
    </p:bg>
    <p:spTree>
      <p:nvGrpSpPr>
        <p:cNvPr id="690" name="Shape 690"/>
        <p:cNvGrpSpPr/>
        <p:nvPr/>
      </p:nvGrpSpPr>
      <p:grpSpPr>
        <a:xfrm>
          <a:off x="0" y="0"/>
          <a:ext cx="0" cy="0"/>
          <a:chOff x="0" y="0"/>
          <a:chExt cx="0" cy="0"/>
        </a:xfrm>
      </p:grpSpPr>
      <p:sp>
        <p:nvSpPr>
          <p:cNvPr id="691" name="Google Shape;691;p75"/>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692" name="Google Shape;692;p75"/>
          <p:cNvSpPr txBox="1"/>
          <p:nvPr>
            <p:ph type="title"/>
          </p:nvPr>
        </p:nvSpPr>
        <p:spPr>
          <a:xfrm>
            <a:off x="361975" y="988555"/>
            <a:ext cx="38601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2200">
                <a:solidFill>
                  <a:schemeClr val="dk1"/>
                </a:solidFill>
              </a:defRPr>
            </a:lvl1pPr>
            <a:lvl2pPr lvl="1" algn="l">
              <a:lnSpc>
                <a:spcPct val="90000"/>
              </a:lnSpc>
              <a:spcBef>
                <a:spcPts val="0"/>
              </a:spcBef>
              <a:spcAft>
                <a:spcPts val="0"/>
              </a:spcAft>
              <a:buSzPts val="1400"/>
              <a:buNone/>
              <a:defRPr sz="2200">
                <a:solidFill>
                  <a:schemeClr val="dk1"/>
                </a:solidFill>
              </a:defRPr>
            </a:lvl2pPr>
            <a:lvl3pPr lvl="2" algn="l">
              <a:lnSpc>
                <a:spcPct val="90000"/>
              </a:lnSpc>
              <a:spcBef>
                <a:spcPts val="0"/>
              </a:spcBef>
              <a:spcAft>
                <a:spcPts val="0"/>
              </a:spcAft>
              <a:buSzPts val="1400"/>
              <a:buNone/>
              <a:defRPr sz="2200">
                <a:solidFill>
                  <a:schemeClr val="dk1"/>
                </a:solidFill>
              </a:defRPr>
            </a:lvl3pPr>
            <a:lvl4pPr lvl="3" algn="l">
              <a:lnSpc>
                <a:spcPct val="90000"/>
              </a:lnSpc>
              <a:spcBef>
                <a:spcPts val="0"/>
              </a:spcBef>
              <a:spcAft>
                <a:spcPts val="0"/>
              </a:spcAft>
              <a:buSzPts val="1400"/>
              <a:buNone/>
              <a:defRPr sz="2200">
                <a:solidFill>
                  <a:schemeClr val="dk1"/>
                </a:solidFill>
              </a:defRPr>
            </a:lvl4pPr>
            <a:lvl5pPr lvl="4" algn="l">
              <a:lnSpc>
                <a:spcPct val="90000"/>
              </a:lnSpc>
              <a:spcBef>
                <a:spcPts val="0"/>
              </a:spcBef>
              <a:spcAft>
                <a:spcPts val="0"/>
              </a:spcAft>
              <a:buSzPts val="1400"/>
              <a:buNone/>
              <a:defRPr sz="2200">
                <a:solidFill>
                  <a:schemeClr val="dk1"/>
                </a:solidFill>
              </a:defRPr>
            </a:lvl5pPr>
            <a:lvl6pPr lvl="5" algn="l">
              <a:lnSpc>
                <a:spcPct val="90000"/>
              </a:lnSpc>
              <a:spcBef>
                <a:spcPts val="0"/>
              </a:spcBef>
              <a:spcAft>
                <a:spcPts val="0"/>
              </a:spcAft>
              <a:buSzPts val="1400"/>
              <a:buNone/>
              <a:defRPr sz="2200">
                <a:solidFill>
                  <a:schemeClr val="dk1"/>
                </a:solidFill>
              </a:defRPr>
            </a:lvl6pPr>
            <a:lvl7pPr lvl="6" algn="l">
              <a:lnSpc>
                <a:spcPct val="90000"/>
              </a:lnSpc>
              <a:spcBef>
                <a:spcPts val="0"/>
              </a:spcBef>
              <a:spcAft>
                <a:spcPts val="0"/>
              </a:spcAft>
              <a:buSzPts val="1400"/>
              <a:buNone/>
              <a:defRPr sz="2200">
                <a:solidFill>
                  <a:schemeClr val="dk1"/>
                </a:solidFill>
              </a:defRPr>
            </a:lvl7pPr>
            <a:lvl8pPr lvl="7" algn="l">
              <a:lnSpc>
                <a:spcPct val="90000"/>
              </a:lnSpc>
              <a:spcBef>
                <a:spcPts val="0"/>
              </a:spcBef>
              <a:spcAft>
                <a:spcPts val="0"/>
              </a:spcAft>
              <a:buSzPts val="1400"/>
              <a:buNone/>
              <a:defRPr sz="2200">
                <a:solidFill>
                  <a:schemeClr val="dk1"/>
                </a:solidFill>
              </a:defRPr>
            </a:lvl8pPr>
            <a:lvl9pPr lvl="8" algn="l">
              <a:lnSpc>
                <a:spcPct val="90000"/>
              </a:lnSpc>
              <a:spcBef>
                <a:spcPts val="0"/>
              </a:spcBef>
              <a:spcAft>
                <a:spcPts val="0"/>
              </a:spcAft>
              <a:buSzPts val="1400"/>
              <a:buNone/>
              <a:defRPr sz="2200">
                <a:solidFill>
                  <a:schemeClr val="dk1"/>
                </a:solidFill>
              </a:defRPr>
            </a:lvl9pPr>
          </a:lstStyle>
          <a:p/>
        </p:txBody>
      </p:sp>
      <p:sp>
        <p:nvSpPr>
          <p:cNvPr id="693" name="Google Shape;693;p75"/>
          <p:cNvSpPr txBox="1"/>
          <p:nvPr>
            <p:ph idx="2" type="subTitle"/>
          </p:nvPr>
        </p:nvSpPr>
        <p:spPr>
          <a:xfrm>
            <a:off x="361975" y="732775"/>
            <a:ext cx="3860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694" name="Google Shape;694;p75"/>
          <p:cNvSpPr txBox="1"/>
          <p:nvPr>
            <p:ph idx="3" type="body"/>
          </p:nvPr>
        </p:nvSpPr>
        <p:spPr>
          <a:xfrm>
            <a:off x="361975" y="3256513"/>
            <a:ext cx="3860100" cy="1327500"/>
          </a:xfrm>
          <a:prstGeom prst="rect">
            <a:avLst/>
          </a:prstGeom>
          <a:noFill/>
          <a:ln>
            <a:noFill/>
          </a:ln>
        </p:spPr>
        <p:txBody>
          <a:bodyPr anchorCtr="0" anchor="b" bIns="0" lIns="0" spcFirstLastPara="1" rIns="0" wrap="square" tIns="0">
            <a:noAutofit/>
          </a:bodyPr>
          <a:lstStyle>
            <a:lvl1pPr indent="-292100" lvl="0" marL="457200" algn="l">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l">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695" name="Google Shape;695;p75"/>
          <p:cNvSpPr txBox="1"/>
          <p:nvPr>
            <p:ph idx="4" type="title"/>
          </p:nvPr>
        </p:nvSpPr>
        <p:spPr>
          <a:xfrm>
            <a:off x="4800825" y="258072"/>
            <a:ext cx="17622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4200"/>
            </a:lvl1pPr>
            <a:lvl2pPr lvl="1" algn="l">
              <a:lnSpc>
                <a:spcPct val="90000"/>
              </a:lnSpc>
              <a:spcBef>
                <a:spcPts val="0"/>
              </a:spcBef>
              <a:spcAft>
                <a:spcPts val="0"/>
              </a:spcAft>
              <a:buSzPts val="1400"/>
              <a:buNone/>
              <a:defRPr sz="2200"/>
            </a:lvl2pPr>
            <a:lvl3pPr lvl="2" algn="l">
              <a:lnSpc>
                <a:spcPct val="90000"/>
              </a:lnSpc>
              <a:spcBef>
                <a:spcPts val="0"/>
              </a:spcBef>
              <a:spcAft>
                <a:spcPts val="0"/>
              </a:spcAft>
              <a:buSzPts val="1400"/>
              <a:buNone/>
              <a:defRPr sz="2200"/>
            </a:lvl3pPr>
            <a:lvl4pPr lvl="3" algn="l">
              <a:lnSpc>
                <a:spcPct val="90000"/>
              </a:lnSpc>
              <a:spcBef>
                <a:spcPts val="0"/>
              </a:spcBef>
              <a:spcAft>
                <a:spcPts val="0"/>
              </a:spcAft>
              <a:buSzPts val="1400"/>
              <a:buNone/>
              <a:defRPr sz="2200"/>
            </a:lvl4pPr>
            <a:lvl5pPr lvl="4" algn="l">
              <a:lnSpc>
                <a:spcPct val="90000"/>
              </a:lnSpc>
              <a:spcBef>
                <a:spcPts val="0"/>
              </a:spcBef>
              <a:spcAft>
                <a:spcPts val="0"/>
              </a:spcAft>
              <a:buSzPts val="1400"/>
              <a:buNone/>
              <a:defRPr sz="2200"/>
            </a:lvl5pPr>
            <a:lvl6pPr lvl="5" algn="l">
              <a:lnSpc>
                <a:spcPct val="90000"/>
              </a:lnSpc>
              <a:spcBef>
                <a:spcPts val="0"/>
              </a:spcBef>
              <a:spcAft>
                <a:spcPts val="0"/>
              </a:spcAft>
              <a:buSzPts val="1400"/>
              <a:buNone/>
              <a:defRPr sz="2200"/>
            </a:lvl6pPr>
            <a:lvl7pPr lvl="6" algn="l">
              <a:lnSpc>
                <a:spcPct val="90000"/>
              </a:lnSpc>
              <a:spcBef>
                <a:spcPts val="0"/>
              </a:spcBef>
              <a:spcAft>
                <a:spcPts val="0"/>
              </a:spcAft>
              <a:buSzPts val="1400"/>
              <a:buNone/>
              <a:defRPr sz="2200"/>
            </a:lvl7pPr>
            <a:lvl8pPr lvl="7" algn="l">
              <a:lnSpc>
                <a:spcPct val="90000"/>
              </a:lnSpc>
              <a:spcBef>
                <a:spcPts val="0"/>
              </a:spcBef>
              <a:spcAft>
                <a:spcPts val="0"/>
              </a:spcAft>
              <a:buSzPts val="1400"/>
              <a:buNone/>
              <a:defRPr sz="2200"/>
            </a:lvl8pPr>
            <a:lvl9pPr lvl="8" algn="l">
              <a:lnSpc>
                <a:spcPct val="90000"/>
              </a:lnSpc>
              <a:spcBef>
                <a:spcPts val="0"/>
              </a:spcBef>
              <a:spcAft>
                <a:spcPts val="0"/>
              </a:spcAft>
              <a:buSzPts val="1400"/>
              <a:buNone/>
              <a:defRPr sz="2200"/>
            </a:lvl9pPr>
          </a:lstStyle>
          <a:p/>
        </p:txBody>
      </p:sp>
      <p:sp>
        <p:nvSpPr>
          <p:cNvPr id="696" name="Google Shape;696;p75"/>
          <p:cNvSpPr txBox="1"/>
          <p:nvPr>
            <p:ph idx="5" type="title"/>
          </p:nvPr>
        </p:nvSpPr>
        <p:spPr>
          <a:xfrm>
            <a:off x="7094925" y="258072"/>
            <a:ext cx="17622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4200">
                <a:solidFill>
                  <a:schemeClr val="dk1"/>
                </a:solidFill>
              </a:defRPr>
            </a:lvl1pPr>
            <a:lvl2pPr lvl="1" algn="l">
              <a:lnSpc>
                <a:spcPct val="90000"/>
              </a:lnSpc>
              <a:spcBef>
                <a:spcPts val="0"/>
              </a:spcBef>
              <a:spcAft>
                <a:spcPts val="0"/>
              </a:spcAft>
              <a:buSzPts val="1400"/>
              <a:buNone/>
              <a:defRPr sz="2200">
                <a:solidFill>
                  <a:schemeClr val="dk1"/>
                </a:solidFill>
              </a:defRPr>
            </a:lvl2pPr>
            <a:lvl3pPr lvl="2" algn="l">
              <a:lnSpc>
                <a:spcPct val="90000"/>
              </a:lnSpc>
              <a:spcBef>
                <a:spcPts val="0"/>
              </a:spcBef>
              <a:spcAft>
                <a:spcPts val="0"/>
              </a:spcAft>
              <a:buSzPts val="1400"/>
              <a:buNone/>
              <a:defRPr sz="2200">
                <a:solidFill>
                  <a:schemeClr val="dk1"/>
                </a:solidFill>
              </a:defRPr>
            </a:lvl3pPr>
            <a:lvl4pPr lvl="3" algn="l">
              <a:lnSpc>
                <a:spcPct val="90000"/>
              </a:lnSpc>
              <a:spcBef>
                <a:spcPts val="0"/>
              </a:spcBef>
              <a:spcAft>
                <a:spcPts val="0"/>
              </a:spcAft>
              <a:buSzPts val="1400"/>
              <a:buNone/>
              <a:defRPr sz="2200">
                <a:solidFill>
                  <a:schemeClr val="dk1"/>
                </a:solidFill>
              </a:defRPr>
            </a:lvl4pPr>
            <a:lvl5pPr lvl="4" algn="l">
              <a:lnSpc>
                <a:spcPct val="90000"/>
              </a:lnSpc>
              <a:spcBef>
                <a:spcPts val="0"/>
              </a:spcBef>
              <a:spcAft>
                <a:spcPts val="0"/>
              </a:spcAft>
              <a:buSzPts val="1400"/>
              <a:buNone/>
              <a:defRPr sz="2200">
                <a:solidFill>
                  <a:schemeClr val="dk1"/>
                </a:solidFill>
              </a:defRPr>
            </a:lvl5pPr>
            <a:lvl6pPr lvl="5" algn="l">
              <a:lnSpc>
                <a:spcPct val="90000"/>
              </a:lnSpc>
              <a:spcBef>
                <a:spcPts val="0"/>
              </a:spcBef>
              <a:spcAft>
                <a:spcPts val="0"/>
              </a:spcAft>
              <a:buSzPts val="1400"/>
              <a:buNone/>
              <a:defRPr sz="2200">
                <a:solidFill>
                  <a:schemeClr val="dk1"/>
                </a:solidFill>
              </a:defRPr>
            </a:lvl6pPr>
            <a:lvl7pPr lvl="6" algn="l">
              <a:lnSpc>
                <a:spcPct val="90000"/>
              </a:lnSpc>
              <a:spcBef>
                <a:spcPts val="0"/>
              </a:spcBef>
              <a:spcAft>
                <a:spcPts val="0"/>
              </a:spcAft>
              <a:buSzPts val="1400"/>
              <a:buNone/>
              <a:defRPr sz="2200">
                <a:solidFill>
                  <a:schemeClr val="dk1"/>
                </a:solidFill>
              </a:defRPr>
            </a:lvl7pPr>
            <a:lvl8pPr lvl="7" algn="l">
              <a:lnSpc>
                <a:spcPct val="90000"/>
              </a:lnSpc>
              <a:spcBef>
                <a:spcPts val="0"/>
              </a:spcBef>
              <a:spcAft>
                <a:spcPts val="0"/>
              </a:spcAft>
              <a:buSzPts val="1400"/>
              <a:buNone/>
              <a:defRPr sz="2200">
                <a:solidFill>
                  <a:schemeClr val="dk1"/>
                </a:solidFill>
              </a:defRPr>
            </a:lvl8pPr>
            <a:lvl9pPr lvl="8" algn="l">
              <a:lnSpc>
                <a:spcPct val="90000"/>
              </a:lnSpc>
              <a:spcBef>
                <a:spcPts val="0"/>
              </a:spcBef>
              <a:spcAft>
                <a:spcPts val="0"/>
              </a:spcAft>
              <a:buSzPts val="1400"/>
              <a:buNone/>
              <a:defRPr sz="2200">
                <a:solidFill>
                  <a:schemeClr val="dk1"/>
                </a:solidFill>
              </a:defRPr>
            </a:lvl9pPr>
          </a:lstStyle>
          <a:p/>
        </p:txBody>
      </p:sp>
      <p:sp>
        <p:nvSpPr>
          <p:cNvPr id="697" name="Google Shape;697;p75"/>
          <p:cNvSpPr txBox="1"/>
          <p:nvPr>
            <p:ph idx="6" type="title"/>
          </p:nvPr>
        </p:nvSpPr>
        <p:spPr>
          <a:xfrm>
            <a:off x="4800825" y="1698225"/>
            <a:ext cx="17622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4200"/>
            </a:lvl1pPr>
            <a:lvl2pPr lvl="1" algn="l">
              <a:lnSpc>
                <a:spcPct val="90000"/>
              </a:lnSpc>
              <a:spcBef>
                <a:spcPts val="0"/>
              </a:spcBef>
              <a:spcAft>
                <a:spcPts val="0"/>
              </a:spcAft>
              <a:buSzPts val="1400"/>
              <a:buNone/>
              <a:defRPr sz="2200">
                <a:solidFill>
                  <a:schemeClr val="dk1"/>
                </a:solidFill>
              </a:defRPr>
            </a:lvl2pPr>
            <a:lvl3pPr lvl="2" algn="l">
              <a:lnSpc>
                <a:spcPct val="90000"/>
              </a:lnSpc>
              <a:spcBef>
                <a:spcPts val="0"/>
              </a:spcBef>
              <a:spcAft>
                <a:spcPts val="0"/>
              </a:spcAft>
              <a:buSzPts val="1400"/>
              <a:buNone/>
              <a:defRPr sz="2200">
                <a:solidFill>
                  <a:schemeClr val="dk1"/>
                </a:solidFill>
              </a:defRPr>
            </a:lvl3pPr>
            <a:lvl4pPr lvl="3" algn="l">
              <a:lnSpc>
                <a:spcPct val="90000"/>
              </a:lnSpc>
              <a:spcBef>
                <a:spcPts val="0"/>
              </a:spcBef>
              <a:spcAft>
                <a:spcPts val="0"/>
              </a:spcAft>
              <a:buSzPts val="1400"/>
              <a:buNone/>
              <a:defRPr sz="2200">
                <a:solidFill>
                  <a:schemeClr val="dk1"/>
                </a:solidFill>
              </a:defRPr>
            </a:lvl4pPr>
            <a:lvl5pPr lvl="4" algn="l">
              <a:lnSpc>
                <a:spcPct val="90000"/>
              </a:lnSpc>
              <a:spcBef>
                <a:spcPts val="0"/>
              </a:spcBef>
              <a:spcAft>
                <a:spcPts val="0"/>
              </a:spcAft>
              <a:buSzPts val="1400"/>
              <a:buNone/>
              <a:defRPr sz="2200">
                <a:solidFill>
                  <a:schemeClr val="dk1"/>
                </a:solidFill>
              </a:defRPr>
            </a:lvl5pPr>
            <a:lvl6pPr lvl="5" algn="l">
              <a:lnSpc>
                <a:spcPct val="90000"/>
              </a:lnSpc>
              <a:spcBef>
                <a:spcPts val="0"/>
              </a:spcBef>
              <a:spcAft>
                <a:spcPts val="0"/>
              </a:spcAft>
              <a:buSzPts val="1400"/>
              <a:buNone/>
              <a:defRPr sz="2200">
                <a:solidFill>
                  <a:schemeClr val="dk1"/>
                </a:solidFill>
              </a:defRPr>
            </a:lvl6pPr>
            <a:lvl7pPr lvl="6" algn="l">
              <a:lnSpc>
                <a:spcPct val="90000"/>
              </a:lnSpc>
              <a:spcBef>
                <a:spcPts val="0"/>
              </a:spcBef>
              <a:spcAft>
                <a:spcPts val="0"/>
              </a:spcAft>
              <a:buSzPts val="1400"/>
              <a:buNone/>
              <a:defRPr sz="2200">
                <a:solidFill>
                  <a:schemeClr val="dk1"/>
                </a:solidFill>
              </a:defRPr>
            </a:lvl7pPr>
            <a:lvl8pPr lvl="7" algn="l">
              <a:lnSpc>
                <a:spcPct val="90000"/>
              </a:lnSpc>
              <a:spcBef>
                <a:spcPts val="0"/>
              </a:spcBef>
              <a:spcAft>
                <a:spcPts val="0"/>
              </a:spcAft>
              <a:buSzPts val="1400"/>
              <a:buNone/>
              <a:defRPr sz="2200">
                <a:solidFill>
                  <a:schemeClr val="dk1"/>
                </a:solidFill>
              </a:defRPr>
            </a:lvl8pPr>
            <a:lvl9pPr lvl="8" algn="l">
              <a:lnSpc>
                <a:spcPct val="90000"/>
              </a:lnSpc>
              <a:spcBef>
                <a:spcPts val="0"/>
              </a:spcBef>
              <a:spcAft>
                <a:spcPts val="0"/>
              </a:spcAft>
              <a:buSzPts val="1400"/>
              <a:buNone/>
              <a:defRPr sz="2200">
                <a:solidFill>
                  <a:schemeClr val="dk1"/>
                </a:solidFill>
              </a:defRPr>
            </a:lvl9pPr>
          </a:lstStyle>
          <a:p/>
        </p:txBody>
      </p:sp>
      <p:sp>
        <p:nvSpPr>
          <p:cNvPr id="698" name="Google Shape;698;p75"/>
          <p:cNvSpPr txBox="1"/>
          <p:nvPr>
            <p:ph idx="7" type="body"/>
          </p:nvPr>
        </p:nvSpPr>
        <p:spPr>
          <a:xfrm>
            <a:off x="4800825" y="4122308"/>
            <a:ext cx="3975900" cy="461700"/>
          </a:xfrm>
          <a:prstGeom prst="rect">
            <a:avLst/>
          </a:prstGeom>
          <a:noFill/>
          <a:ln>
            <a:noFill/>
          </a:ln>
        </p:spPr>
        <p:txBody>
          <a:bodyPr anchorCtr="0" anchor="b"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a:buChar char="●"/>
              <a:defRPr sz="1000"/>
            </a:lvl1pPr>
            <a:lvl2pPr indent="-292100" lvl="1" marL="914400" algn="l">
              <a:lnSpc>
                <a:spcPct val="115000"/>
              </a:lnSpc>
              <a:spcBef>
                <a:spcPts val="800"/>
              </a:spcBef>
              <a:spcAft>
                <a:spcPts val="0"/>
              </a:spcAft>
              <a:buClr>
                <a:schemeClr val="lt1"/>
              </a:buClr>
              <a:buSzPts val="1000"/>
              <a:buFont typeface="DM Sans"/>
              <a:buChar char="○"/>
              <a:defRPr sz="1000"/>
            </a:lvl2pPr>
            <a:lvl3pPr indent="-292100" lvl="2" marL="1371600" algn="l">
              <a:lnSpc>
                <a:spcPct val="115000"/>
              </a:lnSpc>
              <a:spcBef>
                <a:spcPts val="800"/>
              </a:spcBef>
              <a:spcAft>
                <a:spcPts val="0"/>
              </a:spcAft>
              <a:buClr>
                <a:schemeClr val="lt1"/>
              </a:buClr>
              <a:buSzPts val="1000"/>
              <a:buFont typeface="DM Sans"/>
              <a:buChar char="■"/>
              <a:defRPr sz="1000"/>
            </a:lvl3pPr>
            <a:lvl4pPr indent="-292100" lvl="3" marL="1828800" algn="l">
              <a:lnSpc>
                <a:spcPct val="115000"/>
              </a:lnSpc>
              <a:spcBef>
                <a:spcPts val="800"/>
              </a:spcBef>
              <a:spcAft>
                <a:spcPts val="0"/>
              </a:spcAft>
              <a:buClr>
                <a:schemeClr val="lt1"/>
              </a:buClr>
              <a:buSzPts val="1000"/>
              <a:buFont typeface="DM Sans"/>
              <a:buChar char="●"/>
              <a:defRPr sz="1000"/>
            </a:lvl4pPr>
            <a:lvl5pPr indent="-292100" lvl="4" marL="2286000" algn="l">
              <a:lnSpc>
                <a:spcPct val="115000"/>
              </a:lnSpc>
              <a:spcBef>
                <a:spcPts val="800"/>
              </a:spcBef>
              <a:spcAft>
                <a:spcPts val="0"/>
              </a:spcAft>
              <a:buClr>
                <a:schemeClr val="lt1"/>
              </a:buClr>
              <a:buSzPts val="1000"/>
              <a:buFont typeface="DM Sans"/>
              <a:buChar char="○"/>
              <a:defRPr sz="1000"/>
            </a:lvl5pPr>
            <a:lvl6pPr indent="-292100" lvl="5" marL="2743200" algn="l">
              <a:lnSpc>
                <a:spcPct val="115000"/>
              </a:lnSpc>
              <a:spcBef>
                <a:spcPts val="800"/>
              </a:spcBef>
              <a:spcAft>
                <a:spcPts val="0"/>
              </a:spcAft>
              <a:buClr>
                <a:schemeClr val="lt1"/>
              </a:buClr>
              <a:buSzPts val="1000"/>
              <a:buFont typeface="DM Sans"/>
              <a:buChar char="■"/>
              <a:defRPr sz="1000"/>
            </a:lvl6pPr>
            <a:lvl7pPr indent="-292100" lvl="6" marL="3200400" algn="l">
              <a:lnSpc>
                <a:spcPct val="115000"/>
              </a:lnSpc>
              <a:spcBef>
                <a:spcPts val="800"/>
              </a:spcBef>
              <a:spcAft>
                <a:spcPts val="0"/>
              </a:spcAft>
              <a:buClr>
                <a:schemeClr val="lt1"/>
              </a:buClr>
              <a:buSzPts val="1000"/>
              <a:buFont typeface="DM Sans"/>
              <a:buChar char="●"/>
              <a:defRPr sz="1000"/>
            </a:lvl7pPr>
            <a:lvl8pPr indent="-292100" lvl="7" marL="3657600" algn="l">
              <a:lnSpc>
                <a:spcPct val="115000"/>
              </a:lnSpc>
              <a:spcBef>
                <a:spcPts val="800"/>
              </a:spcBef>
              <a:spcAft>
                <a:spcPts val="0"/>
              </a:spcAft>
              <a:buClr>
                <a:schemeClr val="lt1"/>
              </a:buClr>
              <a:buSzPts val="1000"/>
              <a:buFont typeface="DM Sans"/>
              <a:buChar char="○"/>
              <a:defRPr sz="1000"/>
            </a:lvl8pPr>
            <a:lvl9pPr indent="-292100" lvl="8" marL="4114800" algn="l">
              <a:lnSpc>
                <a:spcPct val="115000"/>
              </a:lnSpc>
              <a:spcBef>
                <a:spcPts val="800"/>
              </a:spcBef>
              <a:spcAft>
                <a:spcPts val="800"/>
              </a:spcAft>
              <a:buClr>
                <a:schemeClr val="lt1"/>
              </a:buClr>
              <a:buSzPts val="1000"/>
              <a:buFont typeface="DM Sans"/>
              <a:buChar char="■"/>
              <a:defRPr sz="1000"/>
            </a:lvl9pPr>
          </a:lstStyle>
          <a:p/>
        </p:txBody>
      </p:sp>
      <p:sp>
        <p:nvSpPr>
          <p:cNvPr id="699" name="Google Shape;699;p75"/>
          <p:cNvSpPr txBox="1"/>
          <p:nvPr>
            <p:ph idx="8" type="title"/>
          </p:nvPr>
        </p:nvSpPr>
        <p:spPr>
          <a:xfrm>
            <a:off x="4800825" y="3215225"/>
            <a:ext cx="3975900" cy="798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6200"/>
            </a:lvl1pPr>
            <a:lvl2pPr lvl="1" algn="l">
              <a:lnSpc>
                <a:spcPct val="100000"/>
              </a:lnSpc>
              <a:spcBef>
                <a:spcPts val="0"/>
              </a:spcBef>
              <a:spcAft>
                <a:spcPts val="0"/>
              </a:spcAft>
              <a:buSzPts val="1400"/>
              <a:buNone/>
              <a:defRPr sz="2200">
                <a:solidFill>
                  <a:schemeClr val="dk1"/>
                </a:solidFill>
              </a:defRPr>
            </a:lvl2pPr>
            <a:lvl3pPr lvl="2" algn="l">
              <a:lnSpc>
                <a:spcPct val="100000"/>
              </a:lnSpc>
              <a:spcBef>
                <a:spcPts val="0"/>
              </a:spcBef>
              <a:spcAft>
                <a:spcPts val="0"/>
              </a:spcAft>
              <a:buSzPts val="1400"/>
              <a:buNone/>
              <a:defRPr sz="2200">
                <a:solidFill>
                  <a:schemeClr val="dk1"/>
                </a:solidFill>
              </a:defRPr>
            </a:lvl3pPr>
            <a:lvl4pPr lvl="3" algn="l">
              <a:lnSpc>
                <a:spcPct val="100000"/>
              </a:lnSpc>
              <a:spcBef>
                <a:spcPts val="0"/>
              </a:spcBef>
              <a:spcAft>
                <a:spcPts val="0"/>
              </a:spcAft>
              <a:buSzPts val="1400"/>
              <a:buNone/>
              <a:defRPr sz="2200">
                <a:solidFill>
                  <a:schemeClr val="dk1"/>
                </a:solidFill>
              </a:defRPr>
            </a:lvl4pPr>
            <a:lvl5pPr lvl="4" algn="l">
              <a:lnSpc>
                <a:spcPct val="100000"/>
              </a:lnSpc>
              <a:spcBef>
                <a:spcPts val="0"/>
              </a:spcBef>
              <a:spcAft>
                <a:spcPts val="0"/>
              </a:spcAft>
              <a:buSzPts val="1400"/>
              <a:buNone/>
              <a:defRPr sz="2200">
                <a:solidFill>
                  <a:schemeClr val="dk1"/>
                </a:solidFill>
              </a:defRPr>
            </a:lvl5pPr>
            <a:lvl6pPr lvl="5" algn="l">
              <a:lnSpc>
                <a:spcPct val="100000"/>
              </a:lnSpc>
              <a:spcBef>
                <a:spcPts val="0"/>
              </a:spcBef>
              <a:spcAft>
                <a:spcPts val="0"/>
              </a:spcAft>
              <a:buSzPts val="1400"/>
              <a:buNone/>
              <a:defRPr sz="2200">
                <a:solidFill>
                  <a:schemeClr val="dk1"/>
                </a:solidFill>
              </a:defRPr>
            </a:lvl6pPr>
            <a:lvl7pPr lvl="6" algn="l">
              <a:lnSpc>
                <a:spcPct val="100000"/>
              </a:lnSpc>
              <a:spcBef>
                <a:spcPts val="0"/>
              </a:spcBef>
              <a:spcAft>
                <a:spcPts val="0"/>
              </a:spcAft>
              <a:buSzPts val="1400"/>
              <a:buNone/>
              <a:defRPr sz="2200">
                <a:solidFill>
                  <a:schemeClr val="dk1"/>
                </a:solidFill>
              </a:defRPr>
            </a:lvl7pPr>
            <a:lvl8pPr lvl="7" algn="l">
              <a:lnSpc>
                <a:spcPct val="100000"/>
              </a:lnSpc>
              <a:spcBef>
                <a:spcPts val="0"/>
              </a:spcBef>
              <a:spcAft>
                <a:spcPts val="0"/>
              </a:spcAft>
              <a:buSzPts val="1400"/>
              <a:buNone/>
              <a:defRPr sz="2200">
                <a:solidFill>
                  <a:schemeClr val="dk1"/>
                </a:solidFill>
              </a:defRPr>
            </a:lvl8pPr>
            <a:lvl9pPr lvl="8" algn="l">
              <a:lnSpc>
                <a:spcPct val="100000"/>
              </a:lnSpc>
              <a:spcBef>
                <a:spcPts val="0"/>
              </a:spcBef>
              <a:spcAft>
                <a:spcPts val="0"/>
              </a:spcAft>
              <a:buSzPts val="1400"/>
              <a:buNone/>
              <a:defRPr sz="2200">
                <a:solidFill>
                  <a:schemeClr val="dk1"/>
                </a:solidFill>
              </a:defRPr>
            </a:lvl9pPr>
          </a:lstStyle>
          <a:p/>
        </p:txBody>
      </p:sp>
      <p:sp>
        <p:nvSpPr>
          <p:cNvPr id="700" name="Google Shape;700;p75"/>
          <p:cNvSpPr txBox="1"/>
          <p:nvPr>
            <p:ph idx="9" type="body"/>
          </p:nvPr>
        </p:nvSpPr>
        <p:spPr>
          <a:xfrm>
            <a:off x="4800825" y="2268700"/>
            <a:ext cx="1762200" cy="461700"/>
          </a:xfrm>
          <a:prstGeom prst="rect">
            <a:avLst/>
          </a:prstGeom>
          <a:noFill/>
          <a:ln>
            <a:noFill/>
          </a:ln>
        </p:spPr>
        <p:txBody>
          <a:bodyPr anchorCtr="0" anchor="b"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15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15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15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15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15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15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15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15000"/>
              </a:lnSpc>
              <a:spcBef>
                <a:spcPts val="800"/>
              </a:spcBef>
              <a:spcAft>
                <a:spcPts val="800"/>
              </a:spcAft>
              <a:buClr>
                <a:schemeClr val="dk1"/>
              </a:buClr>
              <a:buSzPts val="1000"/>
              <a:buFont typeface="DM Sans"/>
              <a:buChar char="■"/>
              <a:defRPr sz="1000">
                <a:solidFill>
                  <a:schemeClr val="dk1"/>
                </a:solidFill>
              </a:defRPr>
            </a:lvl9pPr>
          </a:lstStyle>
          <a:p/>
        </p:txBody>
      </p:sp>
      <p:sp>
        <p:nvSpPr>
          <p:cNvPr id="701" name="Google Shape;701;p75"/>
          <p:cNvSpPr txBox="1"/>
          <p:nvPr>
            <p:ph idx="13" type="body"/>
          </p:nvPr>
        </p:nvSpPr>
        <p:spPr>
          <a:xfrm>
            <a:off x="7115650" y="2268700"/>
            <a:ext cx="1762200" cy="461700"/>
          </a:xfrm>
          <a:prstGeom prst="rect">
            <a:avLst/>
          </a:prstGeom>
          <a:noFill/>
          <a:ln>
            <a:noFill/>
          </a:ln>
        </p:spPr>
        <p:txBody>
          <a:bodyPr anchorCtr="0" anchor="b"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15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15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15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15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15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15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15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15000"/>
              </a:lnSpc>
              <a:spcBef>
                <a:spcPts val="800"/>
              </a:spcBef>
              <a:spcAft>
                <a:spcPts val="800"/>
              </a:spcAft>
              <a:buClr>
                <a:schemeClr val="dk1"/>
              </a:buClr>
              <a:buSzPts val="1000"/>
              <a:buFont typeface="DM Sans"/>
              <a:buChar char="■"/>
              <a:defRPr sz="1000">
                <a:solidFill>
                  <a:schemeClr val="dk1"/>
                </a:solidFill>
              </a:defRPr>
            </a:lvl9pPr>
          </a:lstStyle>
          <a:p/>
        </p:txBody>
      </p:sp>
      <p:sp>
        <p:nvSpPr>
          <p:cNvPr id="702" name="Google Shape;702;p75"/>
          <p:cNvSpPr txBox="1"/>
          <p:nvPr>
            <p:ph idx="14" type="body"/>
          </p:nvPr>
        </p:nvSpPr>
        <p:spPr>
          <a:xfrm>
            <a:off x="4800825" y="860100"/>
            <a:ext cx="1762200" cy="461700"/>
          </a:xfrm>
          <a:prstGeom prst="rect">
            <a:avLst/>
          </a:prstGeom>
          <a:noFill/>
          <a:ln>
            <a:noFill/>
          </a:ln>
        </p:spPr>
        <p:txBody>
          <a:bodyPr anchorCtr="0" anchor="b"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a:buChar char="●"/>
              <a:defRPr sz="1000"/>
            </a:lvl1pPr>
            <a:lvl2pPr indent="-292100" lvl="1" marL="914400" algn="l">
              <a:lnSpc>
                <a:spcPct val="115000"/>
              </a:lnSpc>
              <a:spcBef>
                <a:spcPts val="800"/>
              </a:spcBef>
              <a:spcAft>
                <a:spcPts val="0"/>
              </a:spcAft>
              <a:buClr>
                <a:schemeClr val="lt1"/>
              </a:buClr>
              <a:buSzPts val="1000"/>
              <a:buFont typeface="DM Sans"/>
              <a:buChar char="○"/>
              <a:defRPr sz="1000"/>
            </a:lvl2pPr>
            <a:lvl3pPr indent="-292100" lvl="2" marL="1371600" algn="l">
              <a:lnSpc>
                <a:spcPct val="115000"/>
              </a:lnSpc>
              <a:spcBef>
                <a:spcPts val="800"/>
              </a:spcBef>
              <a:spcAft>
                <a:spcPts val="0"/>
              </a:spcAft>
              <a:buClr>
                <a:schemeClr val="lt1"/>
              </a:buClr>
              <a:buSzPts val="1000"/>
              <a:buFont typeface="DM Sans"/>
              <a:buChar char="■"/>
              <a:defRPr sz="1000"/>
            </a:lvl3pPr>
            <a:lvl4pPr indent="-292100" lvl="3" marL="1828800" algn="l">
              <a:lnSpc>
                <a:spcPct val="115000"/>
              </a:lnSpc>
              <a:spcBef>
                <a:spcPts val="800"/>
              </a:spcBef>
              <a:spcAft>
                <a:spcPts val="0"/>
              </a:spcAft>
              <a:buClr>
                <a:schemeClr val="lt1"/>
              </a:buClr>
              <a:buSzPts val="1000"/>
              <a:buFont typeface="DM Sans"/>
              <a:buChar char="●"/>
              <a:defRPr sz="1000"/>
            </a:lvl4pPr>
            <a:lvl5pPr indent="-292100" lvl="4" marL="2286000" algn="l">
              <a:lnSpc>
                <a:spcPct val="115000"/>
              </a:lnSpc>
              <a:spcBef>
                <a:spcPts val="800"/>
              </a:spcBef>
              <a:spcAft>
                <a:spcPts val="0"/>
              </a:spcAft>
              <a:buClr>
                <a:schemeClr val="lt1"/>
              </a:buClr>
              <a:buSzPts val="1000"/>
              <a:buFont typeface="DM Sans"/>
              <a:buChar char="○"/>
              <a:defRPr sz="1000"/>
            </a:lvl5pPr>
            <a:lvl6pPr indent="-292100" lvl="5" marL="2743200" algn="l">
              <a:lnSpc>
                <a:spcPct val="115000"/>
              </a:lnSpc>
              <a:spcBef>
                <a:spcPts val="800"/>
              </a:spcBef>
              <a:spcAft>
                <a:spcPts val="0"/>
              </a:spcAft>
              <a:buClr>
                <a:schemeClr val="lt1"/>
              </a:buClr>
              <a:buSzPts val="1000"/>
              <a:buFont typeface="DM Sans"/>
              <a:buChar char="■"/>
              <a:defRPr sz="1000"/>
            </a:lvl6pPr>
            <a:lvl7pPr indent="-292100" lvl="6" marL="3200400" algn="l">
              <a:lnSpc>
                <a:spcPct val="115000"/>
              </a:lnSpc>
              <a:spcBef>
                <a:spcPts val="800"/>
              </a:spcBef>
              <a:spcAft>
                <a:spcPts val="0"/>
              </a:spcAft>
              <a:buClr>
                <a:schemeClr val="lt1"/>
              </a:buClr>
              <a:buSzPts val="1000"/>
              <a:buFont typeface="DM Sans"/>
              <a:buChar char="●"/>
              <a:defRPr sz="1000"/>
            </a:lvl7pPr>
            <a:lvl8pPr indent="-292100" lvl="7" marL="3657600" algn="l">
              <a:lnSpc>
                <a:spcPct val="115000"/>
              </a:lnSpc>
              <a:spcBef>
                <a:spcPts val="800"/>
              </a:spcBef>
              <a:spcAft>
                <a:spcPts val="0"/>
              </a:spcAft>
              <a:buClr>
                <a:schemeClr val="lt1"/>
              </a:buClr>
              <a:buSzPts val="1000"/>
              <a:buFont typeface="DM Sans"/>
              <a:buChar char="○"/>
              <a:defRPr sz="1000"/>
            </a:lvl8pPr>
            <a:lvl9pPr indent="-292100" lvl="8" marL="4114800" algn="l">
              <a:lnSpc>
                <a:spcPct val="115000"/>
              </a:lnSpc>
              <a:spcBef>
                <a:spcPts val="800"/>
              </a:spcBef>
              <a:spcAft>
                <a:spcPts val="800"/>
              </a:spcAft>
              <a:buClr>
                <a:schemeClr val="lt1"/>
              </a:buClr>
              <a:buSzPts val="1000"/>
              <a:buFont typeface="DM Sans"/>
              <a:buChar char="■"/>
              <a:defRPr sz="1000"/>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only">
  <p:cSld name="BLANK_1_1_1_1">
    <p:spTree>
      <p:nvGrpSpPr>
        <p:cNvPr id="703" name="Shape 703"/>
        <p:cNvGrpSpPr/>
        <p:nvPr/>
      </p:nvGrpSpPr>
      <p:grpSpPr>
        <a:xfrm>
          <a:off x="0" y="0"/>
          <a:ext cx="0" cy="0"/>
          <a:chOff x="0" y="0"/>
          <a:chExt cx="0" cy="0"/>
        </a:xfrm>
      </p:grpSpPr>
      <p:sp>
        <p:nvSpPr>
          <p:cNvPr id="704" name="Google Shape;704;p76"/>
          <p:cNvSpPr txBox="1"/>
          <p:nvPr>
            <p:ph type="title"/>
          </p:nvPr>
        </p:nvSpPr>
        <p:spPr>
          <a:xfrm>
            <a:off x="361975" y="957403"/>
            <a:ext cx="5627400" cy="5877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30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705" name="Google Shape;705;p7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706" name="Google Shape;706;p76"/>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Font typeface="DM Sans"/>
              <a:buNone/>
              <a:defRPr>
                <a:latin typeface="DM Sans"/>
                <a:ea typeface="DM Sans"/>
                <a:cs typeface="DM Sans"/>
                <a:sym typeface="DM Sans"/>
              </a:defRPr>
            </a:lvl2pPr>
            <a:lvl3pPr lvl="2" algn="l">
              <a:lnSpc>
                <a:spcPct val="115000"/>
              </a:lnSpc>
              <a:spcBef>
                <a:spcPts val="0"/>
              </a:spcBef>
              <a:spcAft>
                <a:spcPts val="0"/>
              </a:spcAft>
              <a:buSzPts val="1400"/>
              <a:buFont typeface="DM Sans"/>
              <a:buNone/>
              <a:defRPr>
                <a:latin typeface="DM Sans"/>
                <a:ea typeface="DM Sans"/>
                <a:cs typeface="DM Sans"/>
                <a:sym typeface="DM Sans"/>
              </a:defRPr>
            </a:lvl3pPr>
            <a:lvl4pPr lvl="3" algn="l">
              <a:lnSpc>
                <a:spcPct val="115000"/>
              </a:lnSpc>
              <a:spcBef>
                <a:spcPts val="0"/>
              </a:spcBef>
              <a:spcAft>
                <a:spcPts val="0"/>
              </a:spcAft>
              <a:buSzPts val="1400"/>
              <a:buFont typeface="DM Sans"/>
              <a:buNone/>
              <a:defRPr>
                <a:latin typeface="DM Sans"/>
                <a:ea typeface="DM Sans"/>
                <a:cs typeface="DM Sans"/>
                <a:sym typeface="DM Sans"/>
              </a:defRPr>
            </a:lvl4pPr>
            <a:lvl5pPr lvl="4" algn="l">
              <a:lnSpc>
                <a:spcPct val="115000"/>
              </a:lnSpc>
              <a:spcBef>
                <a:spcPts val="0"/>
              </a:spcBef>
              <a:spcAft>
                <a:spcPts val="0"/>
              </a:spcAft>
              <a:buSzPts val="1400"/>
              <a:buFont typeface="DM Sans"/>
              <a:buNone/>
              <a:defRPr>
                <a:latin typeface="DM Sans"/>
                <a:ea typeface="DM Sans"/>
                <a:cs typeface="DM Sans"/>
                <a:sym typeface="DM Sans"/>
              </a:defRPr>
            </a:lvl5pPr>
            <a:lvl6pPr lvl="5" algn="l">
              <a:lnSpc>
                <a:spcPct val="115000"/>
              </a:lnSpc>
              <a:spcBef>
                <a:spcPts val="0"/>
              </a:spcBef>
              <a:spcAft>
                <a:spcPts val="0"/>
              </a:spcAft>
              <a:buSzPts val="1400"/>
              <a:buFont typeface="DM Sans"/>
              <a:buNone/>
              <a:defRPr>
                <a:latin typeface="DM Sans"/>
                <a:ea typeface="DM Sans"/>
                <a:cs typeface="DM Sans"/>
                <a:sym typeface="DM Sans"/>
              </a:defRPr>
            </a:lvl6pPr>
            <a:lvl7pPr lvl="6" algn="l">
              <a:lnSpc>
                <a:spcPct val="115000"/>
              </a:lnSpc>
              <a:spcBef>
                <a:spcPts val="0"/>
              </a:spcBef>
              <a:spcAft>
                <a:spcPts val="0"/>
              </a:spcAft>
              <a:buSzPts val="1400"/>
              <a:buFont typeface="DM Sans"/>
              <a:buNone/>
              <a:defRPr>
                <a:latin typeface="DM Sans"/>
                <a:ea typeface="DM Sans"/>
                <a:cs typeface="DM Sans"/>
                <a:sym typeface="DM Sans"/>
              </a:defRPr>
            </a:lvl7pPr>
            <a:lvl8pPr lvl="7" algn="l">
              <a:lnSpc>
                <a:spcPct val="115000"/>
              </a:lnSpc>
              <a:spcBef>
                <a:spcPts val="0"/>
              </a:spcBef>
              <a:spcAft>
                <a:spcPts val="0"/>
              </a:spcAft>
              <a:buSzPts val="1400"/>
              <a:buFont typeface="DM Sans"/>
              <a:buNone/>
              <a:defRPr>
                <a:latin typeface="DM Sans"/>
                <a:ea typeface="DM Sans"/>
                <a:cs typeface="DM Sans"/>
                <a:sym typeface="DM Sans"/>
              </a:defRPr>
            </a:lvl8pPr>
            <a:lvl9pPr lvl="8" algn="l">
              <a:lnSpc>
                <a:spcPct val="115000"/>
              </a:lnSpc>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BLANK_1_1_1_1_3">
    <p:spTree>
      <p:nvGrpSpPr>
        <p:cNvPr id="707" name="Shape 707"/>
        <p:cNvGrpSpPr/>
        <p:nvPr/>
      </p:nvGrpSpPr>
      <p:grpSpPr>
        <a:xfrm>
          <a:off x="0" y="0"/>
          <a:ext cx="0" cy="0"/>
          <a:chOff x="0" y="0"/>
          <a:chExt cx="0" cy="0"/>
        </a:xfrm>
      </p:grpSpPr>
      <p:sp>
        <p:nvSpPr>
          <p:cNvPr id="708" name="Google Shape;708;p77"/>
          <p:cNvSpPr txBox="1"/>
          <p:nvPr>
            <p:ph type="title"/>
          </p:nvPr>
        </p:nvSpPr>
        <p:spPr>
          <a:xfrm>
            <a:off x="361975" y="957403"/>
            <a:ext cx="5627400" cy="5877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30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709" name="Google Shape;709;p7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710" name="Google Shape;710;p77"/>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Font typeface="DM Sans"/>
              <a:buNone/>
              <a:defRPr>
                <a:latin typeface="DM Sans"/>
                <a:ea typeface="DM Sans"/>
                <a:cs typeface="DM Sans"/>
                <a:sym typeface="DM Sans"/>
              </a:defRPr>
            </a:lvl2pPr>
            <a:lvl3pPr lvl="2" algn="l">
              <a:lnSpc>
                <a:spcPct val="115000"/>
              </a:lnSpc>
              <a:spcBef>
                <a:spcPts val="0"/>
              </a:spcBef>
              <a:spcAft>
                <a:spcPts val="0"/>
              </a:spcAft>
              <a:buSzPts val="1400"/>
              <a:buFont typeface="DM Sans"/>
              <a:buNone/>
              <a:defRPr>
                <a:latin typeface="DM Sans"/>
                <a:ea typeface="DM Sans"/>
                <a:cs typeface="DM Sans"/>
                <a:sym typeface="DM Sans"/>
              </a:defRPr>
            </a:lvl3pPr>
            <a:lvl4pPr lvl="3" algn="l">
              <a:lnSpc>
                <a:spcPct val="115000"/>
              </a:lnSpc>
              <a:spcBef>
                <a:spcPts val="0"/>
              </a:spcBef>
              <a:spcAft>
                <a:spcPts val="0"/>
              </a:spcAft>
              <a:buSzPts val="1400"/>
              <a:buFont typeface="DM Sans"/>
              <a:buNone/>
              <a:defRPr>
                <a:latin typeface="DM Sans"/>
                <a:ea typeface="DM Sans"/>
                <a:cs typeface="DM Sans"/>
                <a:sym typeface="DM Sans"/>
              </a:defRPr>
            </a:lvl4pPr>
            <a:lvl5pPr lvl="4" algn="l">
              <a:lnSpc>
                <a:spcPct val="115000"/>
              </a:lnSpc>
              <a:spcBef>
                <a:spcPts val="0"/>
              </a:spcBef>
              <a:spcAft>
                <a:spcPts val="0"/>
              </a:spcAft>
              <a:buSzPts val="1400"/>
              <a:buFont typeface="DM Sans"/>
              <a:buNone/>
              <a:defRPr>
                <a:latin typeface="DM Sans"/>
                <a:ea typeface="DM Sans"/>
                <a:cs typeface="DM Sans"/>
                <a:sym typeface="DM Sans"/>
              </a:defRPr>
            </a:lvl5pPr>
            <a:lvl6pPr lvl="5" algn="l">
              <a:lnSpc>
                <a:spcPct val="115000"/>
              </a:lnSpc>
              <a:spcBef>
                <a:spcPts val="0"/>
              </a:spcBef>
              <a:spcAft>
                <a:spcPts val="0"/>
              </a:spcAft>
              <a:buSzPts val="1400"/>
              <a:buFont typeface="DM Sans"/>
              <a:buNone/>
              <a:defRPr>
                <a:latin typeface="DM Sans"/>
                <a:ea typeface="DM Sans"/>
                <a:cs typeface="DM Sans"/>
                <a:sym typeface="DM Sans"/>
              </a:defRPr>
            </a:lvl6pPr>
            <a:lvl7pPr lvl="6" algn="l">
              <a:lnSpc>
                <a:spcPct val="115000"/>
              </a:lnSpc>
              <a:spcBef>
                <a:spcPts val="0"/>
              </a:spcBef>
              <a:spcAft>
                <a:spcPts val="0"/>
              </a:spcAft>
              <a:buSzPts val="1400"/>
              <a:buFont typeface="DM Sans"/>
              <a:buNone/>
              <a:defRPr>
                <a:latin typeface="DM Sans"/>
                <a:ea typeface="DM Sans"/>
                <a:cs typeface="DM Sans"/>
                <a:sym typeface="DM Sans"/>
              </a:defRPr>
            </a:lvl7pPr>
            <a:lvl8pPr lvl="7" algn="l">
              <a:lnSpc>
                <a:spcPct val="115000"/>
              </a:lnSpc>
              <a:spcBef>
                <a:spcPts val="0"/>
              </a:spcBef>
              <a:spcAft>
                <a:spcPts val="0"/>
              </a:spcAft>
              <a:buSzPts val="1400"/>
              <a:buFont typeface="DM Sans"/>
              <a:buNone/>
              <a:defRPr>
                <a:latin typeface="DM Sans"/>
                <a:ea typeface="DM Sans"/>
                <a:cs typeface="DM Sans"/>
                <a:sym typeface="DM Sans"/>
              </a:defRPr>
            </a:lvl8pPr>
            <a:lvl9pPr lvl="8" algn="l">
              <a:lnSpc>
                <a:spcPct val="115000"/>
              </a:lnSpc>
              <a:spcBef>
                <a:spcPts val="0"/>
              </a:spcBef>
              <a:spcAft>
                <a:spcPts val="0"/>
              </a:spcAft>
              <a:buSzPts val="1400"/>
              <a:buFont typeface="DM Sans"/>
              <a:buNone/>
              <a:defRPr>
                <a:latin typeface="DM Sans"/>
                <a:ea typeface="DM Sans"/>
                <a:cs typeface="DM Sans"/>
                <a:sym typeface="DM Sans"/>
              </a:defRPr>
            </a:lvl9pPr>
          </a:lstStyle>
          <a:p/>
        </p:txBody>
      </p:sp>
      <p:sp>
        <p:nvSpPr>
          <p:cNvPr id="711" name="Google Shape;711;p77"/>
          <p:cNvSpPr txBox="1"/>
          <p:nvPr>
            <p:ph idx="2" type="subTitle"/>
          </p:nvPr>
        </p:nvSpPr>
        <p:spPr>
          <a:xfrm>
            <a:off x="362125" y="1853425"/>
            <a:ext cx="2061600" cy="237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712" name="Google Shape;712;p77"/>
          <p:cNvSpPr txBox="1"/>
          <p:nvPr>
            <p:ph idx="3" type="subTitle"/>
          </p:nvPr>
        </p:nvSpPr>
        <p:spPr>
          <a:xfrm>
            <a:off x="3154650" y="1853425"/>
            <a:ext cx="2061600" cy="237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713" name="Google Shape;713;p77"/>
          <p:cNvSpPr txBox="1"/>
          <p:nvPr>
            <p:ph idx="4" type="subTitle"/>
          </p:nvPr>
        </p:nvSpPr>
        <p:spPr>
          <a:xfrm>
            <a:off x="6216650" y="1853425"/>
            <a:ext cx="2061600" cy="237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714" name="Google Shape;714;p77"/>
          <p:cNvSpPr txBox="1"/>
          <p:nvPr>
            <p:ph idx="5" type="subTitle"/>
          </p:nvPr>
        </p:nvSpPr>
        <p:spPr>
          <a:xfrm>
            <a:off x="362125" y="2206700"/>
            <a:ext cx="2575800" cy="12483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2pPr>
            <a:lvl3pPr lvl="2"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3pPr>
            <a:lvl4pPr lvl="3"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4pPr>
            <a:lvl5pPr lvl="4"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5pPr>
            <a:lvl6pPr lvl="5"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6pPr>
            <a:lvl7pPr lvl="6"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7pPr>
            <a:lvl8pPr lvl="7"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8pPr>
            <a:lvl9pPr lvl="8"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modules">
  <p:cSld name="CUSTOM_1">
    <p:bg>
      <p:bgPr>
        <a:solidFill>
          <a:schemeClr val="lt1"/>
        </a:solidFill>
      </p:bgPr>
    </p:bg>
    <p:spTree>
      <p:nvGrpSpPr>
        <p:cNvPr id="715" name="Shape 715"/>
        <p:cNvGrpSpPr/>
        <p:nvPr/>
      </p:nvGrpSpPr>
      <p:grpSpPr>
        <a:xfrm>
          <a:off x="0" y="0"/>
          <a:ext cx="0" cy="0"/>
          <a:chOff x="0" y="0"/>
          <a:chExt cx="0" cy="0"/>
        </a:xfrm>
      </p:grpSpPr>
      <p:sp>
        <p:nvSpPr>
          <p:cNvPr id="716" name="Google Shape;716;p78"/>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717" name="Google Shape;717;p78"/>
          <p:cNvSpPr txBox="1"/>
          <p:nvPr>
            <p:ph type="title"/>
          </p:nvPr>
        </p:nvSpPr>
        <p:spPr>
          <a:xfrm>
            <a:off x="361975" y="988555"/>
            <a:ext cx="38601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2200">
                <a:solidFill>
                  <a:schemeClr val="dk1"/>
                </a:solidFill>
              </a:defRPr>
            </a:lvl1pPr>
            <a:lvl2pPr lvl="1" algn="l">
              <a:lnSpc>
                <a:spcPct val="90000"/>
              </a:lnSpc>
              <a:spcBef>
                <a:spcPts val="0"/>
              </a:spcBef>
              <a:spcAft>
                <a:spcPts val="0"/>
              </a:spcAft>
              <a:buSzPts val="1400"/>
              <a:buNone/>
              <a:defRPr sz="2200">
                <a:solidFill>
                  <a:schemeClr val="dk1"/>
                </a:solidFill>
              </a:defRPr>
            </a:lvl2pPr>
            <a:lvl3pPr lvl="2" algn="l">
              <a:lnSpc>
                <a:spcPct val="90000"/>
              </a:lnSpc>
              <a:spcBef>
                <a:spcPts val="0"/>
              </a:spcBef>
              <a:spcAft>
                <a:spcPts val="0"/>
              </a:spcAft>
              <a:buSzPts val="1400"/>
              <a:buNone/>
              <a:defRPr sz="2200">
                <a:solidFill>
                  <a:schemeClr val="dk1"/>
                </a:solidFill>
              </a:defRPr>
            </a:lvl3pPr>
            <a:lvl4pPr lvl="3" algn="l">
              <a:lnSpc>
                <a:spcPct val="90000"/>
              </a:lnSpc>
              <a:spcBef>
                <a:spcPts val="0"/>
              </a:spcBef>
              <a:spcAft>
                <a:spcPts val="0"/>
              </a:spcAft>
              <a:buSzPts val="1400"/>
              <a:buNone/>
              <a:defRPr sz="2200">
                <a:solidFill>
                  <a:schemeClr val="dk1"/>
                </a:solidFill>
              </a:defRPr>
            </a:lvl4pPr>
            <a:lvl5pPr lvl="4" algn="l">
              <a:lnSpc>
                <a:spcPct val="90000"/>
              </a:lnSpc>
              <a:spcBef>
                <a:spcPts val="0"/>
              </a:spcBef>
              <a:spcAft>
                <a:spcPts val="0"/>
              </a:spcAft>
              <a:buSzPts val="1400"/>
              <a:buNone/>
              <a:defRPr sz="2200">
                <a:solidFill>
                  <a:schemeClr val="dk1"/>
                </a:solidFill>
              </a:defRPr>
            </a:lvl5pPr>
            <a:lvl6pPr lvl="5" algn="l">
              <a:lnSpc>
                <a:spcPct val="90000"/>
              </a:lnSpc>
              <a:spcBef>
                <a:spcPts val="0"/>
              </a:spcBef>
              <a:spcAft>
                <a:spcPts val="0"/>
              </a:spcAft>
              <a:buSzPts val="1400"/>
              <a:buNone/>
              <a:defRPr sz="2200">
                <a:solidFill>
                  <a:schemeClr val="dk1"/>
                </a:solidFill>
              </a:defRPr>
            </a:lvl6pPr>
            <a:lvl7pPr lvl="6" algn="l">
              <a:lnSpc>
                <a:spcPct val="90000"/>
              </a:lnSpc>
              <a:spcBef>
                <a:spcPts val="0"/>
              </a:spcBef>
              <a:spcAft>
                <a:spcPts val="0"/>
              </a:spcAft>
              <a:buSzPts val="1400"/>
              <a:buNone/>
              <a:defRPr sz="2200">
                <a:solidFill>
                  <a:schemeClr val="dk1"/>
                </a:solidFill>
              </a:defRPr>
            </a:lvl7pPr>
            <a:lvl8pPr lvl="7" algn="l">
              <a:lnSpc>
                <a:spcPct val="90000"/>
              </a:lnSpc>
              <a:spcBef>
                <a:spcPts val="0"/>
              </a:spcBef>
              <a:spcAft>
                <a:spcPts val="0"/>
              </a:spcAft>
              <a:buSzPts val="1400"/>
              <a:buNone/>
              <a:defRPr sz="2200">
                <a:solidFill>
                  <a:schemeClr val="dk1"/>
                </a:solidFill>
              </a:defRPr>
            </a:lvl8pPr>
            <a:lvl9pPr lvl="8" algn="l">
              <a:lnSpc>
                <a:spcPct val="90000"/>
              </a:lnSpc>
              <a:spcBef>
                <a:spcPts val="0"/>
              </a:spcBef>
              <a:spcAft>
                <a:spcPts val="0"/>
              </a:spcAft>
              <a:buSzPts val="1400"/>
              <a:buNone/>
              <a:defRPr sz="2200">
                <a:solidFill>
                  <a:schemeClr val="dk1"/>
                </a:solidFill>
              </a:defRPr>
            </a:lvl9pPr>
          </a:lstStyle>
          <a:p/>
        </p:txBody>
      </p:sp>
      <p:sp>
        <p:nvSpPr>
          <p:cNvPr id="718" name="Google Shape;718;p78"/>
          <p:cNvSpPr txBox="1"/>
          <p:nvPr>
            <p:ph idx="2" type="subTitle"/>
          </p:nvPr>
        </p:nvSpPr>
        <p:spPr>
          <a:xfrm>
            <a:off x="361975" y="732775"/>
            <a:ext cx="3860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719" name="Google Shape;719;p78"/>
          <p:cNvSpPr txBox="1"/>
          <p:nvPr>
            <p:ph idx="3" type="body"/>
          </p:nvPr>
        </p:nvSpPr>
        <p:spPr>
          <a:xfrm>
            <a:off x="4800825" y="3665600"/>
            <a:ext cx="3975900" cy="11142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15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15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15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15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15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15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15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15000"/>
              </a:lnSpc>
              <a:spcBef>
                <a:spcPts val="800"/>
              </a:spcBef>
              <a:spcAft>
                <a:spcPts val="800"/>
              </a:spcAft>
              <a:buClr>
                <a:schemeClr val="dk1"/>
              </a:buClr>
              <a:buSzPts val="1000"/>
              <a:buFont typeface="DM Sans"/>
              <a:buChar char="■"/>
              <a:defRPr sz="1000">
                <a:solidFill>
                  <a:schemeClr val="dk1"/>
                </a:solidFill>
              </a:defRPr>
            </a:lvl9pPr>
          </a:lstStyle>
          <a:p/>
        </p:txBody>
      </p:sp>
      <p:sp>
        <p:nvSpPr>
          <p:cNvPr id="720" name="Google Shape;720;p78"/>
          <p:cNvSpPr txBox="1"/>
          <p:nvPr>
            <p:ph idx="4" type="subTitle"/>
          </p:nvPr>
        </p:nvSpPr>
        <p:spPr>
          <a:xfrm>
            <a:off x="4800825" y="3285232"/>
            <a:ext cx="3975900" cy="1878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1"/>
              </a:buClr>
              <a:buSzPts val="1200"/>
              <a:buNone/>
              <a:defRPr sz="1200">
                <a:solidFill>
                  <a:schemeClr val="dk1"/>
                </a:solidFill>
              </a:defRPr>
            </a:lvl1pPr>
            <a:lvl2pPr lvl="1" algn="l">
              <a:lnSpc>
                <a:spcPct val="115000"/>
              </a:lnSpc>
              <a:spcBef>
                <a:spcPts val="0"/>
              </a:spcBef>
              <a:spcAft>
                <a:spcPts val="0"/>
              </a:spcAft>
              <a:buClr>
                <a:schemeClr val="dk1"/>
              </a:buClr>
              <a:buSzPts val="1200"/>
              <a:buNone/>
              <a:defRPr sz="1200">
                <a:solidFill>
                  <a:schemeClr val="dk1"/>
                </a:solidFill>
              </a:defRPr>
            </a:lvl2pPr>
            <a:lvl3pPr lvl="2" algn="l">
              <a:lnSpc>
                <a:spcPct val="115000"/>
              </a:lnSpc>
              <a:spcBef>
                <a:spcPts val="0"/>
              </a:spcBef>
              <a:spcAft>
                <a:spcPts val="0"/>
              </a:spcAft>
              <a:buClr>
                <a:schemeClr val="dk1"/>
              </a:buClr>
              <a:buSzPts val="1200"/>
              <a:buNone/>
              <a:defRPr sz="1200">
                <a:solidFill>
                  <a:schemeClr val="dk1"/>
                </a:solidFill>
              </a:defRPr>
            </a:lvl3pPr>
            <a:lvl4pPr lvl="3" algn="l">
              <a:lnSpc>
                <a:spcPct val="115000"/>
              </a:lnSpc>
              <a:spcBef>
                <a:spcPts val="0"/>
              </a:spcBef>
              <a:spcAft>
                <a:spcPts val="0"/>
              </a:spcAft>
              <a:buClr>
                <a:schemeClr val="dk1"/>
              </a:buClr>
              <a:buSzPts val="1200"/>
              <a:buNone/>
              <a:defRPr sz="1200">
                <a:solidFill>
                  <a:schemeClr val="dk1"/>
                </a:solidFill>
              </a:defRPr>
            </a:lvl4pPr>
            <a:lvl5pPr lvl="4" algn="l">
              <a:lnSpc>
                <a:spcPct val="115000"/>
              </a:lnSpc>
              <a:spcBef>
                <a:spcPts val="0"/>
              </a:spcBef>
              <a:spcAft>
                <a:spcPts val="0"/>
              </a:spcAft>
              <a:buClr>
                <a:schemeClr val="dk1"/>
              </a:buClr>
              <a:buSzPts val="1200"/>
              <a:buNone/>
              <a:defRPr sz="1200">
                <a:solidFill>
                  <a:schemeClr val="dk1"/>
                </a:solidFill>
              </a:defRPr>
            </a:lvl5pPr>
            <a:lvl6pPr lvl="5" algn="l">
              <a:lnSpc>
                <a:spcPct val="115000"/>
              </a:lnSpc>
              <a:spcBef>
                <a:spcPts val="0"/>
              </a:spcBef>
              <a:spcAft>
                <a:spcPts val="0"/>
              </a:spcAft>
              <a:buClr>
                <a:schemeClr val="dk1"/>
              </a:buClr>
              <a:buSzPts val="1200"/>
              <a:buNone/>
              <a:defRPr sz="1200">
                <a:solidFill>
                  <a:schemeClr val="dk1"/>
                </a:solidFill>
              </a:defRPr>
            </a:lvl6pPr>
            <a:lvl7pPr lvl="6" algn="l">
              <a:lnSpc>
                <a:spcPct val="115000"/>
              </a:lnSpc>
              <a:spcBef>
                <a:spcPts val="0"/>
              </a:spcBef>
              <a:spcAft>
                <a:spcPts val="0"/>
              </a:spcAft>
              <a:buClr>
                <a:schemeClr val="dk1"/>
              </a:buClr>
              <a:buSzPts val="1200"/>
              <a:buNone/>
              <a:defRPr sz="1200">
                <a:solidFill>
                  <a:schemeClr val="dk1"/>
                </a:solidFill>
              </a:defRPr>
            </a:lvl7pPr>
            <a:lvl8pPr lvl="7" algn="l">
              <a:lnSpc>
                <a:spcPct val="115000"/>
              </a:lnSpc>
              <a:spcBef>
                <a:spcPts val="0"/>
              </a:spcBef>
              <a:spcAft>
                <a:spcPts val="0"/>
              </a:spcAft>
              <a:buClr>
                <a:schemeClr val="dk1"/>
              </a:buClr>
              <a:buSzPts val="1200"/>
              <a:buNone/>
              <a:defRPr sz="1200">
                <a:solidFill>
                  <a:schemeClr val="dk1"/>
                </a:solidFill>
              </a:defRPr>
            </a:lvl8pPr>
            <a:lvl9pPr lvl="8" algn="l">
              <a:lnSpc>
                <a:spcPct val="115000"/>
              </a:lnSpc>
              <a:spcBef>
                <a:spcPts val="0"/>
              </a:spcBef>
              <a:spcAft>
                <a:spcPts val="0"/>
              </a:spcAft>
              <a:buClr>
                <a:schemeClr val="dk1"/>
              </a:buClr>
              <a:buSzPts val="1200"/>
              <a:buNone/>
              <a:defRPr sz="1200">
                <a:solidFill>
                  <a:schemeClr val="dk1"/>
                </a:solidFill>
              </a:defRPr>
            </a:lvl9pPr>
          </a:lstStyle>
          <a:p/>
        </p:txBody>
      </p:sp>
      <p:sp>
        <p:nvSpPr>
          <p:cNvPr id="721" name="Google Shape;721;p78"/>
          <p:cNvSpPr txBox="1"/>
          <p:nvPr>
            <p:ph idx="5" type="body"/>
          </p:nvPr>
        </p:nvSpPr>
        <p:spPr>
          <a:xfrm>
            <a:off x="2611802" y="3665600"/>
            <a:ext cx="1627500" cy="11142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SzPts val="1000"/>
              <a:buFont typeface="DM Sans"/>
              <a:buChar char="●"/>
              <a:defRPr sz="1000"/>
            </a:lvl1pPr>
            <a:lvl2pPr indent="-292100" lvl="1" marL="914400" algn="l">
              <a:lnSpc>
                <a:spcPct val="100000"/>
              </a:lnSpc>
              <a:spcBef>
                <a:spcPts val="800"/>
              </a:spcBef>
              <a:spcAft>
                <a:spcPts val="0"/>
              </a:spcAft>
              <a:buSzPts val="1000"/>
              <a:buFont typeface="DM Sans"/>
              <a:buChar char="○"/>
              <a:defRPr sz="1000"/>
            </a:lvl2pPr>
            <a:lvl3pPr indent="-292100" lvl="2" marL="1371600" algn="l">
              <a:lnSpc>
                <a:spcPct val="100000"/>
              </a:lnSpc>
              <a:spcBef>
                <a:spcPts val="800"/>
              </a:spcBef>
              <a:spcAft>
                <a:spcPts val="0"/>
              </a:spcAft>
              <a:buSzPts val="1000"/>
              <a:buFont typeface="DM Sans"/>
              <a:buChar char="■"/>
              <a:defRPr sz="1000"/>
            </a:lvl3pPr>
            <a:lvl4pPr indent="-292100" lvl="3" marL="1828800" algn="l">
              <a:lnSpc>
                <a:spcPct val="100000"/>
              </a:lnSpc>
              <a:spcBef>
                <a:spcPts val="800"/>
              </a:spcBef>
              <a:spcAft>
                <a:spcPts val="0"/>
              </a:spcAft>
              <a:buSzPts val="1000"/>
              <a:buFont typeface="DM Sans"/>
              <a:buChar char="●"/>
              <a:defRPr sz="1000"/>
            </a:lvl4pPr>
            <a:lvl5pPr indent="-292100" lvl="4" marL="2286000" algn="l">
              <a:lnSpc>
                <a:spcPct val="100000"/>
              </a:lnSpc>
              <a:spcBef>
                <a:spcPts val="800"/>
              </a:spcBef>
              <a:spcAft>
                <a:spcPts val="0"/>
              </a:spcAft>
              <a:buSzPts val="1000"/>
              <a:buFont typeface="DM Sans"/>
              <a:buChar char="○"/>
              <a:defRPr sz="1000"/>
            </a:lvl5pPr>
            <a:lvl6pPr indent="-292100" lvl="5" marL="2743200" algn="l">
              <a:lnSpc>
                <a:spcPct val="100000"/>
              </a:lnSpc>
              <a:spcBef>
                <a:spcPts val="800"/>
              </a:spcBef>
              <a:spcAft>
                <a:spcPts val="0"/>
              </a:spcAft>
              <a:buSzPts val="1000"/>
              <a:buFont typeface="DM Sans"/>
              <a:buChar char="■"/>
              <a:defRPr sz="1000"/>
            </a:lvl6pPr>
            <a:lvl7pPr indent="-292100" lvl="6" marL="3200400" algn="l">
              <a:lnSpc>
                <a:spcPct val="100000"/>
              </a:lnSpc>
              <a:spcBef>
                <a:spcPts val="800"/>
              </a:spcBef>
              <a:spcAft>
                <a:spcPts val="0"/>
              </a:spcAft>
              <a:buSzPts val="1000"/>
              <a:buFont typeface="DM Sans"/>
              <a:buChar char="●"/>
              <a:defRPr sz="1000"/>
            </a:lvl7pPr>
            <a:lvl8pPr indent="-292100" lvl="7" marL="3657600" algn="l">
              <a:lnSpc>
                <a:spcPct val="100000"/>
              </a:lnSpc>
              <a:spcBef>
                <a:spcPts val="800"/>
              </a:spcBef>
              <a:spcAft>
                <a:spcPts val="0"/>
              </a:spcAft>
              <a:buSzPts val="1000"/>
              <a:buFont typeface="DM Sans"/>
              <a:buChar char="○"/>
              <a:defRPr sz="1000"/>
            </a:lvl8pPr>
            <a:lvl9pPr indent="-292100" lvl="8" marL="4114800" algn="l">
              <a:lnSpc>
                <a:spcPct val="100000"/>
              </a:lnSpc>
              <a:spcBef>
                <a:spcPts val="800"/>
              </a:spcBef>
              <a:spcAft>
                <a:spcPts val="800"/>
              </a:spcAft>
              <a:buSzPts val="1000"/>
              <a:buFont typeface="DM Sans"/>
              <a:buChar char="■"/>
              <a:defRPr sz="1000"/>
            </a:lvl9pPr>
          </a:lstStyle>
          <a:p/>
        </p:txBody>
      </p:sp>
      <p:sp>
        <p:nvSpPr>
          <p:cNvPr id="722" name="Google Shape;722;p78"/>
          <p:cNvSpPr txBox="1"/>
          <p:nvPr>
            <p:ph idx="6" type="subTitle"/>
          </p:nvPr>
        </p:nvSpPr>
        <p:spPr>
          <a:xfrm>
            <a:off x="2611802" y="3285232"/>
            <a:ext cx="1627500" cy="1878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1200"/>
              <a:buNone/>
              <a:defRPr sz="1200"/>
            </a:lvl1pPr>
            <a:lvl2pPr lvl="1" algn="l">
              <a:lnSpc>
                <a:spcPct val="115000"/>
              </a:lnSpc>
              <a:spcBef>
                <a:spcPts val="0"/>
              </a:spcBef>
              <a:spcAft>
                <a:spcPts val="0"/>
              </a:spcAft>
              <a:buSzPts val="1200"/>
              <a:buNone/>
              <a:defRPr sz="1200"/>
            </a:lvl2pPr>
            <a:lvl3pPr lvl="2" algn="l">
              <a:lnSpc>
                <a:spcPct val="115000"/>
              </a:lnSpc>
              <a:spcBef>
                <a:spcPts val="0"/>
              </a:spcBef>
              <a:spcAft>
                <a:spcPts val="0"/>
              </a:spcAft>
              <a:buSzPts val="1200"/>
              <a:buNone/>
              <a:defRPr sz="1200"/>
            </a:lvl3pPr>
            <a:lvl4pPr lvl="3" algn="l">
              <a:lnSpc>
                <a:spcPct val="115000"/>
              </a:lnSpc>
              <a:spcBef>
                <a:spcPts val="0"/>
              </a:spcBef>
              <a:spcAft>
                <a:spcPts val="0"/>
              </a:spcAft>
              <a:buSzPts val="1200"/>
              <a:buNone/>
              <a:defRPr sz="1200"/>
            </a:lvl4pPr>
            <a:lvl5pPr lvl="4" algn="l">
              <a:lnSpc>
                <a:spcPct val="115000"/>
              </a:lnSpc>
              <a:spcBef>
                <a:spcPts val="0"/>
              </a:spcBef>
              <a:spcAft>
                <a:spcPts val="0"/>
              </a:spcAft>
              <a:buSzPts val="1200"/>
              <a:buNone/>
              <a:defRPr sz="1200"/>
            </a:lvl5pPr>
            <a:lvl6pPr lvl="5" algn="l">
              <a:lnSpc>
                <a:spcPct val="115000"/>
              </a:lnSpc>
              <a:spcBef>
                <a:spcPts val="0"/>
              </a:spcBef>
              <a:spcAft>
                <a:spcPts val="0"/>
              </a:spcAft>
              <a:buSzPts val="1200"/>
              <a:buNone/>
              <a:defRPr sz="1200"/>
            </a:lvl6pPr>
            <a:lvl7pPr lvl="6" algn="l">
              <a:lnSpc>
                <a:spcPct val="115000"/>
              </a:lnSpc>
              <a:spcBef>
                <a:spcPts val="0"/>
              </a:spcBef>
              <a:spcAft>
                <a:spcPts val="0"/>
              </a:spcAft>
              <a:buSzPts val="1200"/>
              <a:buNone/>
              <a:defRPr sz="1200"/>
            </a:lvl7pPr>
            <a:lvl8pPr lvl="7" algn="l">
              <a:lnSpc>
                <a:spcPct val="115000"/>
              </a:lnSpc>
              <a:spcBef>
                <a:spcPts val="0"/>
              </a:spcBef>
              <a:spcAft>
                <a:spcPts val="0"/>
              </a:spcAft>
              <a:buSzPts val="1200"/>
              <a:buNone/>
              <a:defRPr sz="1200"/>
            </a:lvl8pPr>
            <a:lvl9pPr lvl="8" algn="l">
              <a:lnSpc>
                <a:spcPct val="115000"/>
              </a:lnSpc>
              <a:spcBef>
                <a:spcPts val="0"/>
              </a:spcBef>
              <a:spcAft>
                <a:spcPts val="0"/>
              </a:spcAft>
              <a:buSzPts val="1200"/>
              <a:buNone/>
              <a:defRPr sz="1200"/>
            </a:lvl9pPr>
          </a:lstStyle>
          <a:p/>
        </p:txBody>
      </p:sp>
      <p:sp>
        <p:nvSpPr>
          <p:cNvPr id="723" name="Google Shape;723;p78"/>
          <p:cNvSpPr txBox="1"/>
          <p:nvPr>
            <p:ph idx="7" type="body"/>
          </p:nvPr>
        </p:nvSpPr>
        <p:spPr>
          <a:xfrm>
            <a:off x="361977" y="3665600"/>
            <a:ext cx="1627500" cy="11142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15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15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15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15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15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15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15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15000"/>
              </a:lnSpc>
              <a:spcBef>
                <a:spcPts val="800"/>
              </a:spcBef>
              <a:spcAft>
                <a:spcPts val="800"/>
              </a:spcAft>
              <a:buClr>
                <a:schemeClr val="dk1"/>
              </a:buClr>
              <a:buSzPts val="1000"/>
              <a:buFont typeface="DM Sans"/>
              <a:buChar char="■"/>
              <a:defRPr sz="1000">
                <a:solidFill>
                  <a:schemeClr val="dk1"/>
                </a:solidFill>
              </a:defRPr>
            </a:lvl9pPr>
          </a:lstStyle>
          <a:p/>
        </p:txBody>
      </p:sp>
      <p:sp>
        <p:nvSpPr>
          <p:cNvPr id="724" name="Google Shape;724;p78"/>
          <p:cNvSpPr txBox="1"/>
          <p:nvPr>
            <p:ph idx="8" type="subTitle"/>
          </p:nvPr>
        </p:nvSpPr>
        <p:spPr>
          <a:xfrm>
            <a:off x="361977" y="3285232"/>
            <a:ext cx="1627500" cy="1878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1"/>
              </a:buClr>
              <a:buSzPts val="1200"/>
              <a:buNone/>
              <a:defRPr sz="1200">
                <a:solidFill>
                  <a:schemeClr val="dk1"/>
                </a:solidFill>
              </a:defRPr>
            </a:lvl1pPr>
            <a:lvl2pPr lvl="1" algn="l">
              <a:lnSpc>
                <a:spcPct val="115000"/>
              </a:lnSpc>
              <a:spcBef>
                <a:spcPts val="0"/>
              </a:spcBef>
              <a:spcAft>
                <a:spcPts val="0"/>
              </a:spcAft>
              <a:buClr>
                <a:schemeClr val="dk1"/>
              </a:buClr>
              <a:buSzPts val="1200"/>
              <a:buNone/>
              <a:defRPr sz="1200">
                <a:solidFill>
                  <a:schemeClr val="dk1"/>
                </a:solidFill>
              </a:defRPr>
            </a:lvl2pPr>
            <a:lvl3pPr lvl="2" algn="l">
              <a:lnSpc>
                <a:spcPct val="115000"/>
              </a:lnSpc>
              <a:spcBef>
                <a:spcPts val="0"/>
              </a:spcBef>
              <a:spcAft>
                <a:spcPts val="0"/>
              </a:spcAft>
              <a:buClr>
                <a:schemeClr val="dk1"/>
              </a:buClr>
              <a:buSzPts val="1200"/>
              <a:buNone/>
              <a:defRPr sz="1200">
                <a:solidFill>
                  <a:schemeClr val="dk1"/>
                </a:solidFill>
              </a:defRPr>
            </a:lvl3pPr>
            <a:lvl4pPr lvl="3" algn="l">
              <a:lnSpc>
                <a:spcPct val="115000"/>
              </a:lnSpc>
              <a:spcBef>
                <a:spcPts val="0"/>
              </a:spcBef>
              <a:spcAft>
                <a:spcPts val="0"/>
              </a:spcAft>
              <a:buClr>
                <a:schemeClr val="dk1"/>
              </a:buClr>
              <a:buSzPts val="1200"/>
              <a:buNone/>
              <a:defRPr sz="1200">
                <a:solidFill>
                  <a:schemeClr val="dk1"/>
                </a:solidFill>
              </a:defRPr>
            </a:lvl4pPr>
            <a:lvl5pPr lvl="4" algn="l">
              <a:lnSpc>
                <a:spcPct val="115000"/>
              </a:lnSpc>
              <a:spcBef>
                <a:spcPts val="0"/>
              </a:spcBef>
              <a:spcAft>
                <a:spcPts val="0"/>
              </a:spcAft>
              <a:buClr>
                <a:schemeClr val="dk1"/>
              </a:buClr>
              <a:buSzPts val="1200"/>
              <a:buNone/>
              <a:defRPr sz="1200">
                <a:solidFill>
                  <a:schemeClr val="dk1"/>
                </a:solidFill>
              </a:defRPr>
            </a:lvl5pPr>
            <a:lvl6pPr lvl="5" algn="l">
              <a:lnSpc>
                <a:spcPct val="115000"/>
              </a:lnSpc>
              <a:spcBef>
                <a:spcPts val="0"/>
              </a:spcBef>
              <a:spcAft>
                <a:spcPts val="0"/>
              </a:spcAft>
              <a:buClr>
                <a:schemeClr val="dk1"/>
              </a:buClr>
              <a:buSzPts val="1200"/>
              <a:buNone/>
              <a:defRPr sz="1200">
                <a:solidFill>
                  <a:schemeClr val="dk1"/>
                </a:solidFill>
              </a:defRPr>
            </a:lvl6pPr>
            <a:lvl7pPr lvl="6" algn="l">
              <a:lnSpc>
                <a:spcPct val="115000"/>
              </a:lnSpc>
              <a:spcBef>
                <a:spcPts val="0"/>
              </a:spcBef>
              <a:spcAft>
                <a:spcPts val="0"/>
              </a:spcAft>
              <a:buClr>
                <a:schemeClr val="dk1"/>
              </a:buClr>
              <a:buSzPts val="1200"/>
              <a:buNone/>
              <a:defRPr sz="1200">
                <a:solidFill>
                  <a:schemeClr val="dk1"/>
                </a:solidFill>
              </a:defRPr>
            </a:lvl7pPr>
            <a:lvl8pPr lvl="7" algn="l">
              <a:lnSpc>
                <a:spcPct val="115000"/>
              </a:lnSpc>
              <a:spcBef>
                <a:spcPts val="0"/>
              </a:spcBef>
              <a:spcAft>
                <a:spcPts val="0"/>
              </a:spcAft>
              <a:buClr>
                <a:schemeClr val="dk1"/>
              </a:buClr>
              <a:buSzPts val="1200"/>
              <a:buNone/>
              <a:defRPr sz="1200">
                <a:solidFill>
                  <a:schemeClr val="dk1"/>
                </a:solidFill>
              </a:defRPr>
            </a:lvl8pPr>
            <a:lvl9pPr lvl="8" algn="l">
              <a:lnSpc>
                <a:spcPct val="115000"/>
              </a:lnSpc>
              <a:spcBef>
                <a:spcPts val="0"/>
              </a:spcBef>
              <a:spcAft>
                <a:spcPts val="0"/>
              </a:spcAft>
              <a:buClr>
                <a:schemeClr val="dk1"/>
              </a:buClr>
              <a:buSzPts val="1200"/>
              <a:buNone/>
              <a:defRPr sz="1200">
                <a:solidFill>
                  <a:schemeClr val="dk1"/>
                </a:solidFill>
              </a:defRPr>
            </a:lvl9pPr>
          </a:lstStyle>
          <a:p/>
        </p:txBody>
      </p:sp>
      <p:sp>
        <p:nvSpPr>
          <p:cNvPr id="725" name="Google Shape;725;p78"/>
          <p:cNvSpPr txBox="1"/>
          <p:nvPr>
            <p:ph idx="9" type="body"/>
          </p:nvPr>
        </p:nvSpPr>
        <p:spPr>
          <a:xfrm>
            <a:off x="4900725" y="1196103"/>
            <a:ext cx="1627500" cy="13854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15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15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15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15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15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15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15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15000"/>
              </a:lnSpc>
              <a:spcBef>
                <a:spcPts val="800"/>
              </a:spcBef>
              <a:spcAft>
                <a:spcPts val="800"/>
              </a:spcAft>
              <a:buClr>
                <a:schemeClr val="dk1"/>
              </a:buClr>
              <a:buSzPts val="1000"/>
              <a:buFont typeface="DM Sans"/>
              <a:buChar char="■"/>
              <a:defRPr sz="1000">
                <a:solidFill>
                  <a:schemeClr val="dk1"/>
                </a:solidFill>
              </a:defRPr>
            </a:lvl9pPr>
          </a:lstStyle>
          <a:p/>
        </p:txBody>
      </p:sp>
      <p:sp>
        <p:nvSpPr>
          <p:cNvPr id="726" name="Google Shape;726;p78"/>
          <p:cNvSpPr txBox="1"/>
          <p:nvPr>
            <p:ph idx="13" type="subTitle"/>
          </p:nvPr>
        </p:nvSpPr>
        <p:spPr>
          <a:xfrm>
            <a:off x="4900725" y="706863"/>
            <a:ext cx="1627500" cy="1878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1"/>
              </a:buClr>
              <a:buSzPts val="1200"/>
              <a:buNone/>
              <a:defRPr sz="1200">
                <a:solidFill>
                  <a:schemeClr val="dk1"/>
                </a:solidFill>
              </a:defRPr>
            </a:lvl1pPr>
            <a:lvl2pPr lvl="1" algn="l">
              <a:lnSpc>
                <a:spcPct val="115000"/>
              </a:lnSpc>
              <a:spcBef>
                <a:spcPts val="0"/>
              </a:spcBef>
              <a:spcAft>
                <a:spcPts val="0"/>
              </a:spcAft>
              <a:buClr>
                <a:schemeClr val="dk1"/>
              </a:buClr>
              <a:buSzPts val="1200"/>
              <a:buNone/>
              <a:defRPr sz="1200">
                <a:solidFill>
                  <a:schemeClr val="dk1"/>
                </a:solidFill>
              </a:defRPr>
            </a:lvl2pPr>
            <a:lvl3pPr lvl="2" algn="l">
              <a:lnSpc>
                <a:spcPct val="115000"/>
              </a:lnSpc>
              <a:spcBef>
                <a:spcPts val="0"/>
              </a:spcBef>
              <a:spcAft>
                <a:spcPts val="0"/>
              </a:spcAft>
              <a:buClr>
                <a:schemeClr val="dk1"/>
              </a:buClr>
              <a:buSzPts val="1200"/>
              <a:buNone/>
              <a:defRPr sz="1200">
                <a:solidFill>
                  <a:schemeClr val="dk1"/>
                </a:solidFill>
              </a:defRPr>
            </a:lvl3pPr>
            <a:lvl4pPr lvl="3" algn="l">
              <a:lnSpc>
                <a:spcPct val="115000"/>
              </a:lnSpc>
              <a:spcBef>
                <a:spcPts val="0"/>
              </a:spcBef>
              <a:spcAft>
                <a:spcPts val="0"/>
              </a:spcAft>
              <a:buClr>
                <a:schemeClr val="dk1"/>
              </a:buClr>
              <a:buSzPts val="1200"/>
              <a:buNone/>
              <a:defRPr sz="1200">
                <a:solidFill>
                  <a:schemeClr val="dk1"/>
                </a:solidFill>
              </a:defRPr>
            </a:lvl4pPr>
            <a:lvl5pPr lvl="4" algn="l">
              <a:lnSpc>
                <a:spcPct val="115000"/>
              </a:lnSpc>
              <a:spcBef>
                <a:spcPts val="0"/>
              </a:spcBef>
              <a:spcAft>
                <a:spcPts val="0"/>
              </a:spcAft>
              <a:buClr>
                <a:schemeClr val="dk1"/>
              </a:buClr>
              <a:buSzPts val="1200"/>
              <a:buNone/>
              <a:defRPr sz="1200">
                <a:solidFill>
                  <a:schemeClr val="dk1"/>
                </a:solidFill>
              </a:defRPr>
            </a:lvl5pPr>
            <a:lvl6pPr lvl="5" algn="l">
              <a:lnSpc>
                <a:spcPct val="115000"/>
              </a:lnSpc>
              <a:spcBef>
                <a:spcPts val="0"/>
              </a:spcBef>
              <a:spcAft>
                <a:spcPts val="0"/>
              </a:spcAft>
              <a:buClr>
                <a:schemeClr val="dk1"/>
              </a:buClr>
              <a:buSzPts val="1200"/>
              <a:buNone/>
              <a:defRPr sz="1200">
                <a:solidFill>
                  <a:schemeClr val="dk1"/>
                </a:solidFill>
              </a:defRPr>
            </a:lvl6pPr>
            <a:lvl7pPr lvl="6" algn="l">
              <a:lnSpc>
                <a:spcPct val="115000"/>
              </a:lnSpc>
              <a:spcBef>
                <a:spcPts val="0"/>
              </a:spcBef>
              <a:spcAft>
                <a:spcPts val="0"/>
              </a:spcAft>
              <a:buClr>
                <a:schemeClr val="dk1"/>
              </a:buClr>
              <a:buSzPts val="1200"/>
              <a:buNone/>
              <a:defRPr sz="1200">
                <a:solidFill>
                  <a:schemeClr val="dk1"/>
                </a:solidFill>
              </a:defRPr>
            </a:lvl7pPr>
            <a:lvl8pPr lvl="7" algn="l">
              <a:lnSpc>
                <a:spcPct val="115000"/>
              </a:lnSpc>
              <a:spcBef>
                <a:spcPts val="0"/>
              </a:spcBef>
              <a:spcAft>
                <a:spcPts val="0"/>
              </a:spcAft>
              <a:buClr>
                <a:schemeClr val="dk1"/>
              </a:buClr>
              <a:buSzPts val="1200"/>
              <a:buNone/>
              <a:defRPr sz="1200">
                <a:solidFill>
                  <a:schemeClr val="dk1"/>
                </a:solidFill>
              </a:defRPr>
            </a:lvl8pPr>
            <a:lvl9pPr lvl="8" algn="l">
              <a:lnSpc>
                <a:spcPct val="115000"/>
              </a:lnSpc>
              <a:spcBef>
                <a:spcPts val="0"/>
              </a:spcBef>
              <a:spcAft>
                <a:spcPts val="0"/>
              </a:spcAft>
              <a:buClr>
                <a:schemeClr val="dk1"/>
              </a:buClr>
              <a:buSzPts val="1200"/>
              <a:buNone/>
              <a:defRPr sz="1200">
                <a:solidFill>
                  <a:schemeClr val="dk1"/>
                </a:solidFill>
              </a:defRPr>
            </a:lvl9pPr>
          </a:lstStyle>
          <a:p/>
        </p:txBody>
      </p:sp>
      <p:sp>
        <p:nvSpPr>
          <p:cNvPr id="727" name="Google Shape;727;p78"/>
          <p:cNvSpPr txBox="1"/>
          <p:nvPr>
            <p:ph idx="14" type="body"/>
          </p:nvPr>
        </p:nvSpPr>
        <p:spPr>
          <a:xfrm>
            <a:off x="7149175" y="1196103"/>
            <a:ext cx="1627500" cy="13854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a:buChar char="●"/>
              <a:defRPr sz="1000"/>
            </a:lvl1pPr>
            <a:lvl2pPr indent="-292100" lvl="1" marL="914400" algn="l">
              <a:lnSpc>
                <a:spcPct val="115000"/>
              </a:lnSpc>
              <a:spcBef>
                <a:spcPts val="800"/>
              </a:spcBef>
              <a:spcAft>
                <a:spcPts val="0"/>
              </a:spcAft>
              <a:buClr>
                <a:schemeClr val="lt1"/>
              </a:buClr>
              <a:buSzPts val="1000"/>
              <a:buFont typeface="DM Sans"/>
              <a:buChar char="○"/>
              <a:defRPr sz="1000"/>
            </a:lvl2pPr>
            <a:lvl3pPr indent="-292100" lvl="2" marL="1371600" algn="l">
              <a:lnSpc>
                <a:spcPct val="115000"/>
              </a:lnSpc>
              <a:spcBef>
                <a:spcPts val="800"/>
              </a:spcBef>
              <a:spcAft>
                <a:spcPts val="0"/>
              </a:spcAft>
              <a:buClr>
                <a:schemeClr val="lt1"/>
              </a:buClr>
              <a:buSzPts val="1000"/>
              <a:buFont typeface="DM Sans"/>
              <a:buChar char="■"/>
              <a:defRPr sz="1000"/>
            </a:lvl3pPr>
            <a:lvl4pPr indent="-292100" lvl="3" marL="1828800" algn="l">
              <a:lnSpc>
                <a:spcPct val="115000"/>
              </a:lnSpc>
              <a:spcBef>
                <a:spcPts val="800"/>
              </a:spcBef>
              <a:spcAft>
                <a:spcPts val="0"/>
              </a:spcAft>
              <a:buClr>
                <a:schemeClr val="lt1"/>
              </a:buClr>
              <a:buSzPts val="1000"/>
              <a:buFont typeface="DM Sans"/>
              <a:buChar char="●"/>
              <a:defRPr sz="1000"/>
            </a:lvl4pPr>
            <a:lvl5pPr indent="-292100" lvl="4" marL="2286000" algn="l">
              <a:lnSpc>
                <a:spcPct val="115000"/>
              </a:lnSpc>
              <a:spcBef>
                <a:spcPts val="800"/>
              </a:spcBef>
              <a:spcAft>
                <a:spcPts val="0"/>
              </a:spcAft>
              <a:buClr>
                <a:schemeClr val="lt1"/>
              </a:buClr>
              <a:buSzPts val="1000"/>
              <a:buFont typeface="DM Sans"/>
              <a:buChar char="○"/>
              <a:defRPr sz="1000"/>
            </a:lvl5pPr>
            <a:lvl6pPr indent="-292100" lvl="5" marL="2743200" algn="l">
              <a:lnSpc>
                <a:spcPct val="115000"/>
              </a:lnSpc>
              <a:spcBef>
                <a:spcPts val="800"/>
              </a:spcBef>
              <a:spcAft>
                <a:spcPts val="0"/>
              </a:spcAft>
              <a:buClr>
                <a:schemeClr val="lt1"/>
              </a:buClr>
              <a:buSzPts val="1000"/>
              <a:buFont typeface="DM Sans"/>
              <a:buChar char="■"/>
              <a:defRPr sz="1000"/>
            </a:lvl6pPr>
            <a:lvl7pPr indent="-292100" lvl="6" marL="3200400" algn="l">
              <a:lnSpc>
                <a:spcPct val="115000"/>
              </a:lnSpc>
              <a:spcBef>
                <a:spcPts val="800"/>
              </a:spcBef>
              <a:spcAft>
                <a:spcPts val="0"/>
              </a:spcAft>
              <a:buClr>
                <a:schemeClr val="lt1"/>
              </a:buClr>
              <a:buSzPts val="1000"/>
              <a:buFont typeface="DM Sans"/>
              <a:buChar char="●"/>
              <a:defRPr sz="1000"/>
            </a:lvl7pPr>
            <a:lvl8pPr indent="-292100" lvl="7" marL="3657600" algn="l">
              <a:lnSpc>
                <a:spcPct val="115000"/>
              </a:lnSpc>
              <a:spcBef>
                <a:spcPts val="800"/>
              </a:spcBef>
              <a:spcAft>
                <a:spcPts val="0"/>
              </a:spcAft>
              <a:buClr>
                <a:schemeClr val="lt1"/>
              </a:buClr>
              <a:buSzPts val="1000"/>
              <a:buFont typeface="DM Sans"/>
              <a:buChar char="○"/>
              <a:defRPr sz="1000"/>
            </a:lvl8pPr>
            <a:lvl9pPr indent="-292100" lvl="8" marL="4114800" algn="l">
              <a:lnSpc>
                <a:spcPct val="115000"/>
              </a:lnSpc>
              <a:spcBef>
                <a:spcPts val="800"/>
              </a:spcBef>
              <a:spcAft>
                <a:spcPts val="800"/>
              </a:spcAft>
              <a:buClr>
                <a:schemeClr val="lt1"/>
              </a:buClr>
              <a:buSzPts val="1000"/>
              <a:buFont typeface="DM Sans"/>
              <a:buChar char="■"/>
              <a:defRPr sz="1000"/>
            </a:lvl9pPr>
          </a:lstStyle>
          <a:p/>
        </p:txBody>
      </p:sp>
      <p:sp>
        <p:nvSpPr>
          <p:cNvPr id="728" name="Google Shape;728;p78"/>
          <p:cNvSpPr txBox="1"/>
          <p:nvPr>
            <p:ph idx="15" type="subTitle"/>
          </p:nvPr>
        </p:nvSpPr>
        <p:spPr>
          <a:xfrm>
            <a:off x="7149175" y="706863"/>
            <a:ext cx="1627500" cy="1878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1200"/>
              <a:buNone/>
              <a:defRPr sz="1200"/>
            </a:lvl1pPr>
            <a:lvl2pPr lvl="1" algn="l">
              <a:lnSpc>
                <a:spcPct val="115000"/>
              </a:lnSpc>
              <a:spcBef>
                <a:spcPts val="0"/>
              </a:spcBef>
              <a:spcAft>
                <a:spcPts val="0"/>
              </a:spcAft>
              <a:buSzPts val="1200"/>
              <a:buNone/>
              <a:defRPr sz="1200"/>
            </a:lvl2pPr>
            <a:lvl3pPr lvl="2" algn="l">
              <a:lnSpc>
                <a:spcPct val="115000"/>
              </a:lnSpc>
              <a:spcBef>
                <a:spcPts val="0"/>
              </a:spcBef>
              <a:spcAft>
                <a:spcPts val="0"/>
              </a:spcAft>
              <a:buSzPts val="1200"/>
              <a:buNone/>
              <a:defRPr sz="1200"/>
            </a:lvl3pPr>
            <a:lvl4pPr lvl="3" algn="l">
              <a:lnSpc>
                <a:spcPct val="115000"/>
              </a:lnSpc>
              <a:spcBef>
                <a:spcPts val="0"/>
              </a:spcBef>
              <a:spcAft>
                <a:spcPts val="0"/>
              </a:spcAft>
              <a:buSzPts val="1200"/>
              <a:buNone/>
              <a:defRPr sz="1200"/>
            </a:lvl4pPr>
            <a:lvl5pPr lvl="4" algn="l">
              <a:lnSpc>
                <a:spcPct val="115000"/>
              </a:lnSpc>
              <a:spcBef>
                <a:spcPts val="0"/>
              </a:spcBef>
              <a:spcAft>
                <a:spcPts val="0"/>
              </a:spcAft>
              <a:buSzPts val="1200"/>
              <a:buNone/>
              <a:defRPr sz="1200"/>
            </a:lvl5pPr>
            <a:lvl6pPr lvl="5" algn="l">
              <a:lnSpc>
                <a:spcPct val="115000"/>
              </a:lnSpc>
              <a:spcBef>
                <a:spcPts val="0"/>
              </a:spcBef>
              <a:spcAft>
                <a:spcPts val="0"/>
              </a:spcAft>
              <a:buSzPts val="1200"/>
              <a:buNone/>
              <a:defRPr sz="1200"/>
            </a:lvl6pPr>
            <a:lvl7pPr lvl="6" algn="l">
              <a:lnSpc>
                <a:spcPct val="115000"/>
              </a:lnSpc>
              <a:spcBef>
                <a:spcPts val="0"/>
              </a:spcBef>
              <a:spcAft>
                <a:spcPts val="0"/>
              </a:spcAft>
              <a:buSzPts val="1200"/>
              <a:buNone/>
              <a:defRPr sz="1200"/>
            </a:lvl7pPr>
            <a:lvl8pPr lvl="7" algn="l">
              <a:lnSpc>
                <a:spcPct val="115000"/>
              </a:lnSpc>
              <a:spcBef>
                <a:spcPts val="0"/>
              </a:spcBef>
              <a:spcAft>
                <a:spcPts val="0"/>
              </a:spcAft>
              <a:buSzPts val="1200"/>
              <a:buNone/>
              <a:defRPr sz="1200"/>
            </a:lvl8pPr>
            <a:lvl9pPr lvl="8" algn="l">
              <a:lnSpc>
                <a:spcPct val="115000"/>
              </a:lnSpc>
              <a:spcBef>
                <a:spcPts val="0"/>
              </a:spcBef>
              <a:spcAft>
                <a:spcPts val="0"/>
              </a:spcAft>
              <a:buSzPts val="1200"/>
              <a:buNone/>
              <a:defRPr sz="1200"/>
            </a:lvl9pPr>
          </a:lstStyle>
          <a:p/>
        </p:txBody>
      </p:sp>
      <p:sp>
        <p:nvSpPr>
          <p:cNvPr id="729" name="Google Shape;729;p7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modules">
  <p:cSld name="CUSTOM_1_1">
    <p:bg>
      <p:bgPr>
        <a:solidFill>
          <a:schemeClr val="lt1"/>
        </a:solidFill>
      </p:bgPr>
    </p:bg>
    <p:spTree>
      <p:nvGrpSpPr>
        <p:cNvPr id="730" name="Shape 730"/>
        <p:cNvGrpSpPr/>
        <p:nvPr/>
      </p:nvGrpSpPr>
      <p:grpSpPr>
        <a:xfrm>
          <a:off x="0" y="0"/>
          <a:ext cx="0" cy="0"/>
          <a:chOff x="0" y="0"/>
          <a:chExt cx="0" cy="0"/>
        </a:xfrm>
      </p:grpSpPr>
      <p:sp>
        <p:nvSpPr>
          <p:cNvPr id="731" name="Google Shape;731;p79"/>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732" name="Google Shape;732;p79"/>
          <p:cNvSpPr txBox="1"/>
          <p:nvPr>
            <p:ph idx="2" type="subTitle"/>
          </p:nvPr>
        </p:nvSpPr>
        <p:spPr>
          <a:xfrm>
            <a:off x="361975" y="732775"/>
            <a:ext cx="3860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733" name="Google Shape;733;p7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734" name="Google Shape;734;p79"/>
          <p:cNvSpPr txBox="1"/>
          <p:nvPr>
            <p:ph type="title"/>
          </p:nvPr>
        </p:nvSpPr>
        <p:spPr>
          <a:xfrm>
            <a:off x="5796575" y="2351325"/>
            <a:ext cx="9895200" cy="7104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6200">
                <a:solidFill>
                  <a:schemeClr val="dk1"/>
                </a:solidFill>
              </a:defRPr>
            </a:lvl1pPr>
            <a:lvl2pPr lvl="1" algn="l">
              <a:lnSpc>
                <a:spcPct val="90000"/>
              </a:lnSpc>
              <a:spcBef>
                <a:spcPts val="0"/>
              </a:spcBef>
              <a:spcAft>
                <a:spcPts val="0"/>
              </a:spcAft>
              <a:buSzPts val="1400"/>
              <a:buNone/>
              <a:defRPr sz="6200">
                <a:solidFill>
                  <a:schemeClr val="dk1"/>
                </a:solidFill>
              </a:defRPr>
            </a:lvl2pPr>
            <a:lvl3pPr lvl="2" algn="l">
              <a:lnSpc>
                <a:spcPct val="90000"/>
              </a:lnSpc>
              <a:spcBef>
                <a:spcPts val="0"/>
              </a:spcBef>
              <a:spcAft>
                <a:spcPts val="0"/>
              </a:spcAft>
              <a:buSzPts val="1400"/>
              <a:buNone/>
              <a:defRPr sz="6200">
                <a:solidFill>
                  <a:schemeClr val="dk1"/>
                </a:solidFill>
              </a:defRPr>
            </a:lvl3pPr>
            <a:lvl4pPr lvl="3" algn="l">
              <a:lnSpc>
                <a:spcPct val="90000"/>
              </a:lnSpc>
              <a:spcBef>
                <a:spcPts val="0"/>
              </a:spcBef>
              <a:spcAft>
                <a:spcPts val="0"/>
              </a:spcAft>
              <a:buSzPts val="1400"/>
              <a:buNone/>
              <a:defRPr sz="6200">
                <a:solidFill>
                  <a:schemeClr val="dk1"/>
                </a:solidFill>
              </a:defRPr>
            </a:lvl4pPr>
            <a:lvl5pPr lvl="4" algn="l">
              <a:lnSpc>
                <a:spcPct val="90000"/>
              </a:lnSpc>
              <a:spcBef>
                <a:spcPts val="0"/>
              </a:spcBef>
              <a:spcAft>
                <a:spcPts val="0"/>
              </a:spcAft>
              <a:buSzPts val="1400"/>
              <a:buNone/>
              <a:defRPr sz="6200">
                <a:solidFill>
                  <a:schemeClr val="dk1"/>
                </a:solidFill>
              </a:defRPr>
            </a:lvl5pPr>
            <a:lvl6pPr lvl="5" algn="l">
              <a:lnSpc>
                <a:spcPct val="90000"/>
              </a:lnSpc>
              <a:spcBef>
                <a:spcPts val="0"/>
              </a:spcBef>
              <a:spcAft>
                <a:spcPts val="0"/>
              </a:spcAft>
              <a:buSzPts val="1400"/>
              <a:buNone/>
              <a:defRPr sz="6200">
                <a:solidFill>
                  <a:schemeClr val="dk1"/>
                </a:solidFill>
              </a:defRPr>
            </a:lvl6pPr>
            <a:lvl7pPr lvl="6" algn="l">
              <a:lnSpc>
                <a:spcPct val="90000"/>
              </a:lnSpc>
              <a:spcBef>
                <a:spcPts val="0"/>
              </a:spcBef>
              <a:spcAft>
                <a:spcPts val="0"/>
              </a:spcAft>
              <a:buSzPts val="1400"/>
              <a:buNone/>
              <a:defRPr sz="6200">
                <a:solidFill>
                  <a:schemeClr val="dk1"/>
                </a:solidFill>
              </a:defRPr>
            </a:lvl7pPr>
            <a:lvl8pPr lvl="7" algn="l">
              <a:lnSpc>
                <a:spcPct val="90000"/>
              </a:lnSpc>
              <a:spcBef>
                <a:spcPts val="0"/>
              </a:spcBef>
              <a:spcAft>
                <a:spcPts val="0"/>
              </a:spcAft>
              <a:buSzPts val="1400"/>
              <a:buNone/>
              <a:defRPr sz="6200">
                <a:solidFill>
                  <a:schemeClr val="dk1"/>
                </a:solidFill>
              </a:defRPr>
            </a:lvl8pPr>
            <a:lvl9pPr lvl="8" algn="l">
              <a:lnSpc>
                <a:spcPct val="90000"/>
              </a:lnSpc>
              <a:spcBef>
                <a:spcPts val="0"/>
              </a:spcBef>
              <a:spcAft>
                <a:spcPts val="0"/>
              </a:spcAft>
              <a:buSzPts val="1400"/>
              <a:buNone/>
              <a:defRPr sz="6200">
                <a:solidFill>
                  <a:schemeClr val="dk1"/>
                </a:solidFill>
              </a:defRPr>
            </a:lvl9pPr>
          </a:lstStyle>
          <a:p/>
        </p:txBody>
      </p:sp>
      <p:sp>
        <p:nvSpPr>
          <p:cNvPr id="735" name="Google Shape;735;p79"/>
          <p:cNvSpPr txBox="1"/>
          <p:nvPr>
            <p:ph idx="3" type="title"/>
          </p:nvPr>
        </p:nvSpPr>
        <p:spPr>
          <a:xfrm>
            <a:off x="5796575" y="507450"/>
            <a:ext cx="9895200" cy="7104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6200"/>
            </a:lvl1pPr>
            <a:lvl2pPr lvl="1" algn="l">
              <a:lnSpc>
                <a:spcPct val="90000"/>
              </a:lnSpc>
              <a:spcBef>
                <a:spcPts val="0"/>
              </a:spcBef>
              <a:spcAft>
                <a:spcPts val="0"/>
              </a:spcAft>
              <a:buSzPts val="1400"/>
              <a:buNone/>
              <a:defRPr sz="6200"/>
            </a:lvl2pPr>
            <a:lvl3pPr lvl="2" algn="l">
              <a:lnSpc>
                <a:spcPct val="90000"/>
              </a:lnSpc>
              <a:spcBef>
                <a:spcPts val="0"/>
              </a:spcBef>
              <a:spcAft>
                <a:spcPts val="0"/>
              </a:spcAft>
              <a:buSzPts val="1400"/>
              <a:buNone/>
              <a:defRPr sz="6200"/>
            </a:lvl3pPr>
            <a:lvl4pPr lvl="3" algn="l">
              <a:lnSpc>
                <a:spcPct val="90000"/>
              </a:lnSpc>
              <a:spcBef>
                <a:spcPts val="0"/>
              </a:spcBef>
              <a:spcAft>
                <a:spcPts val="0"/>
              </a:spcAft>
              <a:buSzPts val="1400"/>
              <a:buNone/>
              <a:defRPr sz="6200"/>
            </a:lvl4pPr>
            <a:lvl5pPr lvl="4" algn="l">
              <a:lnSpc>
                <a:spcPct val="90000"/>
              </a:lnSpc>
              <a:spcBef>
                <a:spcPts val="0"/>
              </a:spcBef>
              <a:spcAft>
                <a:spcPts val="0"/>
              </a:spcAft>
              <a:buSzPts val="1400"/>
              <a:buNone/>
              <a:defRPr sz="6200"/>
            </a:lvl5pPr>
            <a:lvl6pPr lvl="5" algn="l">
              <a:lnSpc>
                <a:spcPct val="90000"/>
              </a:lnSpc>
              <a:spcBef>
                <a:spcPts val="0"/>
              </a:spcBef>
              <a:spcAft>
                <a:spcPts val="0"/>
              </a:spcAft>
              <a:buSzPts val="1400"/>
              <a:buNone/>
              <a:defRPr sz="6200"/>
            </a:lvl6pPr>
            <a:lvl7pPr lvl="6" algn="l">
              <a:lnSpc>
                <a:spcPct val="90000"/>
              </a:lnSpc>
              <a:spcBef>
                <a:spcPts val="0"/>
              </a:spcBef>
              <a:spcAft>
                <a:spcPts val="0"/>
              </a:spcAft>
              <a:buSzPts val="1400"/>
              <a:buNone/>
              <a:defRPr sz="6200"/>
            </a:lvl7pPr>
            <a:lvl8pPr lvl="7" algn="l">
              <a:lnSpc>
                <a:spcPct val="90000"/>
              </a:lnSpc>
              <a:spcBef>
                <a:spcPts val="0"/>
              </a:spcBef>
              <a:spcAft>
                <a:spcPts val="0"/>
              </a:spcAft>
              <a:buSzPts val="1400"/>
              <a:buNone/>
              <a:defRPr sz="6200"/>
            </a:lvl8pPr>
            <a:lvl9pPr lvl="8" algn="l">
              <a:lnSpc>
                <a:spcPct val="90000"/>
              </a:lnSpc>
              <a:spcBef>
                <a:spcPts val="0"/>
              </a:spcBef>
              <a:spcAft>
                <a:spcPts val="0"/>
              </a:spcAft>
              <a:buSzPts val="1400"/>
              <a:buNone/>
              <a:defRPr sz="6200"/>
            </a:lvl9pPr>
          </a:lstStyle>
          <a:p/>
        </p:txBody>
      </p:sp>
      <p:sp>
        <p:nvSpPr>
          <p:cNvPr id="736" name="Google Shape;736;p79"/>
          <p:cNvSpPr txBox="1"/>
          <p:nvPr>
            <p:ph idx="4" type="subTitle"/>
          </p:nvPr>
        </p:nvSpPr>
        <p:spPr>
          <a:xfrm>
            <a:off x="5712600" y="4290612"/>
            <a:ext cx="2613300" cy="543900"/>
          </a:xfrm>
          <a:prstGeom prst="rect">
            <a:avLst/>
          </a:prstGeom>
          <a:noFill/>
          <a:ln>
            <a:noFill/>
          </a:ln>
        </p:spPr>
        <p:txBody>
          <a:bodyPr anchorCtr="0" anchor="b" bIns="0" lIns="0" spcFirstLastPara="1" rIns="0" wrap="square" tIns="0">
            <a:noAutofit/>
          </a:bodyPr>
          <a:lstStyle>
            <a:lvl1pPr lvl="0" algn="l">
              <a:lnSpc>
                <a:spcPct val="115000"/>
              </a:lnSpc>
              <a:spcBef>
                <a:spcPts val="0"/>
              </a:spcBef>
              <a:spcAft>
                <a:spcPts val="0"/>
              </a:spcAft>
              <a:buSzPts val="1000"/>
              <a:buFont typeface="DM Sans"/>
              <a:buNone/>
              <a:defRPr sz="1000">
                <a:latin typeface="DM Sans"/>
                <a:ea typeface="DM Sans"/>
                <a:cs typeface="DM Sans"/>
                <a:sym typeface="DM Sans"/>
              </a:defRPr>
            </a:lvl1pPr>
            <a:lvl2pPr lvl="1" algn="l">
              <a:lnSpc>
                <a:spcPct val="115000"/>
              </a:lnSpc>
              <a:spcBef>
                <a:spcPts val="0"/>
              </a:spcBef>
              <a:spcAft>
                <a:spcPts val="0"/>
              </a:spcAft>
              <a:buSzPts val="1400"/>
              <a:buFont typeface="DM Sans"/>
              <a:buNone/>
              <a:defRPr>
                <a:latin typeface="DM Sans"/>
                <a:ea typeface="DM Sans"/>
                <a:cs typeface="DM Sans"/>
                <a:sym typeface="DM Sans"/>
              </a:defRPr>
            </a:lvl2pPr>
            <a:lvl3pPr lvl="2" algn="l">
              <a:lnSpc>
                <a:spcPct val="115000"/>
              </a:lnSpc>
              <a:spcBef>
                <a:spcPts val="0"/>
              </a:spcBef>
              <a:spcAft>
                <a:spcPts val="0"/>
              </a:spcAft>
              <a:buSzPts val="1400"/>
              <a:buFont typeface="DM Sans"/>
              <a:buNone/>
              <a:defRPr>
                <a:latin typeface="DM Sans"/>
                <a:ea typeface="DM Sans"/>
                <a:cs typeface="DM Sans"/>
                <a:sym typeface="DM Sans"/>
              </a:defRPr>
            </a:lvl3pPr>
            <a:lvl4pPr lvl="3" algn="l">
              <a:lnSpc>
                <a:spcPct val="115000"/>
              </a:lnSpc>
              <a:spcBef>
                <a:spcPts val="0"/>
              </a:spcBef>
              <a:spcAft>
                <a:spcPts val="0"/>
              </a:spcAft>
              <a:buSzPts val="1400"/>
              <a:buFont typeface="DM Sans"/>
              <a:buNone/>
              <a:defRPr>
                <a:latin typeface="DM Sans"/>
                <a:ea typeface="DM Sans"/>
                <a:cs typeface="DM Sans"/>
                <a:sym typeface="DM Sans"/>
              </a:defRPr>
            </a:lvl4pPr>
            <a:lvl5pPr lvl="4" algn="l">
              <a:lnSpc>
                <a:spcPct val="115000"/>
              </a:lnSpc>
              <a:spcBef>
                <a:spcPts val="0"/>
              </a:spcBef>
              <a:spcAft>
                <a:spcPts val="0"/>
              </a:spcAft>
              <a:buSzPts val="1400"/>
              <a:buFont typeface="DM Sans"/>
              <a:buNone/>
              <a:defRPr>
                <a:latin typeface="DM Sans"/>
                <a:ea typeface="DM Sans"/>
                <a:cs typeface="DM Sans"/>
                <a:sym typeface="DM Sans"/>
              </a:defRPr>
            </a:lvl5pPr>
            <a:lvl6pPr lvl="5" algn="l">
              <a:lnSpc>
                <a:spcPct val="115000"/>
              </a:lnSpc>
              <a:spcBef>
                <a:spcPts val="0"/>
              </a:spcBef>
              <a:spcAft>
                <a:spcPts val="0"/>
              </a:spcAft>
              <a:buSzPts val="1400"/>
              <a:buFont typeface="DM Sans"/>
              <a:buNone/>
              <a:defRPr>
                <a:latin typeface="DM Sans"/>
                <a:ea typeface="DM Sans"/>
                <a:cs typeface="DM Sans"/>
                <a:sym typeface="DM Sans"/>
              </a:defRPr>
            </a:lvl6pPr>
            <a:lvl7pPr lvl="6" algn="l">
              <a:lnSpc>
                <a:spcPct val="115000"/>
              </a:lnSpc>
              <a:spcBef>
                <a:spcPts val="0"/>
              </a:spcBef>
              <a:spcAft>
                <a:spcPts val="0"/>
              </a:spcAft>
              <a:buSzPts val="1400"/>
              <a:buFont typeface="DM Sans"/>
              <a:buNone/>
              <a:defRPr>
                <a:latin typeface="DM Sans"/>
                <a:ea typeface="DM Sans"/>
                <a:cs typeface="DM Sans"/>
                <a:sym typeface="DM Sans"/>
              </a:defRPr>
            </a:lvl7pPr>
            <a:lvl8pPr lvl="7" algn="l">
              <a:lnSpc>
                <a:spcPct val="115000"/>
              </a:lnSpc>
              <a:spcBef>
                <a:spcPts val="0"/>
              </a:spcBef>
              <a:spcAft>
                <a:spcPts val="0"/>
              </a:spcAft>
              <a:buSzPts val="1400"/>
              <a:buFont typeface="DM Sans"/>
              <a:buNone/>
              <a:defRPr>
                <a:latin typeface="DM Sans"/>
                <a:ea typeface="DM Sans"/>
                <a:cs typeface="DM Sans"/>
                <a:sym typeface="DM Sans"/>
              </a:defRPr>
            </a:lvl8pPr>
            <a:lvl9pPr lvl="8" algn="l">
              <a:lnSpc>
                <a:spcPct val="115000"/>
              </a:lnSpc>
              <a:spcBef>
                <a:spcPts val="0"/>
              </a:spcBef>
              <a:spcAft>
                <a:spcPts val="0"/>
              </a:spcAft>
              <a:buSzPts val="1400"/>
              <a:buFont typeface="DM Sans"/>
              <a:buNone/>
              <a:defRPr>
                <a:latin typeface="DM Sans"/>
                <a:ea typeface="DM Sans"/>
                <a:cs typeface="DM Sans"/>
                <a:sym typeface="DM Sans"/>
              </a:defRPr>
            </a:lvl9pPr>
          </a:lstStyle>
          <a:p/>
        </p:txBody>
      </p:sp>
      <p:sp>
        <p:nvSpPr>
          <p:cNvPr id="737" name="Google Shape;737;p79"/>
          <p:cNvSpPr txBox="1"/>
          <p:nvPr>
            <p:ph idx="5" type="subTitle"/>
          </p:nvPr>
        </p:nvSpPr>
        <p:spPr>
          <a:xfrm>
            <a:off x="5712600" y="3243901"/>
            <a:ext cx="2613300" cy="432300"/>
          </a:xfrm>
          <a:prstGeom prst="rect">
            <a:avLst/>
          </a:prstGeom>
          <a:noFill/>
          <a:ln>
            <a:noFill/>
          </a:ln>
        </p:spPr>
        <p:txBody>
          <a:bodyPr anchorCtr="0" anchor="b" bIns="0" lIns="0" spcFirstLastPara="1" rIns="0" wrap="square" tIns="0">
            <a:noAutofit/>
          </a:bodyPr>
          <a:lstStyle>
            <a:lvl1pPr lvl="0" algn="l">
              <a:lnSpc>
                <a:spcPct val="115000"/>
              </a:lnSpc>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738" name="Google Shape;738;p79"/>
          <p:cNvSpPr txBox="1"/>
          <p:nvPr>
            <p:ph idx="6" type="subTitle"/>
          </p:nvPr>
        </p:nvSpPr>
        <p:spPr>
          <a:xfrm>
            <a:off x="5712600" y="1318375"/>
            <a:ext cx="2613300" cy="483000"/>
          </a:xfrm>
          <a:prstGeom prst="rect">
            <a:avLst/>
          </a:prstGeom>
          <a:noFill/>
          <a:ln>
            <a:noFill/>
          </a:ln>
        </p:spPr>
        <p:txBody>
          <a:bodyPr anchorCtr="0" anchor="b" bIns="0" lIns="0" spcFirstLastPara="1" rIns="0" wrap="square" tIns="0">
            <a:noAutofit/>
          </a:bodyPr>
          <a:lstStyle>
            <a:lvl1pPr lvl="0" algn="l">
              <a:lnSpc>
                <a:spcPct val="115000"/>
              </a:lnSpc>
              <a:spcBef>
                <a:spcPts val="0"/>
              </a:spcBef>
              <a:spcAft>
                <a:spcPts val="0"/>
              </a:spcAft>
              <a:buSzPts val="1000"/>
              <a:buFont typeface="DM Sans"/>
              <a:buNone/>
              <a:defRPr sz="1000">
                <a:latin typeface="DM Sans"/>
                <a:ea typeface="DM Sans"/>
                <a:cs typeface="DM Sans"/>
                <a:sym typeface="DM Sans"/>
              </a:defRPr>
            </a:lvl1pPr>
            <a:lvl2pPr lvl="1" algn="l">
              <a:lnSpc>
                <a:spcPct val="115000"/>
              </a:lnSpc>
              <a:spcBef>
                <a:spcPts val="0"/>
              </a:spcBef>
              <a:spcAft>
                <a:spcPts val="0"/>
              </a:spcAft>
              <a:buSzPts val="1400"/>
              <a:buFont typeface="DM Sans"/>
              <a:buNone/>
              <a:defRPr>
                <a:latin typeface="DM Sans"/>
                <a:ea typeface="DM Sans"/>
                <a:cs typeface="DM Sans"/>
                <a:sym typeface="DM Sans"/>
              </a:defRPr>
            </a:lvl2pPr>
            <a:lvl3pPr lvl="2" algn="l">
              <a:lnSpc>
                <a:spcPct val="115000"/>
              </a:lnSpc>
              <a:spcBef>
                <a:spcPts val="0"/>
              </a:spcBef>
              <a:spcAft>
                <a:spcPts val="0"/>
              </a:spcAft>
              <a:buSzPts val="1400"/>
              <a:buFont typeface="DM Sans"/>
              <a:buNone/>
              <a:defRPr>
                <a:latin typeface="DM Sans"/>
                <a:ea typeface="DM Sans"/>
                <a:cs typeface="DM Sans"/>
                <a:sym typeface="DM Sans"/>
              </a:defRPr>
            </a:lvl3pPr>
            <a:lvl4pPr lvl="3" algn="l">
              <a:lnSpc>
                <a:spcPct val="115000"/>
              </a:lnSpc>
              <a:spcBef>
                <a:spcPts val="0"/>
              </a:spcBef>
              <a:spcAft>
                <a:spcPts val="0"/>
              </a:spcAft>
              <a:buSzPts val="1400"/>
              <a:buFont typeface="DM Sans"/>
              <a:buNone/>
              <a:defRPr>
                <a:latin typeface="DM Sans"/>
                <a:ea typeface="DM Sans"/>
                <a:cs typeface="DM Sans"/>
                <a:sym typeface="DM Sans"/>
              </a:defRPr>
            </a:lvl4pPr>
            <a:lvl5pPr lvl="4" algn="l">
              <a:lnSpc>
                <a:spcPct val="115000"/>
              </a:lnSpc>
              <a:spcBef>
                <a:spcPts val="0"/>
              </a:spcBef>
              <a:spcAft>
                <a:spcPts val="0"/>
              </a:spcAft>
              <a:buSzPts val="1400"/>
              <a:buFont typeface="DM Sans"/>
              <a:buNone/>
              <a:defRPr>
                <a:latin typeface="DM Sans"/>
                <a:ea typeface="DM Sans"/>
                <a:cs typeface="DM Sans"/>
                <a:sym typeface="DM Sans"/>
              </a:defRPr>
            </a:lvl5pPr>
            <a:lvl6pPr lvl="5" algn="l">
              <a:lnSpc>
                <a:spcPct val="115000"/>
              </a:lnSpc>
              <a:spcBef>
                <a:spcPts val="0"/>
              </a:spcBef>
              <a:spcAft>
                <a:spcPts val="0"/>
              </a:spcAft>
              <a:buSzPts val="1400"/>
              <a:buFont typeface="DM Sans"/>
              <a:buNone/>
              <a:defRPr>
                <a:latin typeface="DM Sans"/>
                <a:ea typeface="DM Sans"/>
                <a:cs typeface="DM Sans"/>
                <a:sym typeface="DM Sans"/>
              </a:defRPr>
            </a:lvl6pPr>
            <a:lvl7pPr lvl="6" algn="l">
              <a:lnSpc>
                <a:spcPct val="115000"/>
              </a:lnSpc>
              <a:spcBef>
                <a:spcPts val="0"/>
              </a:spcBef>
              <a:spcAft>
                <a:spcPts val="0"/>
              </a:spcAft>
              <a:buSzPts val="1400"/>
              <a:buFont typeface="DM Sans"/>
              <a:buNone/>
              <a:defRPr>
                <a:latin typeface="DM Sans"/>
                <a:ea typeface="DM Sans"/>
                <a:cs typeface="DM Sans"/>
                <a:sym typeface="DM Sans"/>
              </a:defRPr>
            </a:lvl7pPr>
            <a:lvl8pPr lvl="7" algn="l">
              <a:lnSpc>
                <a:spcPct val="115000"/>
              </a:lnSpc>
              <a:spcBef>
                <a:spcPts val="0"/>
              </a:spcBef>
              <a:spcAft>
                <a:spcPts val="0"/>
              </a:spcAft>
              <a:buSzPts val="1400"/>
              <a:buFont typeface="DM Sans"/>
              <a:buNone/>
              <a:defRPr>
                <a:latin typeface="DM Sans"/>
                <a:ea typeface="DM Sans"/>
                <a:cs typeface="DM Sans"/>
                <a:sym typeface="DM Sans"/>
              </a:defRPr>
            </a:lvl8pPr>
            <a:lvl9pPr lvl="8" algn="l">
              <a:lnSpc>
                <a:spcPct val="115000"/>
              </a:lnSpc>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r chart background">
  <p:cSld name="CUSTOM_8">
    <p:spTree>
      <p:nvGrpSpPr>
        <p:cNvPr id="739" name="Shape 739"/>
        <p:cNvGrpSpPr/>
        <p:nvPr/>
      </p:nvGrpSpPr>
      <p:grpSpPr>
        <a:xfrm>
          <a:off x="0" y="0"/>
          <a:ext cx="0" cy="0"/>
          <a:chOff x="0" y="0"/>
          <a:chExt cx="0" cy="0"/>
        </a:xfrm>
      </p:grpSpPr>
      <p:grpSp>
        <p:nvGrpSpPr>
          <p:cNvPr id="740" name="Google Shape;740;p80"/>
          <p:cNvGrpSpPr/>
          <p:nvPr/>
        </p:nvGrpSpPr>
        <p:grpSpPr>
          <a:xfrm>
            <a:off x="49" y="514398"/>
            <a:ext cx="9144297" cy="4115162"/>
            <a:chOff x="-18500" y="514395"/>
            <a:chExt cx="9219900" cy="4115162"/>
          </a:xfrm>
        </p:grpSpPr>
        <p:cxnSp>
          <p:nvCxnSpPr>
            <p:cNvPr id="741" name="Google Shape;741;p80"/>
            <p:cNvCxnSpPr/>
            <p:nvPr/>
          </p:nvCxnSpPr>
          <p:spPr>
            <a:xfrm>
              <a:off x="-18500" y="1028790"/>
              <a:ext cx="9219900" cy="0"/>
            </a:xfrm>
            <a:prstGeom prst="straightConnector1">
              <a:avLst/>
            </a:prstGeom>
            <a:noFill/>
            <a:ln cap="flat" cmpd="sng" w="9525">
              <a:solidFill>
                <a:schemeClr val="accent6"/>
              </a:solidFill>
              <a:prstDash val="solid"/>
              <a:round/>
              <a:headEnd len="sm" w="sm" type="none"/>
              <a:tailEnd len="sm" w="sm" type="none"/>
            </a:ln>
          </p:spPr>
        </p:cxnSp>
        <p:cxnSp>
          <p:nvCxnSpPr>
            <p:cNvPr id="742" name="Google Shape;742;p80"/>
            <p:cNvCxnSpPr/>
            <p:nvPr/>
          </p:nvCxnSpPr>
          <p:spPr>
            <a:xfrm>
              <a:off x="-18500" y="4629557"/>
              <a:ext cx="9219900" cy="0"/>
            </a:xfrm>
            <a:prstGeom prst="straightConnector1">
              <a:avLst/>
            </a:prstGeom>
            <a:noFill/>
            <a:ln cap="flat" cmpd="sng" w="9525">
              <a:solidFill>
                <a:schemeClr val="accent6"/>
              </a:solidFill>
              <a:prstDash val="solid"/>
              <a:round/>
              <a:headEnd len="sm" w="sm" type="none"/>
              <a:tailEnd len="sm" w="sm" type="none"/>
            </a:ln>
          </p:spPr>
        </p:cxnSp>
        <p:cxnSp>
          <p:nvCxnSpPr>
            <p:cNvPr id="743" name="Google Shape;743;p80"/>
            <p:cNvCxnSpPr/>
            <p:nvPr/>
          </p:nvCxnSpPr>
          <p:spPr>
            <a:xfrm>
              <a:off x="-18500" y="4115162"/>
              <a:ext cx="9219900" cy="0"/>
            </a:xfrm>
            <a:prstGeom prst="straightConnector1">
              <a:avLst/>
            </a:prstGeom>
            <a:noFill/>
            <a:ln cap="flat" cmpd="sng" w="9525">
              <a:solidFill>
                <a:schemeClr val="accent6"/>
              </a:solidFill>
              <a:prstDash val="solid"/>
              <a:round/>
              <a:headEnd len="sm" w="sm" type="none"/>
              <a:tailEnd len="sm" w="sm" type="none"/>
            </a:ln>
          </p:spPr>
        </p:cxnSp>
        <p:cxnSp>
          <p:nvCxnSpPr>
            <p:cNvPr id="744" name="Google Shape;744;p80"/>
            <p:cNvCxnSpPr/>
            <p:nvPr/>
          </p:nvCxnSpPr>
          <p:spPr>
            <a:xfrm>
              <a:off x="-18500" y="3600767"/>
              <a:ext cx="9219900" cy="0"/>
            </a:xfrm>
            <a:prstGeom prst="straightConnector1">
              <a:avLst/>
            </a:prstGeom>
            <a:noFill/>
            <a:ln cap="flat" cmpd="sng" w="9525">
              <a:solidFill>
                <a:schemeClr val="accent6"/>
              </a:solidFill>
              <a:prstDash val="solid"/>
              <a:round/>
              <a:headEnd len="sm" w="sm" type="none"/>
              <a:tailEnd len="sm" w="sm" type="none"/>
            </a:ln>
          </p:spPr>
        </p:cxnSp>
        <p:cxnSp>
          <p:nvCxnSpPr>
            <p:cNvPr id="745" name="Google Shape;745;p80"/>
            <p:cNvCxnSpPr/>
            <p:nvPr/>
          </p:nvCxnSpPr>
          <p:spPr>
            <a:xfrm>
              <a:off x="-18500" y="3086371"/>
              <a:ext cx="9219900" cy="0"/>
            </a:xfrm>
            <a:prstGeom prst="straightConnector1">
              <a:avLst/>
            </a:prstGeom>
            <a:noFill/>
            <a:ln cap="flat" cmpd="sng" w="9525">
              <a:solidFill>
                <a:schemeClr val="accent6"/>
              </a:solidFill>
              <a:prstDash val="solid"/>
              <a:round/>
              <a:headEnd len="sm" w="sm" type="none"/>
              <a:tailEnd len="sm" w="sm" type="none"/>
            </a:ln>
          </p:spPr>
        </p:cxnSp>
        <p:cxnSp>
          <p:nvCxnSpPr>
            <p:cNvPr id="746" name="Google Shape;746;p80"/>
            <p:cNvCxnSpPr/>
            <p:nvPr/>
          </p:nvCxnSpPr>
          <p:spPr>
            <a:xfrm>
              <a:off x="-18500" y="2571976"/>
              <a:ext cx="9219900" cy="0"/>
            </a:xfrm>
            <a:prstGeom prst="straightConnector1">
              <a:avLst/>
            </a:prstGeom>
            <a:noFill/>
            <a:ln cap="flat" cmpd="sng" w="9525">
              <a:solidFill>
                <a:schemeClr val="accent6"/>
              </a:solidFill>
              <a:prstDash val="solid"/>
              <a:round/>
              <a:headEnd len="sm" w="sm" type="none"/>
              <a:tailEnd len="sm" w="sm" type="none"/>
            </a:ln>
          </p:spPr>
        </p:cxnSp>
        <p:cxnSp>
          <p:nvCxnSpPr>
            <p:cNvPr id="747" name="Google Shape;747;p80"/>
            <p:cNvCxnSpPr/>
            <p:nvPr/>
          </p:nvCxnSpPr>
          <p:spPr>
            <a:xfrm>
              <a:off x="-18500" y="2057581"/>
              <a:ext cx="9219900" cy="0"/>
            </a:xfrm>
            <a:prstGeom prst="straightConnector1">
              <a:avLst/>
            </a:prstGeom>
            <a:noFill/>
            <a:ln cap="flat" cmpd="sng" w="9525">
              <a:solidFill>
                <a:schemeClr val="accent6"/>
              </a:solidFill>
              <a:prstDash val="solid"/>
              <a:round/>
              <a:headEnd len="sm" w="sm" type="none"/>
              <a:tailEnd len="sm" w="sm" type="none"/>
            </a:ln>
          </p:spPr>
        </p:cxnSp>
        <p:cxnSp>
          <p:nvCxnSpPr>
            <p:cNvPr id="748" name="Google Shape;748;p80"/>
            <p:cNvCxnSpPr/>
            <p:nvPr/>
          </p:nvCxnSpPr>
          <p:spPr>
            <a:xfrm>
              <a:off x="-18500" y="1543186"/>
              <a:ext cx="9219900" cy="0"/>
            </a:xfrm>
            <a:prstGeom prst="straightConnector1">
              <a:avLst/>
            </a:prstGeom>
            <a:noFill/>
            <a:ln cap="flat" cmpd="sng" w="9525">
              <a:solidFill>
                <a:schemeClr val="accent6"/>
              </a:solidFill>
              <a:prstDash val="solid"/>
              <a:round/>
              <a:headEnd len="sm" w="sm" type="none"/>
              <a:tailEnd len="sm" w="sm" type="none"/>
            </a:ln>
          </p:spPr>
        </p:cxnSp>
        <p:cxnSp>
          <p:nvCxnSpPr>
            <p:cNvPr id="749" name="Google Shape;749;p80"/>
            <p:cNvCxnSpPr/>
            <p:nvPr/>
          </p:nvCxnSpPr>
          <p:spPr>
            <a:xfrm>
              <a:off x="-18500" y="514395"/>
              <a:ext cx="9219900" cy="0"/>
            </a:xfrm>
            <a:prstGeom prst="straightConnector1">
              <a:avLst/>
            </a:prstGeom>
            <a:noFill/>
            <a:ln cap="flat" cmpd="sng" w="9525">
              <a:solidFill>
                <a:schemeClr val="accent6"/>
              </a:solidFill>
              <a:prstDash val="solid"/>
              <a:round/>
              <a:headEnd len="sm" w="sm" type="none"/>
              <a:tailEnd len="sm" w="sm" type="none"/>
            </a:ln>
          </p:spPr>
        </p:cxnSp>
      </p:grpSp>
      <p:sp>
        <p:nvSpPr>
          <p:cNvPr id="750" name="Google Shape;750;p8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751" name="Google Shape;751;p80"/>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752" name="Google Shape;752;p80"/>
          <p:cNvSpPr txBox="1"/>
          <p:nvPr>
            <p:ph idx="2" type="subTitle"/>
          </p:nvPr>
        </p:nvSpPr>
        <p:spPr>
          <a:xfrm>
            <a:off x="361975" y="732775"/>
            <a:ext cx="4163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 Alt 1">
  <p:cSld name="BLANK_1_1_1_1_1_1_1_1_1_1_1_1_1_1_2_2">
    <p:bg>
      <p:bgPr>
        <a:solidFill>
          <a:schemeClr val="accent6"/>
        </a:solidFill>
      </p:bgPr>
    </p:bg>
    <p:spTree>
      <p:nvGrpSpPr>
        <p:cNvPr id="753" name="Shape 753"/>
        <p:cNvGrpSpPr/>
        <p:nvPr/>
      </p:nvGrpSpPr>
      <p:grpSpPr>
        <a:xfrm>
          <a:off x="0" y="0"/>
          <a:ext cx="0" cy="0"/>
          <a:chOff x="0" y="0"/>
          <a:chExt cx="0" cy="0"/>
        </a:xfrm>
      </p:grpSpPr>
      <p:sp>
        <p:nvSpPr>
          <p:cNvPr id="754" name="Google Shape;754;p81"/>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755" name="Google Shape;755;p81"/>
          <p:cNvSpPr txBox="1"/>
          <p:nvPr>
            <p:ph idx="2" type="body"/>
          </p:nvPr>
        </p:nvSpPr>
        <p:spPr>
          <a:xfrm>
            <a:off x="4845475" y="998689"/>
            <a:ext cx="3382500" cy="587700"/>
          </a:xfrm>
          <a:prstGeom prst="rect">
            <a:avLst/>
          </a:prstGeom>
          <a:noFill/>
          <a:ln>
            <a:noFill/>
          </a:ln>
        </p:spPr>
        <p:txBody>
          <a:bodyPr anchorCtr="0" anchor="t" bIns="0" lIns="0" spcFirstLastPara="1" rIns="0" wrap="square" tIns="0">
            <a:spAutoFit/>
          </a:bodyPr>
          <a:lstStyle>
            <a:lvl1pPr indent="-292100" lvl="0" marL="457200" algn="l">
              <a:lnSpc>
                <a:spcPct val="115000"/>
              </a:lnSpc>
              <a:spcBef>
                <a:spcPts val="0"/>
              </a:spcBef>
              <a:spcAft>
                <a:spcPts val="0"/>
              </a:spcAft>
              <a:buClr>
                <a:schemeClr val="lt1"/>
              </a:buClr>
              <a:buSzPts val="1000"/>
              <a:buFont typeface="DM Sans"/>
              <a:buChar char="●"/>
              <a:defRPr sz="1000"/>
            </a:lvl1pPr>
            <a:lvl2pPr indent="-292100" lvl="1" marL="914400" algn="l">
              <a:lnSpc>
                <a:spcPct val="115000"/>
              </a:lnSpc>
              <a:spcBef>
                <a:spcPts val="800"/>
              </a:spcBef>
              <a:spcAft>
                <a:spcPts val="0"/>
              </a:spcAft>
              <a:buClr>
                <a:schemeClr val="lt1"/>
              </a:buClr>
              <a:buSzPts val="1000"/>
              <a:buFont typeface="DM Sans"/>
              <a:buChar char="○"/>
              <a:defRPr sz="1000"/>
            </a:lvl2pPr>
            <a:lvl3pPr indent="-292100" lvl="2" marL="1371600" algn="l">
              <a:lnSpc>
                <a:spcPct val="115000"/>
              </a:lnSpc>
              <a:spcBef>
                <a:spcPts val="800"/>
              </a:spcBef>
              <a:spcAft>
                <a:spcPts val="0"/>
              </a:spcAft>
              <a:buClr>
                <a:schemeClr val="lt1"/>
              </a:buClr>
              <a:buSzPts val="1000"/>
              <a:buFont typeface="DM Sans"/>
              <a:buChar char="■"/>
              <a:defRPr sz="1000"/>
            </a:lvl3pPr>
            <a:lvl4pPr indent="-292100" lvl="3" marL="1828800" algn="l">
              <a:lnSpc>
                <a:spcPct val="115000"/>
              </a:lnSpc>
              <a:spcBef>
                <a:spcPts val="800"/>
              </a:spcBef>
              <a:spcAft>
                <a:spcPts val="0"/>
              </a:spcAft>
              <a:buClr>
                <a:schemeClr val="lt1"/>
              </a:buClr>
              <a:buSzPts val="1000"/>
              <a:buFont typeface="DM Sans"/>
              <a:buChar char="●"/>
              <a:defRPr sz="1000"/>
            </a:lvl4pPr>
            <a:lvl5pPr indent="-292100" lvl="4" marL="2286000" algn="l">
              <a:lnSpc>
                <a:spcPct val="115000"/>
              </a:lnSpc>
              <a:spcBef>
                <a:spcPts val="800"/>
              </a:spcBef>
              <a:spcAft>
                <a:spcPts val="0"/>
              </a:spcAft>
              <a:buClr>
                <a:schemeClr val="lt1"/>
              </a:buClr>
              <a:buSzPts val="1000"/>
              <a:buFont typeface="DM Sans"/>
              <a:buChar char="○"/>
              <a:defRPr sz="1000"/>
            </a:lvl5pPr>
            <a:lvl6pPr indent="-292100" lvl="5" marL="2743200" algn="l">
              <a:lnSpc>
                <a:spcPct val="115000"/>
              </a:lnSpc>
              <a:spcBef>
                <a:spcPts val="800"/>
              </a:spcBef>
              <a:spcAft>
                <a:spcPts val="0"/>
              </a:spcAft>
              <a:buClr>
                <a:schemeClr val="lt1"/>
              </a:buClr>
              <a:buSzPts val="1000"/>
              <a:buFont typeface="DM Sans"/>
              <a:buChar char="■"/>
              <a:defRPr sz="1000"/>
            </a:lvl6pPr>
            <a:lvl7pPr indent="-292100" lvl="6" marL="3200400" algn="l">
              <a:lnSpc>
                <a:spcPct val="115000"/>
              </a:lnSpc>
              <a:spcBef>
                <a:spcPts val="800"/>
              </a:spcBef>
              <a:spcAft>
                <a:spcPts val="0"/>
              </a:spcAft>
              <a:buClr>
                <a:schemeClr val="lt1"/>
              </a:buClr>
              <a:buSzPts val="1000"/>
              <a:buFont typeface="DM Sans"/>
              <a:buChar char="●"/>
              <a:defRPr sz="1000"/>
            </a:lvl7pPr>
            <a:lvl8pPr indent="-292100" lvl="7" marL="3657600" algn="l">
              <a:lnSpc>
                <a:spcPct val="115000"/>
              </a:lnSpc>
              <a:spcBef>
                <a:spcPts val="800"/>
              </a:spcBef>
              <a:spcAft>
                <a:spcPts val="0"/>
              </a:spcAft>
              <a:buClr>
                <a:schemeClr val="lt1"/>
              </a:buClr>
              <a:buSzPts val="1000"/>
              <a:buFont typeface="DM Sans"/>
              <a:buChar char="○"/>
              <a:defRPr sz="1000"/>
            </a:lvl8pPr>
            <a:lvl9pPr indent="-292100" lvl="8" marL="4114800" algn="l">
              <a:lnSpc>
                <a:spcPct val="115000"/>
              </a:lnSpc>
              <a:spcBef>
                <a:spcPts val="800"/>
              </a:spcBef>
              <a:spcAft>
                <a:spcPts val="800"/>
              </a:spcAft>
              <a:buClr>
                <a:schemeClr val="lt1"/>
              </a:buClr>
              <a:buSzPts val="1000"/>
              <a:buFont typeface="DM Sans"/>
              <a:buChar char="■"/>
              <a:defRPr sz="1000"/>
            </a:lvl9pPr>
          </a:lstStyle>
          <a:p/>
        </p:txBody>
      </p:sp>
      <p:sp>
        <p:nvSpPr>
          <p:cNvPr id="756" name="Google Shape;756;p81"/>
          <p:cNvSpPr txBox="1"/>
          <p:nvPr>
            <p:ph idx="3" type="subTitle"/>
          </p:nvPr>
        </p:nvSpPr>
        <p:spPr>
          <a:xfrm>
            <a:off x="4845475" y="666041"/>
            <a:ext cx="3382500" cy="2376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2pPr>
            <a:lvl3pPr lvl="2"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3pPr>
            <a:lvl4pPr lvl="3"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4pPr>
            <a:lvl5pPr lvl="4"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5pPr>
            <a:lvl6pPr lvl="5"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6pPr>
            <a:lvl7pPr lvl="6"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7pPr>
            <a:lvl8pPr lvl="7"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8pPr>
            <a:lvl9pPr lvl="8"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757" name="Google Shape;757;p81"/>
          <p:cNvSpPr txBox="1"/>
          <p:nvPr>
            <p:ph type="title"/>
          </p:nvPr>
        </p:nvSpPr>
        <p:spPr>
          <a:xfrm>
            <a:off x="361975" y="988555"/>
            <a:ext cx="38601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758" name="Google Shape;758;p81"/>
          <p:cNvSpPr txBox="1"/>
          <p:nvPr>
            <p:ph idx="4" type="subTitle"/>
          </p:nvPr>
        </p:nvSpPr>
        <p:spPr>
          <a:xfrm>
            <a:off x="361975" y="732775"/>
            <a:ext cx="3860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759" name="Google Shape;759;p81"/>
          <p:cNvSpPr txBox="1"/>
          <p:nvPr>
            <p:ph idx="5" type="body"/>
          </p:nvPr>
        </p:nvSpPr>
        <p:spPr>
          <a:xfrm>
            <a:off x="4845475" y="3927439"/>
            <a:ext cx="3382500" cy="587700"/>
          </a:xfrm>
          <a:prstGeom prst="rect">
            <a:avLst/>
          </a:prstGeom>
          <a:noFill/>
          <a:ln>
            <a:noFill/>
          </a:ln>
        </p:spPr>
        <p:txBody>
          <a:bodyPr anchorCtr="0" anchor="t" bIns="0" lIns="0" spcFirstLastPara="1" rIns="0" wrap="square" tIns="0">
            <a:spAutoFit/>
          </a:bodyPr>
          <a:lstStyle>
            <a:lvl1pPr indent="-292100" lvl="0" marL="457200" algn="l">
              <a:lnSpc>
                <a:spcPct val="115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15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15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15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15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15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15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15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15000"/>
              </a:lnSpc>
              <a:spcBef>
                <a:spcPts val="800"/>
              </a:spcBef>
              <a:spcAft>
                <a:spcPts val="800"/>
              </a:spcAft>
              <a:buClr>
                <a:schemeClr val="dk1"/>
              </a:buClr>
              <a:buSzPts val="1000"/>
              <a:buFont typeface="DM Sans"/>
              <a:buChar char="■"/>
              <a:defRPr sz="1000">
                <a:solidFill>
                  <a:schemeClr val="dk1"/>
                </a:solidFill>
              </a:defRPr>
            </a:lvl9pPr>
          </a:lstStyle>
          <a:p/>
        </p:txBody>
      </p:sp>
      <p:sp>
        <p:nvSpPr>
          <p:cNvPr id="760" name="Google Shape;760;p81"/>
          <p:cNvSpPr txBox="1"/>
          <p:nvPr>
            <p:ph idx="6" type="subTitle"/>
          </p:nvPr>
        </p:nvSpPr>
        <p:spPr>
          <a:xfrm>
            <a:off x="4845475" y="3594791"/>
            <a:ext cx="3382500" cy="2376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1"/>
              </a:buClr>
              <a:buSzPts val="1400"/>
              <a:buNone/>
              <a:defRPr>
                <a:solidFill>
                  <a:schemeClr val="dk1"/>
                </a:solidFill>
              </a:defRPr>
            </a:lvl1pPr>
            <a:lvl2pPr lvl="1"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2pPr>
            <a:lvl3pPr lvl="2"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3pPr>
            <a:lvl4pPr lvl="3"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4pPr>
            <a:lvl5pPr lvl="4"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5pPr>
            <a:lvl6pPr lvl="5"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6pPr>
            <a:lvl7pPr lvl="6"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7pPr>
            <a:lvl8pPr lvl="7"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8pPr>
            <a:lvl9pPr lvl="8"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761" name="Google Shape;761;p81"/>
          <p:cNvSpPr txBox="1"/>
          <p:nvPr>
            <p:ph idx="7" type="body"/>
          </p:nvPr>
        </p:nvSpPr>
        <p:spPr>
          <a:xfrm>
            <a:off x="4845475" y="2431037"/>
            <a:ext cx="3382500" cy="587700"/>
          </a:xfrm>
          <a:prstGeom prst="rect">
            <a:avLst/>
          </a:prstGeom>
          <a:noFill/>
          <a:ln>
            <a:noFill/>
          </a:ln>
        </p:spPr>
        <p:txBody>
          <a:bodyPr anchorCtr="0" anchor="t" bIns="0" lIns="0" spcFirstLastPara="1" rIns="0" wrap="square" tIns="0">
            <a:spAutoFit/>
          </a:bodyPr>
          <a:lstStyle>
            <a:lvl1pPr indent="-292100" lvl="0" marL="457200" algn="l">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762" name="Google Shape;762;p81"/>
          <p:cNvSpPr txBox="1"/>
          <p:nvPr>
            <p:ph idx="8" type="subTitle"/>
          </p:nvPr>
        </p:nvSpPr>
        <p:spPr>
          <a:xfrm>
            <a:off x="4845475" y="2098390"/>
            <a:ext cx="3382500" cy="2376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1"/>
              </a:buClr>
              <a:buSzPts val="1400"/>
              <a:buNone/>
              <a:defRPr>
                <a:solidFill>
                  <a:schemeClr val="dk1"/>
                </a:solidFill>
              </a:defRPr>
            </a:lvl1pPr>
            <a:lvl2pPr lvl="1"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763" name="Google Shape;763;p81"/>
          <p:cNvSpPr txBox="1"/>
          <p:nvPr>
            <p:ph idx="9" type="body"/>
          </p:nvPr>
        </p:nvSpPr>
        <p:spPr>
          <a:xfrm>
            <a:off x="356100" y="3243900"/>
            <a:ext cx="2798700" cy="1334400"/>
          </a:xfrm>
          <a:prstGeom prst="rect">
            <a:avLst/>
          </a:prstGeom>
          <a:noFill/>
          <a:ln>
            <a:noFill/>
          </a:ln>
        </p:spPr>
        <p:txBody>
          <a:bodyPr anchorCtr="0" anchor="b"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ig ideas">
  <p:cSld name="BLANK_1_1_1_1_1_1_1_1_1_1_1_1_1_1_1_3">
    <p:bg>
      <p:bgPr>
        <a:solidFill>
          <a:schemeClr val="accent2"/>
        </a:solidFill>
      </p:bgPr>
    </p:bg>
    <p:spTree>
      <p:nvGrpSpPr>
        <p:cNvPr id="764" name="Shape 764"/>
        <p:cNvGrpSpPr/>
        <p:nvPr/>
      </p:nvGrpSpPr>
      <p:grpSpPr>
        <a:xfrm>
          <a:off x="0" y="0"/>
          <a:ext cx="0" cy="0"/>
          <a:chOff x="0" y="0"/>
          <a:chExt cx="0" cy="0"/>
        </a:xfrm>
      </p:grpSpPr>
      <p:sp>
        <p:nvSpPr>
          <p:cNvPr id="765" name="Google Shape;765;p8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766" name="Google Shape;766;p82"/>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767" name="Google Shape;767;p82"/>
          <p:cNvSpPr txBox="1"/>
          <p:nvPr>
            <p:ph idx="2" type="body"/>
          </p:nvPr>
        </p:nvSpPr>
        <p:spPr>
          <a:xfrm>
            <a:off x="361975" y="3231275"/>
            <a:ext cx="1457400" cy="10776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lgn="l">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lgn="l">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lgn="l">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lgn="l">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lgn="l">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lgn="l">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lgn="l">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lgn="l">
              <a:lnSpc>
                <a:spcPct val="100000"/>
              </a:lnSpc>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
        <p:nvSpPr>
          <p:cNvPr id="768" name="Google Shape;768;p82"/>
          <p:cNvSpPr txBox="1"/>
          <p:nvPr>
            <p:ph idx="3" type="subTitle"/>
          </p:nvPr>
        </p:nvSpPr>
        <p:spPr>
          <a:xfrm>
            <a:off x="361975" y="2556804"/>
            <a:ext cx="1457400" cy="45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2pPr>
            <a:lvl3pPr lvl="2"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3pPr>
            <a:lvl4pPr lvl="3"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4pPr>
            <a:lvl5pPr lvl="4"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5pPr>
            <a:lvl6pPr lvl="5"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6pPr>
            <a:lvl7pPr lvl="6"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7pPr>
            <a:lvl8pPr lvl="7"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8pPr>
            <a:lvl9pPr lvl="8"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769" name="Google Shape;769;p82"/>
          <p:cNvSpPr txBox="1"/>
          <p:nvPr>
            <p:ph idx="4" type="subTitle"/>
          </p:nvPr>
        </p:nvSpPr>
        <p:spPr>
          <a:xfrm>
            <a:off x="2490450" y="732775"/>
            <a:ext cx="4163100" cy="138600"/>
          </a:xfrm>
          <a:prstGeom prst="rect">
            <a:avLst/>
          </a:prstGeom>
          <a:noFill/>
          <a:ln>
            <a:noFill/>
          </a:ln>
        </p:spPr>
        <p:txBody>
          <a:bodyPr anchorCtr="0" anchor="b" bIns="0" lIns="0" spcFirstLastPara="1" rIns="0" wrap="square" tIns="0">
            <a:spAutoFit/>
          </a:bodyPr>
          <a:lstStyle>
            <a:lvl1pPr lvl="0" algn="ctr">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2pPr>
            <a:lvl3pPr lvl="2"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3pPr>
            <a:lvl4pPr lvl="3"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4pPr>
            <a:lvl5pPr lvl="4"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5pPr>
            <a:lvl6pPr lvl="5"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6pPr>
            <a:lvl7pPr lvl="6"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7pPr>
            <a:lvl8pPr lvl="7"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8pPr>
            <a:lvl9pPr lvl="8"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770" name="Google Shape;770;p82"/>
          <p:cNvSpPr txBox="1"/>
          <p:nvPr>
            <p:ph type="title"/>
          </p:nvPr>
        </p:nvSpPr>
        <p:spPr>
          <a:xfrm>
            <a:off x="1938175" y="988550"/>
            <a:ext cx="5267700" cy="5877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3000"/>
              <a:buNone/>
              <a:defRPr sz="2200"/>
            </a:lvl1pPr>
            <a:lvl2pPr lvl="1" algn="ctr">
              <a:lnSpc>
                <a:spcPct val="100000"/>
              </a:lnSpc>
              <a:spcBef>
                <a:spcPts val="0"/>
              </a:spcBef>
              <a:spcAft>
                <a:spcPts val="0"/>
              </a:spcAft>
              <a:buSzPts val="1400"/>
              <a:buNone/>
              <a:defRPr sz="2200"/>
            </a:lvl2pPr>
            <a:lvl3pPr lvl="2" algn="ctr">
              <a:lnSpc>
                <a:spcPct val="100000"/>
              </a:lnSpc>
              <a:spcBef>
                <a:spcPts val="0"/>
              </a:spcBef>
              <a:spcAft>
                <a:spcPts val="0"/>
              </a:spcAft>
              <a:buSzPts val="1400"/>
              <a:buNone/>
              <a:defRPr sz="2200"/>
            </a:lvl3pPr>
            <a:lvl4pPr lvl="3" algn="ctr">
              <a:lnSpc>
                <a:spcPct val="100000"/>
              </a:lnSpc>
              <a:spcBef>
                <a:spcPts val="0"/>
              </a:spcBef>
              <a:spcAft>
                <a:spcPts val="0"/>
              </a:spcAft>
              <a:buSzPts val="1400"/>
              <a:buNone/>
              <a:defRPr sz="2200"/>
            </a:lvl4pPr>
            <a:lvl5pPr lvl="4" algn="ctr">
              <a:lnSpc>
                <a:spcPct val="100000"/>
              </a:lnSpc>
              <a:spcBef>
                <a:spcPts val="0"/>
              </a:spcBef>
              <a:spcAft>
                <a:spcPts val="0"/>
              </a:spcAft>
              <a:buSzPts val="1400"/>
              <a:buNone/>
              <a:defRPr sz="2200"/>
            </a:lvl5pPr>
            <a:lvl6pPr lvl="5" algn="ctr">
              <a:lnSpc>
                <a:spcPct val="100000"/>
              </a:lnSpc>
              <a:spcBef>
                <a:spcPts val="0"/>
              </a:spcBef>
              <a:spcAft>
                <a:spcPts val="0"/>
              </a:spcAft>
              <a:buSzPts val="1400"/>
              <a:buNone/>
              <a:defRPr sz="2200"/>
            </a:lvl6pPr>
            <a:lvl7pPr lvl="6" algn="ctr">
              <a:lnSpc>
                <a:spcPct val="100000"/>
              </a:lnSpc>
              <a:spcBef>
                <a:spcPts val="0"/>
              </a:spcBef>
              <a:spcAft>
                <a:spcPts val="0"/>
              </a:spcAft>
              <a:buSzPts val="1400"/>
              <a:buNone/>
              <a:defRPr sz="2200"/>
            </a:lvl7pPr>
            <a:lvl8pPr lvl="7" algn="ctr">
              <a:lnSpc>
                <a:spcPct val="100000"/>
              </a:lnSpc>
              <a:spcBef>
                <a:spcPts val="0"/>
              </a:spcBef>
              <a:spcAft>
                <a:spcPts val="0"/>
              </a:spcAft>
              <a:buSzPts val="1400"/>
              <a:buNone/>
              <a:defRPr sz="2200"/>
            </a:lvl8pPr>
            <a:lvl9pPr lvl="8" algn="ctr">
              <a:lnSpc>
                <a:spcPct val="100000"/>
              </a:lnSpc>
              <a:spcBef>
                <a:spcPts val="0"/>
              </a:spcBef>
              <a:spcAft>
                <a:spcPts val="0"/>
              </a:spcAft>
              <a:buSzPts val="1400"/>
              <a:buNone/>
              <a:defRPr sz="2200"/>
            </a:lvl9pPr>
          </a:lstStyle>
          <a:p/>
        </p:txBody>
      </p:sp>
      <p:sp>
        <p:nvSpPr>
          <p:cNvPr id="771" name="Google Shape;771;p82"/>
          <p:cNvSpPr txBox="1"/>
          <p:nvPr>
            <p:ph idx="5" type="subTitle"/>
          </p:nvPr>
        </p:nvSpPr>
        <p:spPr>
          <a:xfrm>
            <a:off x="7319275" y="2556804"/>
            <a:ext cx="1457400" cy="45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2pPr>
            <a:lvl3pPr lvl="2"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3pPr>
            <a:lvl4pPr lvl="3"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4pPr>
            <a:lvl5pPr lvl="4"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5pPr>
            <a:lvl6pPr lvl="5"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6pPr>
            <a:lvl7pPr lvl="6"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7pPr>
            <a:lvl8pPr lvl="7"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8pPr>
            <a:lvl9pPr lvl="8"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772" name="Google Shape;772;p82"/>
          <p:cNvSpPr txBox="1"/>
          <p:nvPr>
            <p:ph idx="6" type="body"/>
          </p:nvPr>
        </p:nvSpPr>
        <p:spPr>
          <a:xfrm>
            <a:off x="2101300" y="3231275"/>
            <a:ext cx="1457400" cy="10776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773" name="Google Shape;773;p82"/>
          <p:cNvSpPr txBox="1"/>
          <p:nvPr>
            <p:ph idx="7" type="body"/>
          </p:nvPr>
        </p:nvSpPr>
        <p:spPr>
          <a:xfrm>
            <a:off x="3840625" y="3231275"/>
            <a:ext cx="1457400" cy="10776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774" name="Google Shape;774;p82"/>
          <p:cNvSpPr txBox="1"/>
          <p:nvPr>
            <p:ph idx="8" type="body"/>
          </p:nvPr>
        </p:nvSpPr>
        <p:spPr>
          <a:xfrm>
            <a:off x="5579950" y="3231275"/>
            <a:ext cx="1457400" cy="10776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775" name="Google Shape;775;p82"/>
          <p:cNvSpPr txBox="1"/>
          <p:nvPr>
            <p:ph idx="9" type="subTitle"/>
          </p:nvPr>
        </p:nvSpPr>
        <p:spPr>
          <a:xfrm>
            <a:off x="2101300" y="2556804"/>
            <a:ext cx="1457400" cy="45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2pPr>
            <a:lvl3pPr lvl="2"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3pPr>
            <a:lvl4pPr lvl="3"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4pPr>
            <a:lvl5pPr lvl="4"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5pPr>
            <a:lvl6pPr lvl="5"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6pPr>
            <a:lvl7pPr lvl="6"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7pPr>
            <a:lvl8pPr lvl="7"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8pPr>
            <a:lvl9pPr lvl="8"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776" name="Google Shape;776;p82"/>
          <p:cNvSpPr txBox="1"/>
          <p:nvPr>
            <p:ph idx="13" type="subTitle"/>
          </p:nvPr>
        </p:nvSpPr>
        <p:spPr>
          <a:xfrm>
            <a:off x="3840625" y="2556804"/>
            <a:ext cx="1457400" cy="45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2pPr>
            <a:lvl3pPr lvl="2"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3pPr>
            <a:lvl4pPr lvl="3"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4pPr>
            <a:lvl5pPr lvl="4"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5pPr>
            <a:lvl6pPr lvl="5"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6pPr>
            <a:lvl7pPr lvl="6"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7pPr>
            <a:lvl8pPr lvl="7"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8pPr>
            <a:lvl9pPr lvl="8"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777" name="Google Shape;777;p82"/>
          <p:cNvSpPr txBox="1"/>
          <p:nvPr>
            <p:ph idx="14" type="subTitle"/>
          </p:nvPr>
        </p:nvSpPr>
        <p:spPr>
          <a:xfrm>
            <a:off x="5579950" y="2556804"/>
            <a:ext cx="1457400" cy="45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2pPr>
            <a:lvl3pPr lvl="2"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3pPr>
            <a:lvl4pPr lvl="3"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4pPr>
            <a:lvl5pPr lvl="4"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5pPr>
            <a:lvl6pPr lvl="5"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6pPr>
            <a:lvl7pPr lvl="6"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7pPr>
            <a:lvl8pPr lvl="7"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8pPr>
            <a:lvl9pPr lvl="8"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778" name="Google Shape;778;p82"/>
          <p:cNvSpPr txBox="1"/>
          <p:nvPr>
            <p:ph idx="15" type="body"/>
          </p:nvPr>
        </p:nvSpPr>
        <p:spPr>
          <a:xfrm>
            <a:off x="7319275" y="3231275"/>
            <a:ext cx="1457400" cy="10776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and Four steps">
  <p:cSld name="CUSTOM_7_1_1_1_1_1_1_1_1_1_1_1_1_1_1_1_1_1_2">
    <p:bg>
      <p:bgPr>
        <a:solidFill>
          <a:schemeClr val="lt1"/>
        </a:solidFill>
      </p:bgPr>
    </p:bg>
    <p:spTree>
      <p:nvGrpSpPr>
        <p:cNvPr id="779" name="Shape 779"/>
        <p:cNvGrpSpPr/>
        <p:nvPr/>
      </p:nvGrpSpPr>
      <p:grpSpPr>
        <a:xfrm>
          <a:off x="0" y="0"/>
          <a:ext cx="0" cy="0"/>
          <a:chOff x="0" y="0"/>
          <a:chExt cx="0" cy="0"/>
        </a:xfrm>
      </p:grpSpPr>
      <p:sp>
        <p:nvSpPr>
          <p:cNvPr id="780" name="Google Shape;780;p8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781" name="Google Shape;781;p83"/>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782" name="Google Shape;782;p83"/>
          <p:cNvSpPr/>
          <p:nvPr/>
        </p:nvSpPr>
        <p:spPr>
          <a:xfrm>
            <a:off x="50" y="2785800"/>
            <a:ext cx="2294400" cy="23574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DM Sans"/>
              <a:ea typeface="DM Sans"/>
              <a:cs typeface="DM Sans"/>
              <a:sym typeface="DM Sans"/>
            </a:endParaRPr>
          </a:p>
        </p:txBody>
      </p:sp>
      <p:sp>
        <p:nvSpPr>
          <p:cNvPr id="783" name="Google Shape;783;p83"/>
          <p:cNvSpPr/>
          <p:nvPr/>
        </p:nvSpPr>
        <p:spPr>
          <a:xfrm>
            <a:off x="2286125" y="2068875"/>
            <a:ext cx="2294400" cy="30747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DM Sans"/>
              <a:ea typeface="DM Sans"/>
              <a:cs typeface="DM Sans"/>
              <a:sym typeface="DM Sans"/>
            </a:endParaRPr>
          </a:p>
        </p:txBody>
      </p:sp>
      <p:sp>
        <p:nvSpPr>
          <p:cNvPr id="784" name="Google Shape;784;p83"/>
          <p:cNvSpPr/>
          <p:nvPr/>
        </p:nvSpPr>
        <p:spPr>
          <a:xfrm>
            <a:off x="4565475" y="1495326"/>
            <a:ext cx="2294400" cy="3648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DM Sans"/>
              <a:ea typeface="DM Sans"/>
              <a:cs typeface="DM Sans"/>
              <a:sym typeface="DM Sans"/>
            </a:endParaRPr>
          </a:p>
        </p:txBody>
      </p:sp>
      <p:sp>
        <p:nvSpPr>
          <p:cNvPr id="785" name="Google Shape;785;p83"/>
          <p:cNvSpPr/>
          <p:nvPr/>
        </p:nvSpPr>
        <p:spPr>
          <a:xfrm>
            <a:off x="6849550" y="732775"/>
            <a:ext cx="2294400" cy="44106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DM Sans"/>
              <a:ea typeface="DM Sans"/>
              <a:cs typeface="DM Sans"/>
              <a:sym typeface="DM Sans"/>
            </a:endParaRPr>
          </a:p>
        </p:txBody>
      </p:sp>
      <p:sp>
        <p:nvSpPr>
          <p:cNvPr id="786" name="Google Shape;786;p83"/>
          <p:cNvSpPr txBox="1"/>
          <p:nvPr/>
        </p:nvSpPr>
        <p:spPr>
          <a:xfrm>
            <a:off x="375350" y="4481351"/>
            <a:ext cx="675900" cy="152400"/>
          </a:xfrm>
          <a:prstGeom prst="rect">
            <a:avLst/>
          </a:prstGeom>
          <a:noFill/>
          <a:ln>
            <a:noFill/>
          </a:ln>
        </p:spPr>
        <p:txBody>
          <a:bodyPr anchorCtr="0" anchor="b" bIns="0" lIns="0" spcFirstLastPara="1" rIns="91425" wrap="square" tIns="0">
            <a:noAutofit/>
          </a:bodyPr>
          <a:lstStyle/>
          <a:p>
            <a:pPr indent="0" lvl="0" marL="0" marR="0" rtl="0" algn="l">
              <a:lnSpc>
                <a:spcPct val="90000"/>
              </a:lnSpc>
              <a:spcBef>
                <a:spcPts val="0"/>
              </a:spcBef>
              <a:spcAft>
                <a:spcPts val="0"/>
              </a:spcAft>
              <a:buClr>
                <a:srgbClr val="000000"/>
              </a:buClr>
              <a:buSzPts val="3000"/>
              <a:buFont typeface="Arial"/>
              <a:buNone/>
            </a:pPr>
            <a:r>
              <a:rPr b="0" i="0" lang="en" sz="3000" u="none" cap="none" strike="noStrike">
                <a:solidFill>
                  <a:schemeClr val="lt1"/>
                </a:solidFill>
                <a:latin typeface="Newsreader"/>
                <a:ea typeface="Newsreader"/>
                <a:cs typeface="Newsreader"/>
                <a:sym typeface="Newsreader"/>
              </a:rPr>
              <a:t>01</a:t>
            </a:r>
            <a:endParaRPr b="0" i="0" sz="3000" u="none" cap="none" strike="noStrike">
              <a:solidFill>
                <a:schemeClr val="lt1"/>
              </a:solidFill>
              <a:latin typeface="Newsreader"/>
              <a:ea typeface="Newsreader"/>
              <a:cs typeface="Newsreader"/>
              <a:sym typeface="Newsreader"/>
            </a:endParaRPr>
          </a:p>
        </p:txBody>
      </p:sp>
      <p:sp>
        <p:nvSpPr>
          <p:cNvPr id="787" name="Google Shape;787;p83"/>
          <p:cNvSpPr txBox="1"/>
          <p:nvPr/>
        </p:nvSpPr>
        <p:spPr>
          <a:xfrm>
            <a:off x="2665113" y="4481351"/>
            <a:ext cx="675900" cy="152400"/>
          </a:xfrm>
          <a:prstGeom prst="rect">
            <a:avLst/>
          </a:prstGeom>
          <a:noFill/>
          <a:ln>
            <a:noFill/>
          </a:ln>
        </p:spPr>
        <p:txBody>
          <a:bodyPr anchorCtr="0" anchor="b" bIns="0" lIns="0" spcFirstLastPara="1" rIns="91425" wrap="square" tIns="0">
            <a:noAutofit/>
          </a:bodyPr>
          <a:lstStyle/>
          <a:p>
            <a:pPr indent="0" lvl="0" marL="0" marR="0" rtl="0" algn="l">
              <a:lnSpc>
                <a:spcPct val="90000"/>
              </a:lnSpc>
              <a:spcBef>
                <a:spcPts val="0"/>
              </a:spcBef>
              <a:spcAft>
                <a:spcPts val="0"/>
              </a:spcAft>
              <a:buClr>
                <a:srgbClr val="000000"/>
              </a:buClr>
              <a:buSzPts val="3000"/>
              <a:buFont typeface="Arial"/>
              <a:buNone/>
            </a:pPr>
            <a:r>
              <a:rPr b="0" i="0" lang="en" sz="3000" u="none" cap="none" strike="noStrike">
                <a:solidFill>
                  <a:schemeClr val="dk1"/>
                </a:solidFill>
                <a:latin typeface="Newsreader"/>
                <a:ea typeface="Newsreader"/>
                <a:cs typeface="Newsreader"/>
                <a:sym typeface="Newsreader"/>
              </a:rPr>
              <a:t>02</a:t>
            </a:r>
            <a:endParaRPr b="0" i="0" sz="3000" u="none" cap="none" strike="noStrike">
              <a:solidFill>
                <a:schemeClr val="dk1"/>
              </a:solidFill>
              <a:latin typeface="Newsreader"/>
              <a:ea typeface="Newsreader"/>
              <a:cs typeface="Newsreader"/>
              <a:sym typeface="Newsreader"/>
            </a:endParaRPr>
          </a:p>
        </p:txBody>
      </p:sp>
      <p:sp>
        <p:nvSpPr>
          <p:cNvPr id="788" name="Google Shape;788;p83"/>
          <p:cNvSpPr txBox="1"/>
          <p:nvPr/>
        </p:nvSpPr>
        <p:spPr>
          <a:xfrm>
            <a:off x="4937688" y="4481351"/>
            <a:ext cx="675900" cy="152400"/>
          </a:xfrm>
          <a:prstGeom prst="rect">
            <a:avLst/>
          </a:prstGeom>
          <a:noFill/>
          <a:ln>
            <a:noFill/>
          </a:ln>
        </p:spPr>
        <p:txBody>
          <a:bodyPr anchorCtr="0" anchor="b" bIns="0" lIns="0" spcFirstLastPara="1" rIns="91425" wrap="square" tIns="0">
            <a:noAutofit/>
          </a:bodyPr>
          <a:lstStyle/>
          <a:p>
            <a:pPr indent="0" lvl="0" marL="0" marR="0" rtl="0" algn="l">
              <a:lnSpc>
                <a:spcPct val="90000"/>
              </a:lnSpc>
              <a:spcBef>
                <a:spcPts val="0"/>
              </a:spcBef>
              <a:spcAft>
                <a:spcPts val="0"/>
              </a:spcAft>
              <a:buClr>
                <a:srgbClr val="000000"/>
              </a:buClr>
              <a:buSzPts val="3000"/>
              <a:buFont typeface="Arial"/>
              <a:buNone/>
            </a:pPr>
            <a:r>
              <a:rPr b="0" i="0" lang="en" sz="3000" u="none" cap="none" strike="noStrike">
                <a:solidFill>
                  <a:schemeClr val="lt1"/>
                </a:solidFill>
                <a:latin typeface="Newsreader"/>
                <a:ea typeface="Newsreader"/>
                <a:cs typeface="Newsreader"/>
                <a:sym typeface="Newsreader"/>
              </a:rPr>
              <a:t>03</a:t>
            </a:r>
            <a:endParaRPr b="0" i="0" sz="3000" u="none" cap="none" strike="noStrike">
              <a:solidFill>
                <a:schemeClr val="lt1"/>
              </a:solidFill>
              <a:latin typeface="Newsreader"/>
              <a:ea typeface="Newsreader"/>
              <a:cs typeface="Newsreader"/>
              <a:sym typeface="Newsreader"/>
            </a:endParaRPr>
          </a:p>
        </p:txBody>
      </p:sp>
      <p:sp>
        <p:nvSpPr>
          <p:cNvPr id="789" name="Google Shape;789;p83"/>
          <p:cNvSpPr txBox="1"/>
          <p:nvPr/>
        </p:nvSpPr>
        <p:spPr>
          <a:xfrm>
            <a:off x="7230513" y="4481351"/>
            <a:ext cx="675900" cy="152400"/>
          </a:xfrm>
          <a:prstGeom prst="rect">
            <a:avLst/>
          </a:prstGeom>
          <a:noFill/>
          <a:ln>
            <a:noFill/>
          </a:ln>
        </p:spPr>
        <p:txBody>
          <a:bodyPr anchorCtr="0" anchor="b" bIns="0" lIns="0" spcFirstLastPara="1" rIns="91425" wrap="square" tIns="0">
            <a:noAutofit/>
          </a:bodyPr>
          <a:lstStyle/>
          <a:p>
            <a:pPr indent="0" lvl="0" marL="0" marR="0" rtl="0" algn="l">
              <a:lnSpc>
                <a:spcPct val="90000"/>
              </a:lnSpc>
              <a:spcBef>
                <a:spcPts val="0"/>
              </a:spcBef>
              <a:spcAft>
                <a:spcPts val="0"/>
              </a:spcAft>
              <a:buClr>
                <a:srgbClr val="000000"/>
              </a:buClr>
              <a:buSzPts val="3000"/>
              <a:buFont typeface="Arial"/>
              <a:buNone/>
            </a:pPr>
            <a:r>
              <a:rPr b="0" i="0" lang="en" sz="3000" u="none" cap="none" strike="noStrike">
                <a:solidFill>
                  <a:schemeClr val="lt1"/>
                </a:solidFill>
                <a:latin typeface="Newsreader"/>
                <a:ea typeface="Newsreader"/>
                <a:cs typeface="Newsreader"/>
                <a:sym typeface="Newsreader"/>
              </a:rPr>
              <a:t>04</a:t>
            </a:r>
            <a:endParaRPr b="0" i="0" sz="3000" u="none" cap="none" strike="noStrike">
              <a:solidFill>
                <a:schemeClr val="lt1"/>
              </a:solidFill>
              <a:latin typeface="Newsreader"/>
              <a:ea typeface="Newsreader"/>
              <a:cs typeface="Newsreader"/>
              <a:sym typeface="Newsreader"/>
            </a:endParaRPr>
          </a:p>
        </p:txBody>
      </p:sp>
      <p:sp>
        <p:nvSpPr>
          <p:cNvPr id="790" name="Google Shape;790;p83"/>
          <p:cNvSpPr txBox="1"/>
          <p:nvPr>
            <p:ph type="title"/>
          </p:nvPr>
        </p:nvSpPr>
        <p:spPr>
          <a:xfrm>
            <a:off x="361975" y="988782"/>
            <a:ext cx="3231600" cy="760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2200"/>
              <a:buFont typeface="Newsreader"/>
              <a:buNone/>
              <a:defRPr sz="2200">
                <a:solidFill>
                  <a:schemeClr val="dk1"/>
                </a:solidFill>
              </a:defRPr>
            </a:lvl1pPr>
            <a:lvl2pPr lvl="1" algn="l">
              <a:lnSpc>
                <a:spcPct val="100000"/>
              </a:lnSpc>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2pPr>
            <a:lvl3pPr lvl="2" algn="l">
              <a:lnSpc>
                <a:spcPct val="100000"/>
              </a:lnSpc>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3pPr>
            <a:lvl4pPr lvl="3" algn="l">
              <a:lnSpc>
                <a:spcPct val="100000"/>
              </a:lnSpc>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4pPr>
            <a:lvl5pPr lvl="4" algn="l">
              <a:lnSpc>
                <a:spcPct val="100000"/>
              </a:lnSpc>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5pPr>
            <a:lvl6pPr lvl="5" algn="l">
              <a:lnSpc>
                <a:spcPct val="100000"/>
              </a:lnSpc>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6pPr>
            <a:lvl7pPr lvl="6" algn="l">
              <a:lnSpc>
                <a:spcPct val="100000"/>
              </a:lnSpc>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7pPr>
            <a:lvl8pPr lvl="7" algn="l">
              <a:lnSpc>
                <a:spcPct val="100000"/>
              </a:lnSpc>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8pPr>
            <a:lvl9pPr lvl="8" algn="l">
              <a:lnSpc>
                <a:spcPct val="100000"/>
              </a:lnSpc>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9pPr>
          </a:lstStyle>
          <a:p/>
        </p:txBody>
      </p:sp>
      <p:sp>
        <p:nvSpPr>
          <p:cNvPr id="791" name="Google Shape;791;p83"/>
          <p:cNvSpPr txBox="1"/>
          <p:nvPr>
            <p:ph idx="2" type="subTitle"/>
          </p:nvPr>
        </p:nvSpPr>
        <p:spPr>
          <a:xfrm>
            <a:off x="382691" y="3129231"/>
            <a:ext cx="1257300" cy="1524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792" name="Google Shape;792;p83"/>
          <p:cNvSpPr txBox="1"/>
          <p:nvPr>
            <p:ph idx="3" type="subTitle"/>
          </p:nvPr>
        </p:nvSpPr>
        <p:spPr>
          <a:xfrm>
            <a:off x="377048" y="3344302"/>
            <a:ext cx="1689600" cy="9690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2pPr>
            <a:lvl3pPr lvl="2"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3pPr>
            <a:lvl4pPr lvl="3"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4pPr>
            <a:lvl5pPr lvl="4"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5pPr>
            <a:lvl6pPr lvl="5"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6pPr>
            <a:lvl7pPr lvl="6"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7pPr>
            <a:lvl8pPr lvl="7"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8pPr>
            <a:lvl9pPr lvl="8"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793" name="Google Shape;793;p83"/>
          <p:cNvSpPr txBox="1"/>
          <p:nvPr>
            <p:ph idx="4" type="subTitle"/>
          </p:nvPr>
        </p:nvSpPr>
        <p:spPr>
          <a:xfrm>
            <a:off x="2671462" y="2450249"/>
            <a:ext cx="1257300" cy="1524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794" name="Google Shape;794;p83"/>
          <p:cNvSpPr txBox="1"/>
          <p:nvPr>
            <p:ph idx="5" type="subTitle"/>
          </p:nvPr>
        </p:nvSpPr>
        <p:spPr>
          <a:xfrm>
            <a:off x="2665825" y="2665171"/>
            <a:ext cx="1689600" cy="1423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795" name="Google Shape;795;p83"/>
          <p:cNvSpPr txBox="1"/>
          <p:nvPr>
            <p:ph idx="6" type="subTitle"/>
          </p:nvPr>
        </p:nvSpPr>
        <p:spPr>
          <a:xfrm>
            <a:off x="4943337" y="1884672"/>
            <a:ext cx="1257300" cy="1524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796" name="Google Shape;796;p83"/>
          <p:cNvSpPr txBox="1"/>
          <p:nvPr>
            <p:ph idx="7" type="subTitle"/>
          </p:nvPr>
        </p:nvSpPr>
        <p:spPr>
          <a:xfrm>
            <a:off x="4937700" y="2099593"/>
            <a:ext cx="1689600" cy="1620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2pPr>
            <a:lvl3pPr lvl="2"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3pPr>
            <a:lvl4pPr lvl="3"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4pPr>
            <a:lvl5pPr lvl="4"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5pPr>
            <a:lvl6pPr lvl="5"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6pPr>
            <a:lvl7pPr lvl="6"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7pPr>
            <a:lvl8pPr lvl="7"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8pPr>
            <a:lvl9pPr lvl="8"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797" name="Google Shape;797;p83"/>
          <p:cNvSpPr txBox="1"/>
          <p:nvPr>
            <p:ph idx="8" type="subTitle"/>
          </p:nvPr>
        </p:nvSpPr>
        <p:spPr>
          <a:xfrm>
            <a:off x="7238787" y="1057472"/>
            <a:ext cx="1257300" cy="1524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798" name="Google Shape;798;p83"/>
          <p:cNvSpPr txBox="1"/>
          <p:nvPr>
            <p:ph idx="9" type="subTitle"/>
          </p:nvPr>
        </p:nvSpPr>
        <p:spPr>
          <a:xfrm>
            <a:off x="7233150" y="1272358"/>
            <a:ext cx="1689600" cy="21960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2pPr>
            <a:lvl3pPr lvl="2"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3pPr>
            <a:lvl4pPr lvl="3"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4pPr>
            <a:lvl5pPr lvl="4"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5pPr>
            <a:lvl6pPr lvl="5"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6pPr>
            <a:lvl7pPr lvl="6"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7pPr>
            <a:lvl8pPr lvl="7"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8pPr>
            <a:lvl9pPr lvl="8"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modules">
  <p:cSld name="CUSTOM_1_1_1">
    <p:spTree>
      <p:nvGrpSpPr>
        <p:cNvPr id="799" name="Shape 799"/>
        <p:cNvGrpSpPr/>
        <p:nvPr/>
      </p:nvGrpSpPr>
      <p:grpSpPr>
        <a:xfrm>
          <a:off x="0" y="0"/>
          <a:ext cx="0" cy="0"/>
          <a:chOff x="0" y="0"/>
          <a:chExt cx="0" cy="0"/>
        </a:xfrm>
      </p:grpSpPr>
      <p:sp>
        <p:nvSpPr>
          <p:cNvPr id="800" name="Google Shape;800;p84"/>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801" name="Google Shape;801;p84"/>
          <p:cNvSpPr txBox="1"/>
          <p:nvPr>
            <p:ph idx="2" type="subTitle"/>
          </p:nvPr>
        </p:nvSpPr>
        <p:spPr>
          <a:xfrm>
            <a:off x="361975" y="732775"/>
            <a:ext cx="3860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802" name="Google Shape;802;p8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803" name="Google Shape;803;p84"/>
          <p:cNvSpPr txBox="1"/>
          <p:nvPr>
            <p:ph type="title"/>
          </p:nvPr>
        </p:nvSpPr>
        <p:spPr>
          <a:xfrm>
            <a:off x="361975" y="988557"/>
            <a:ext cx="50184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2200"/>
            </a:lvl1pPr>
            <a:lvl2pPr lvl="1" algn="l">
              <a:lnSpc>
                <a:spcPct val="90000"/>
              </a:lnSpc>
              <a:spcBef>
                <a:spcPts val="0"/>
              </a:spcBef>
              <a:spcAft>
                <a:spcPts val="0"/>
              </a:spcAft>
              <a:buSzPts val="1400"/>
              <a:buNone/>
              <a:defRPr sz="2200"/>
            </a:lvl2pPr>
            <a:lvl3pPr lvl="2" algn="l">
              <a:lnSpc>
                <a:spcPct val="90000"/>
              </a:lnSpc>
              <a:spcBef>
                <a:spcPts val="0"/>
              </a:spcBef>
              <a:spcAft>
                <a:spcPts val="0"/>
              </a:spcAft>
              <a:buSzPts val="1400"/>
              <a:buNone/>
              <a:defRPr sz="2200"/>
            </a:lvl3pPr>
            <a:lvl4pPr lvl="3" algn="l">
              <a:lnSpc>
                <a:spcPct val="90000"/>
              </a:lnSpc>
              <a:spcBef>
                <a:spcPts val="0"/>
              </a:spcBef>
              <a:spcAft>
                <a:spcPts val="0"/>
              </a:spcAft>
              <a:buSzPts val="1400"/>
              <a:buNone/>
              <a:defRPr sz="2200"/>
            </a:lvl4pPr>
            <a:lvl5pPr lvl="4" algn="l">
              <a:lnSpc>
                <a:spcPct val="90000"/>
              </a:lnSpc>
              <a:spcBef>
                <a:spcPts val="0"/>
              </a:spcBef>
              <a:spcAft>
                <a:spcPts val="0"/>
              </a:spcAft>
              <a:buSzPts val="1400"/>
              <a:buNone/>
              <a:defRPr sz="2200"/>
            </a:lvl5pPr>
            <a:lvl6pPr lvl="5" algn="l">
              <a:lnSpc>
                <a:spcPct val="90000"/>
              </a:lnSpc>
              <a:spcBef>
                <a:spcPts val="0"/>
              </a:spcBef>
              <a:spcAft>
                <a:spcPts val="0"/>
              </a:spcAft>
              <a:buSzPts val="1400"/>
              <a:buNone/>
              <a:defRPr sz="2200"/>
            </a:lvl6pPr>
            <a:lvl7pPr lvl="6" algn="l">
              <a:lnSpc>
                <a:spcPct val="90000"/>
              </a:lnSpc>
              <a:spcBef>
                <a:spcPts val="0"/>
              </a:spcBef>
              <a:spcAft>
                <a:spcPts val="0"/>
              </a:spcAft>
              <a:buSzPts val="1400"/>
              <a:buNone/>
              <a:defRPr sz="2200"/>
            </a:lvl7pPr>
            <a:lvl8pPr lvl="7" algn="l">
              <a:lnSpc>
                <a:spcPct val="90000"/>
              </a:lnSpc>
              <a:spcBef>
                <a:spcPts val="0"/>
              </a:spcBef>
              <a:spcAft>
                <a:spcPts val="0"/>
              </a:spcAft>
              <a:buSzPts val="1400"/>
              <a:buNone/>
              <a:defRPr sz="2200"/>
            </a:lvl8pPr>
            <a:lvl9pPr lvl="8" algn="l">
              <a:lnSpc>
                <a:spcPct val="90000"/>
              </a:lnSpc>
              <a:spcBef>
                <a:spcPts val="0"/>
              </a:spcBef>
              <a:spcAft>
                <a:spcPts val="0"/>
              </a:spcAft>
              <a:buSzPts val="1400"/>
              <a:buNone/>
              <a:defRPr sz="2200"/>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header">
  <p:cSld name="CUSTOM_2_1_2_1_2">
    <p:bg>
      <p:bgPr>
        <a:solidFill>
          <a:schemeClr val="lt1"/>
        </a:solidFill>
      </p:bgPr>
    </p:bg>
    <p:spTree>
      <p:nvGrpSpPr>
        <p:cNvPr id="804" name="Shape 804"/>
        <p:cNvGrpSpPr/>
        <p:nvPr/>
      </p:nvGrpSpPr>
      <p:grpSpPr>
        <a:xfrm>
          <a:off x="0" y="0"/>
          <a:ext cx="0" cy="0"/>
          <a:chOff x="0" y="0"/>
          <a:chExt cx="0" cy="0"/>
        </a:xfrm>
      </p:grpSpPr>
      <p:sp>
        <p:nvSpPr>
          <p:cNvPr id="805" name="Google Shape;805;p85"/>
          <p:cNvSpPr/>
          <p:nvPr>
            <p:ph idx="2" type="pic"/>
          </p:nvPr>
        </p:nvSpPr>
        <p:spPr>
          <a:xfrm>
            <a:off x="361975" y="781775"/>
            <a:ext cx="2872800" cy="3783300"/>
          </a:xfrm>
          <a:prstGeom prst="rect">
            <a:avLst/>
          </a:prstGeom>
          <a:noFill/>
          <a:ln>
            <a:noFill/>
          </a:ln>
        </p:spPr>
      </p:sp>
      <p:sp>
        <p:nvSpPr>
          <p:cNvPr id="806" name="Google Shape;806;p8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807" name="Google Shape;807;p85"/>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808" name="Google Shape;808;p85"/>
          <p:cNvSpPr txBox="1"/>
          <p:nvPr>
            <p:ph idx="3" type="subTitle"/>
          </p:nvPr>
        </p:nvSpPr>
        <p:spPr>
          <a:xfrm>
            <a:off x="3657600" y="1051772"/>
            <a:ext cx="4163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809" name="Google Shape;809;p85"/>
          <p:cNvSpPr txBox="1"/>
          <p:nvPr>
            <p:ph type="title"/>
          </p:nvPr>
        </p:nvSpPr>
        <p:spPr>
          <a:xfrm>
            <a:off x="3657600" y="1555450"/>
            <a:ext cx="5622000" cy="17505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SzPts val="3000"/>
              <a:buNone/>
              <a:defRPr sz="2800">
                <a:solidFill>
                  <a:schemeClr val="dk1"/>
                </a:solidFill>
              </a:defRPr>
            </a:lvl1pPr>
            <a:lvl2pPr lvl="1" algn="l">
              <a:lnSpc>
                <a:spcPct val="90000"/>
              </a:lnSpc>
              <a:spcBef>
                <a:spcPts val="0"/>
              </a:spcBef>
              <a:spcAft>
                <a:spcPts val="0"/>
              </a:spcAft>
              <a:buSzPts val="1400"/>
              <a:buNone/>
              <a:defRPr sz="2800">
                <a:solidFill>
                  <a:schemeClr val="dk1"/>
                </a:solidFill>
              </a:defRPr>
            </a:lvl2pPr>
            <a:lvl3pPr lvl="2" algn="l">
              <a:lnSpc>
                <a:spcPct val="90000"/>
              </a:lnSpc>
              <a:spcBef>
                <a:spcPts val="0"/>
              </a:spcBef>
              <a:spcAft>
                <a:spcPts val="0"/>
              </a:spcAft>
              <a:buSzPts val="1400"/>
              <a:buNone/>
              <a:defRPr sz="2800">
                <a:solidFill>
                  <a:schemeClr val="dk1"/>
                </a:solidFill>
              </a:defRPr>
            </a:lvl3pPr>
            <a:lvl4pPr lvl="3" algn="l">
              <a:lnSpc>
                <a:spcPct val="90000"/>
              </a:lnSpc>
              <a:spcBef>
                <a:spcPts val="0"/>
              </a:spcBef>
              <a:spcAft>
                <a:spcPts val="0"/>
              </a:spcAft>
              <a:buSzPts val="1400"/>
              <a:buNone/>
              <a:defRPr sz="2800">
                <a:solidFill>
                  <a:schemeClr val="dk1"/>
                </a:solidFill>
              </a:defRPr>
            </a:lvl4pPr>
            <a:lvl5pPr lvl="4" algn="l">
              <a:lnSpc>
                <a:spcPct val="90000"/>
              </a:lnSpc>
              <a:spcBef>
                <a:spcPts val="0"/>
              </a:spcBef>
              <a:spcAft>
                <a:spcPts val="0"/>
              </a:spcAft>
              <a:buSzPts val="1400"/>
              <a:buNone/>
              <a:defRPr sz="2800">
                <a:solidFill>
                  <a:schemeClr val="dk1"/>
                </a:solidFill>
              </a:defRPr>
            </a:lvl5pPr>
            <a:lvl6pPr lvl="5" algn="l">
              <a:lnSpc>
                <a:spcPct val="90000"/>
              </a:lnSpc>
              <a:spcBef>
                <a:spcPts val="0"/>
              </a:spcBef>
              <a:spcAft>
                <a:spcPts val="0"/>
              </a:spcAft>
              <a:buSzPts val="1400"/>
              <a:buNone/>
              <a:defRPr sz="2800">
                <a:solidFill>
                  <a:schemeClr val="dk1"/>
                </a:solidFill>
              </a:defRPr>
            </a:lvl6pPr>
            <a:lvl7pPr lvl="6" algn="l">
              <a:lnSpc>
                <a:spcPct val="90000"/>
              </a:lnSpc>
              <a:spcBef>
                <a:spcPts val="0"/>
              </a:spcBef>
              <a:spcAft>
                <a:spcPts val="0"/>
              </a:spcAft>
              <a:buSzPts val="1400"/>
              <a:buNone/>
              <a:defRPr sz="2800">
                <a:solidFill>
                  <a:schemeClr val="dk1"/>
                </a:solidFill>
              </a:defRPr>
            </a:lvl7pPr>
            <a:lvl8pPr lvl="7" algn="l">
              <a:lnSpc>
                <a:spcPct val="90000"/>
              </a:lnSpc>
              <a:spcBef>
                <a:spcPts val="0"/>
              </a:spcBef>
              <a:spcAft>
                <a:spcPts val="0"/>
              </a:spcAft>
              <a:buSzPts val="1400"/>
              <a:buNone/>
              <a:defRPr sz="2800">
                <a:solidFill>
                  <a:schemeClr val="dk1"/>
                </a:solidFill>
              </a:defRPr>
            </a:lvl8pPr>
            <a:lvl9pPr lvl="8" algn="l">
              <a:lnSpc>
                <a:spcPct val="90000"/>
              </a:lnSpc>
              <a:spcBef>
                <a:spcPts val="0"/>
              </a:spcBef>
              <a:spcAft>
                <a:spcPts val="0"/>
              </a:spcAft>
              <a:buSzPts val="1400"/>
              <a:buNone/>
              <a:defRPr sz="2800">
                <a:solidFill>
                  <a:schemeClr val="dk1"/>
                </a:solidFill>
              </a:defRPr>
            </a:lvl9pPr>
          </a:lstStyle>
          <a:p/>
        </p:txBody>
      </p:sp>
      <p:sp>
        <p:nvSpPr>
          <p:cNvPr id="810" name="Google Shape;810;p85"/>
          <p:cNvSpPr txBox="1"/>
          <p:nvPr>
            <p:ph idx="4" type="body"/>
          </p:nvPr>
        </p:nvSpPr>
        <p:spPr>
          <a:xfrm>
            <a:off x="3657600" y="3556575"/>
            <a:ext cx="3554400" cy="1029300"/>
          </a:xfrm>
          <a:prstGeom prst="rect">
            <a:avLst/>
          </a:prstGeom>
          <a:noFill/>
          <a:ln>
            <a:noFill/>
          </a:ln>
        </p:spPr>
        <p:txBody>
          <a:bodyPr anchorCtr="0" anchor="b" bIns="0" lIns="0" spcFirstLastPara="1" rIns="0" wrap="square" tIns="0">
            <a:spAutoFit/>
          </a:bodyPr>
          <a:lstStyle>
            <a:lvl1pPr indent="-292100" lvl="0" marL="457200" algn="l">
              <a:lnSpc>
                <a:spcPct val="115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l">
              <a:lnSpc>
                <a:spcPct val="115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5">
  <p:cSld name="CUSTOM_2_1_2_1_1">
    <p:bg>
      <p:bgPr>
        <a:solidFill>
          <a:schemeClr val="accent2"/>
        </a:solidFill>
      </p:bgPr>
    </p:bg>
    <p:spTree>
      <p:nvGrpSpPr>
        <p:cNvPr id="811" name="Shape 811"/>
        <p:cNvGrpSpPr/>
        <p:nvPr/>
      </p:nvGrpSpPr>
      <p:grpSpPr>
        <a:xfrm>
          <a:off x="0" y="0"/>
          <a:ext cx="0" cy="0"/>
          <a:chOff x="0" y="0"/>
          <a:chExt cx="0" cy="0"/>
        </a:xfrm>
      </p:grpSpPr>
      <p:pic>
        <p:nvPicPr>
          <p:cNvPr descr="The reflective glass facade of a skyscraper. " id="812" name="Google Shape;812;p86"/>
          <p:cNvPicPr preferRelativeResize="0"/>
          <p:nvPr/>
        </p:nvPicPr>
        <p:blipFill rotWithShape="1">
          <a:blip r:embed="rId2">
            <a:alphaModFix amt="14000"/>
          </a:blip>
          <a:srcRect b="15605" l="0" r="0" t="0"/>
          <a:stretch/>
        </p:blipFill>
        <p:spPr>
          <a:xfrm>
            <a:off x="0" y="-8150"/>
            <a:ext cx="9144003" cy="5143501"/>
          </a:xfrm>
          <a:prstGeom prst="rect">
            <a:avLst/>
          </a:prstGeom>
          <a:noFill/>
          <a:ln>
            <a:noFill/>
          </a:ln>
        </p:spPr>
      </p:pic>
      <p:sp>
        <p:nvSpPr>
          <p:cNvPr id="813" name="Google Shape;813;p8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814" name="Google Shape;814;p86"/>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815" name="Google Shape;815;p86"/>
          <p:cNvSpPr txBox="1"/>
          <p:nvPr>
            <p:ph idx="2" type="body"/>
          </p:nvPr>
        </p:nvSpPr>
        <p:spPr>
          <a:xfrm>
            <a:off x="1957800" y="4195275"/>
            <a:ext cx="5228400" cy="390600"/>
          </a:xfrm>
          <a:prstGeom prst="rect">
            <a:avLst/>
          </a:prstGeom>
          <a:noFill/>
          <a:ln>
            <a:noFill/>
          </a:ln>
        </p:spPr>
        <p:txBody>
          <a:bodyPr anchorCtr="0" anchor="b" bIns="0" lIns="0" spcFirstLastPara="1" rIns="0" wrap="square" tIns="0">
            <a:noAutofit/>
          </a:bodyPr>
          <a:lstStyle>
            <a:lvl1pPr indent="-292100" lvl="0" marL="457200" algn="ctr">
              <a:lnSpc>
                <a:spcPct val="115000"/>
              </a:lnSpc>
              <a:spcBef>
                <a:spcPts val="0"/>
              </a:spcBef>
              <a:spcAft>
                <a:spcPts val="0"/>
              </a:spcAft>
              <a:buClr>
                <a:schemeClr val="lt1"/>
              </a:buClr>
              <a:buSzPts val="1000"/>
              <a:buFont typeface="DM Sans"/>
              <a:buChar char="●"/>
              <a:defRPr sz="1000"/>
            </a:lvl1pPr>
            <a:lvl2pPr indent="-292100" lvl="1" marL="914400" algn="ctr">
              <a:lnSpc>
                <a:spcPct val="115000"/>
              </a:lnSpc>
              <a:spcBef>
                <a:spcPts val="800"/>
              </a:spcBef>
              <a:spcAft>
                <a:spcPts val="0"/>
              </a:spcAft>
              <a:buClr>
                <a:schemeClr val="lt1"/>
              </a:buClr>
              <a:buSzPts val="1000"/>
              <a:buFont typeface="DM Sans"/>
              <a:buChar char="○"/>
              <a:defRPr sz="1000"/>
            </a:lvl2pPr>
            <a:lvl3pPr indent="-292100" lvl="2" marL="1371600" algn="ctr">
              <a:lnSpc>
                <a:spcPct val="115000"/>
              </a:lnSpc>
              <a:spcBef>
                <a:spcPts val="800"/>
              </a:spcBef>
              <a:spcAft>
                <a:spcPts val="0"/>
              </a:spcAft>
              <a:buClr>
                <a:schemeClr val="lt1"/>
              </a:buClr>
              <a:buSzPts val="1000"/>
              <a:buFont typeface="DM Sans"/>
              <a:buChar char="■"/>
              <a:defRPr sz="1000"/>
            </a:lvl3pPr>
            <a:lvl4pPr indent="-292100" lvl="3" marL="1828800" algn="ctr">
              <a:lnSpc>
                <a:spcPct val="115000"/>
              </a:lnSpc>
              <a:spcBef>
                <a:spcPts val="800"/>
              </a:spcBef>
              <a:spcAft>
                <a:spcPts val="0"/>
              </a:spcAft>
              <a:buClr>
                <a:schemeClr val="lt1"/>
              </a:buClr>
              <a:buSzPts val="1000"/>
              <a:buFont typeface="DM Sans"/>
              <a:buChar char="●"/>
              <a:defRPr sz="1000"/>
            </a:lvl4pPr>
            <a:lvl5pPr indent="-292100" lvl="4" marL="2286000" algn="ctr">
              <a:lnSpc>
                <a:spcPct val="115000"/>
              </a:lnSpc>
              <a:spcBef>
                <a:spcPts val="800"/>
              </a:spcBef>
              <a:spcAft>
                <a:spcPts val="0"/>
              </a:spcAft>
              <a:buClr>
                <a:schemeClr val="lt1"/>
              </a:buClr>
              <a:buSzPts val="1000"/>
              <a:buFont typeface="DM Sans"/>
              <a:buChar char="○"/>
              <a:defRPr sz="1000"/>
            </a:lvl5pPr>
            <a:lvl6pPr indent="-292100" lvl="5" marL="2743200" algn="ctr">
              <a:lnSpc>
                <a:spcPct val="115000"/>
              </a:lnSpc>
              <a:spcBef>
                <a:spcPts val="800"/>
              </a:spcBef>
              <a:spcAft>
                <a:spcPts val="0"/>
              </a:spcAft>
              <a:buClr>
                <a:schemeClr val="lt1"/>
              </a:buClr>
              <a:buSzPts val="1000"/>
              <a:buFont typeface="DM Sans"/>
              <a:buChar char="■"/>
              <a:defRPr sz="1000"/>
            </a:lvl6pPr>
            <a:lvl7pPr indent="-292100" lvl="6" marL="3200400" algn="ctr">
              <a:lnSpc>
                <a:spcPct val="115000"/>
              </a:lnSpc>
              <a:spcBef>
                <a:spcPts val="800"/>
              </a:spcBef>
              <a:spcAft>
                <a:spcPts val="0"/>
              </a:spcAft>
              <a:buClr>
                <a:schemeClr val="lt1"/>
              </a:buClr>
              <a:buSzPts val="1000"/>
              <a:buFont typeface="DM Sans"/>
              <a:buChar char="●"/>
              <a:defRPr sz="1000"/>
            </a:lvl7pPr>
            <a:lvl8pPr indent="-292100" lvl="7" marL="3657600" algn="ctr">
              <a:lnSpc>
                <a:spcPct val="115000"/>
              </a:lnSpc>
              <a:spcBef>
                <a:spcPts val="800"/>
              </a:spcBef>
              <a:spcAft>
                <a:spcPts val="0"/>
              </a:spcAft>
              <a:buClr>
                <a:schemeClr val="lt1"/>
              </a:buClr>
              <a:buSzPts val="1000"/>
              <a:buFont typeface="DM Sans"/>
              <a:buChar char="○"/>
              <a:defRPr sz="1000"/>
            </a:lvl8pPr>
            <a:lvl9pPr indent="-292100" lvl="8" marL="4114800" algn="ctr">
              <a:lnSpc>
                <a:spcPct val="115000"/>
              </a:lnSpc>
              <a:spcBef>
                <a:spcPts val="800"/>
              </a:spcBef>
              <a:spcAft>
                <a:spcPts val="800"/>
              </a:spcAft>
              <a:buClr>
                <a:schemeClr val="lt1"/>
              </a:buClr>
              <a:buSzPts val="1000"/>
              <a:buFont typeface="DM Sans"/>
              <a:buChar char="■"/>
              <a:defRPr sz="1000"/>
            </a:lvl9pPr>
          </a:lstStyle>
          <a:p/>
        </p:txBody>
      </p:sp>
      <p:sp>
        <p:nvSpPr>
          <p:cNvPr id="816" name="Google Shape;816;p86"/>
          <p:cNvSpPr txBox="1"/>
          <p:nvPr>
            <p:ph idx="3" type="subTitle"/>
          </p:nvPr>
        </p:nvSpPr>
        <p:spPr>
          <a:xfrm>
            <a:off x="2490450" y="732775"/>
            <a:ext cx="4163100" cy="138600"/>
          </a:xfrm>
          <a:prstGeom prst="rect">
            <a:avLst/>
          </a:prstGeom>
          <a:noFill/>
          <a:ln>
            <a:noFill/>
          </a:ln>
        </p:spPr>
        <p:txBody>
          <a:bodyPr anchorCtr="0" anchor="b" bIns="0" lIns="0" spcFirstLastPara="1" rIns="0" wrap="square" tIns="0">
            <a:spAutoFit/>
          </a:bodyPr>
          <a:lstStyle>
            <a:lvl1pPr lvl="0" algn="ctr">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2pPr>
            <a:lvl3pPr lvl="2"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3pPr>
            <a:lvl4pPr lvl="3"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4pPr>
            <a:lvl5pPr lvl="4"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5pPr>
            <a:lvl6pPr lvl="5"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6pPr>
            <a:lvl7pPr lvl="6"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7pPr>
            <a:lvl8pPr lvl="7"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8pPr>
            <a:lvl9pPr lvl="8"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817" name="Google Shape;817;p86"/>
          <p:cNvSpPr txBox="1"/>
          <p:nvPr>
            <p:ph type="title"/>
          </p:nvPr>
        </p:nvSpPr>
        <p:spPr>
          <a:xfrm>
            <a:off x="719400" y="988550"/>
            <a:ext cx="7705200" cy="587700"/>
          </a:xfrm>
          <a:prstGeom prst="rect">
            <a:avLst/>
          </a:prstGeom>
          <a:noFill/>
          <a:ln>
            <a:noFill/>
          </a:ln>
        </p:spPr>
        <p:txBody>
          <a:bodyPr anchorCtr="0" anchor="t" bIns="0" lIns="0" spcFirstLastPara="1" rIns="0" wrap="square" tIns="0">
            <a:spAutoFit/>
          </a:bodyPr>
          <a:lstStyle>
            <a:lvl1pPr lvl="0" algn="ctr">
              <a:lnSpc>
                <a:spcPct val="90000"/>
              </a:lnSpc>
              <a:spcBef>
                <a:spcPts val="0"/>
              </a:spcBef>
              <a:spcAft>
                <a:spcPts val="0"/>
              </a:spcAft>
              <a:buSzPts val="3000"/>
              <a:buNone/>
              <a:defRPr/>
            </a:lvl1pPr>
            <a:lvl2pPr lvl="1" algn="ctr">
              <a:lnSpc>
                <a:spcPct val="90000"/>
              </a:lnSpc>
              <a:spcBef>
                <a:spcPts val="0"/>
              </a:spcBef>
              <a:spcAft>
                <a:spcPts val="0"/>
              </a:spcAft>
              <a:buSzPts val="1400"/>
              <a:buNone/>
              <a:defRPr sz="2200"/>
            </a:lvl2pPr>
            <a:lvl3pPr lvl="2" algn="ctr">
              <a:lnSpc>
                <a:spcPct val="90000"/>
              </a:lnSpc>
              <a:spcBef>
                <a:spcPts val="0"/>
              </a:spcBef>
              <a:spcAft>
                <a:spcPts val="0"/>
              </a:spcAft>
              <a:buSzPts val="1400"/>
              <a:buNone/>
              <a:defRPr sz="2200"/>
            </a:lvl3pPr>
            <a:lvl4pPr lvl="3" algn="ctr">
              <a:lnSpc>
                <a:spcPct val="90000"/>
              </a:lnSpc>
              <a:spcBef>
                <a:spcPts val="0"/>
              </a:spcBef>
              <a:spcAft>
                <a:spcPts val="0"/>
              </a:spcAft>
              <a:buSzPts val="1400"/>
              <a:buNone/>
              <a:defRPr sz="2200"/>
            </a:lvl4pPr>
            <a:lvl5pPr lvl="4" algn="ctr">
              <a:lnSpc>
                <a:spcPct val="90000"/>
              </a:lnSpc>
              <a:spcBef>
                <a:spcPts val="0"/>
              </a:spcBef>
              <a:spcAft>
                <a:spcPts val="0"/>
              </a:spcAft>
              <a:buSzPts val="1400"/>
              <a:buNone/>
              <a:defRPr sz="2200"/>
            </a:lvl5pPr>
            <a:lvl6pPr lvl="5" algn="ctr">
              <a:lnSpc>
                <a:spcPct val="90000"/>
              </a:lnSpc>
              <a:spcBef>
                <a:spcPts val="0"/>
              </a:spcBef>
              <a:spcAft>
                <a:spcPts val="0"/>
              </a:spcAft>
              <a:buSzPts val="1400"/>
              <a:buNone/>
              <a:defRPr sz="2200"/>
            </a:lvl6pPr>
            <a:lvl7pPr lvl="6" algn="ctr">
              <a:lnSpc>
                <a:spcPct val="90000"/>
              </a:lnSpc>
              <a:spcBef>
                <a:spcPts val="0"/>
              </a:spcBef>
              <a:spcAft>
                <a:spcPts val="0"/>
              </a:spcAft>
              <a:buSzPts val="1400"/>
              <a:buNone/>
              <a:defRPr sz="2200"/>
            </a:lvl7pPr>
            <a:lvl8pPr lvl="7" algn="ctr">
              <a:lnSpc>
                <a:spcPct val="90000"/>
              </a:lnSpc>
              <a:spcBef>
                <a:spcPts val="0"/>
              </a:spcBef>
              <a:spcAft>
                <a:spcPts val="0"/>
              </a:spcAft>
              <a:buSzPts val="1400"/>
              <a:buNone/>
              <a:defRPr sz="2200"/>
            </a:lvl8pPr>
            <a:lvl9pPr lvl="8" algn="ctr">
              <a:lnSpc>
                <a:spcPct val="90000"/>
              </a:lnSpc>
              <a:spcBef>
                <a:spcPts val="0"/>
              </a:spcBef>
              <a:spcAft>
                <a:spcPts val="0"/>
              </a:spcAft>
              <a:buSzPts val="1400"/>
              <a:buNone/>
              <a:defRPr sz="2200"/>
            </a:lvl9pPr>
          </a:lstStyle>
          <a:p/>
        </p:txBody>
      </p:sp>
      <p:sp>
        <p:nvSpPr>
          <p:cNvPr id="818" name="Google Shape;818;p86"/>
          <p:cNvSpPr/>
          <p:nvPr>
            <p:ph idx="4" type="pic"/>
          </p:nvPr>
        </p:nvSpPr>
        <p:spPr>
          <a:xfrm>
            <a:off x="3588150" y="2027104"/>
            <a:ext cx="1967700" cy="1311600"/>
          </a:xfrm>
          <a:prstGeom prst="rect">
            <a:avLst/>
          </a:prstGeom>
          <a:noFill/>
          <a:ln>
            <a:noFill/>
          </a:ln>
        </p:spPr>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p:cSld name="CUSTOM_8_1">
    <p:bg>
      <p:bgPr>
        <a:solidFill>
          <a:schemeClr val="accent2"/>
        </a:solidFill>
      </p:bgPr>
    </p:bg>
    <p:spTree>
      <p:nvGrpSpPr>
        <p:cNvPr id="819" name="Shape 819"/>
        <p:cNvGrpSpPr/>
        <p:nvPr/>
      </p:nvGrpSpPr>
      <p:grpSpPr>
        <a:xfrm>
          <a:off x="0" y="0"/>
          <a:ext cx="0" cy="0"/>
          <a:chOff x="0" y="0"/>
          <a:chExt cx="0" cy="0"/>
        </a:xfrm>
      </p:grpSpPr>
      <p:sp>
        <p:nvSpPr>
          <p:cNvPr id="820" name="Google Shape;820;p87"/>
          <p:cNvSpPr/>
          <p:nvPr/>
        </p:nvSpPr>
        <p:spPr>
          <a:xfrm>
            <a:off x="50" y="-300"/>
            <a:ext cx="67089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a:ea typeface="DM Sans"/>
              <a:cs typeface="DM Sans"/>
              <a:sym typeface="DM Sans"/>
            </a:endParaRPr>
          </a:p>
        </p:txBody>
      </p:sp>
      <p:sp>
        <p:nvSpPr>
          <p:cNvPr id="821" name="Google Shape;821;p87"/>
          <p:cNvSpPr txBox="1"/>
          <p:nvPr>
            <p:ph type="title"/>
          </p:nvPr>
        </p:nvSpPr>
        <p:spPr>
          <a:xfrm>
            <a:off x="451472" y="2024100"/>
            <a:ext cx="4163100" cy="13725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SzPts val="3000"/>
              <a:buNone/>
              <a:defRPr sz="4200">
                <a:solidFill>
                  <a:schemeClr val="dk1"/>
                </a:solidFill>
              </a:defRPr>
            </a:lvl1pPr>
            <a:lvl2pPr lvl="1" algn="l">
              <a:lnSpc>
                <a:spcPct val="90000"/>
              </a:lnSpc>
              <a:spcBef>
                <a:spcPts val="0"/>
              </a:spcBef>
              <a:spcAft>
                <a:spcPts val="0"/>
              </a:spcAft>
              <a:buSzPts val="1400"/>
              <a:buNone/>
              <a:defRPr sz="4200">
                <a:solidFill>
                  <a:schemeClr val="dk1"/>
                </a:solidFill>
              </a:defRPr>
            </a:lvl2pPr>
            <a:lvl3pPr lvl="2" algn="l">
              <a:lnSpc>
                <a:spcPct val="90000"/>
              </a:lnSpc>
              <a:spcBef>
                <a:spcPts val="0"/>
              </a:spcBef>
              <a:spcAft>
                <a:spcPts val="0"/>
              </a:spcAft>
              <a:buSzPts val="1400"/>
              <a:buNone/>
              <a:defRPr sz="4200">
                <a:solidFill>
                  <a:schemeClr val="dk1"/>
                </a:solidFill>
              </a:defRPr>
            </a:lvl3pPr>
            <a:lvl4pPr lvl="3" algn="l">
              <a:lnSpc>
                <a:spcPct val="90000"/>
              </a:lnSpc>
              <a:spcBef>
                <a:spcPts val="0"/>
              </a:spcBef>
              <a:spcAft>
                <a:spcPts val="0"/>
              </a:spcAft>
              <a:buSzPts val="1400"/>
              <a:buNone/>
              <a:defRPr sz="4200">
                <a:solidFill>
                  <a:schemeClr val="dk1"/>
                </a:solidFill>
              </a:defRPr>
            </a:lvl4pPr>
            <a:lvl5pPr lvl="4" algn="l">
              <a:lnSpc>
                <a:spcPct val="90000"/>
              </a:lnSpc>
              <a:spcBef>
                <a:spcPts val="0"/>
              </a:spcBef>
              <a:spcAft>
                <a:spcPts val="0"/>
              </a:spcAft>
              <a:buSzPts val="1400"/>
              <a:buNone/>
              <a:defRPr sz="4200">
                <a:solidFill>
                  <a:schemeClr val="dk1"/>
                </a:solidFill>
              </a:defRPr>
            </a:lvl5pPr>
            <a:lvl6pPr lvl="5" algn="l">
              <a:lnSpc>
                <a:spcPct val="90000"/>
              </a:lnSpc>
              <a:spcBef>
                <a:spcPts val="0"/>
              </a:spcBef>
              <a:spcAft>
                <a:spcPts val="0"/>
              </a:spcAft>
              <a:buSzPts val="1400"/>
              <a:buNone/>
              <a:defRPr sz="4200">
                <a:solidFill>
                  <a:schemeClr val="dk1"/>
                </a:solidFill>
              </a:defRPr>
            </a:lvl6pPr>
            <a:lvl7pPr lvl="6" algn="l">
              <a:lnSpc>
                <a:spcPct val="90000"/>
              </a:lnSpc>
              <a:spcBef>
                <a:spcPts val="0"/>
              </a:spcBef>
              <a:spcAft>
                <a:spcPts val="0"/>
              </a:spcAft>
              <a:buSzPts val="1400"/>
              <a:buNone/>
              <a:defRPr sz="4200">
                <a:solidFill>
                  <a:schemeClr val="dk1"/>
                </a:solidFill>
              </a:defRPr>
            </a:lvl7pPr>
            <a:lvl8pPr lvl="7" algn="l">
              <a:lnSpc>
                <a:spcPct val="90000"/>
              </a:lnSpc>
              <a:spcBef>
                <a:spcPts val="0"/>
              </a:spcBef>
              <a:spcAft>
                <a:spcPts val="0"/>
              </a:spcAft>
              <a:buSzPts val="1400"/>
              <a:buNone/>
              <a:defRPr sz="4200">
                <a:solidFill>
                  <a:schemeClr val="dk1"/>
                </a:solidFill>
              </a:defRPr>
            </a:lvl8pPr>
            <a:lvl9pPr lvl="8" algn="l">
              <a:lnSpc>
                <a:spcPct val="90000"/>
              </a:lnSpc>
              <a:spcBef>
                <a:spcPts val="0"/>
              </a:spcBef>
              <a:spcAft>
                <a:spcPts val="0"/>
              </a:spcAft>
              <a:buSzPts val="1400"/>
              <a:buNone/>
              <a:defRPr sz="4200">
                <a:solidFill>
                  <a:schemeClr val="dk1"/>
                </a:solidFill>
              </a:defRPr>
            </a:lvl9pPr>
          </a:lstStyle>
          <a:p/>
        </p:txBody>
      </p:sp>
      <p:sp>
        <p:nvSpPr>
          <p:cNvPr id="822" name="Google Shape;822;p87"/>
          <p:cNvSpPr txBox="1"/>
          <p:nvPr>
            <p:ph idx="1" type="subTitle"/>
          </p:nvPr>
        </p:nvSpPr>
        <p:spPr>
          <a:xfrm>
            <a:off x="451475" y="3776250"/>
            <a:ext cx="4163100" cy="4269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1pPr>
            <a:lvl2pPr lvl="1" algn="l">
              <a:lnSpc>
                <a:spcPct val="115000"/>
              </a:lnSpc>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2pPr>
            <a:lvl3pPr lvl="2" algn="l">
              <a:lnSpc>
                <a:spcPct val="115000"/>
              </a:lnSpc>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3pPr>
            <a:lvl4pPr lvl="3" algn="l">
              <a:lnSpc>
                <a:spcPct val="115000"/>
              </a:lnSpc>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4pPr>
            <a:lvl5pPr lvl="4" algn="l">
              <a:lnSpc>
                <a:spcPct val="115000"/>
              </a:lnSpc>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5pPr>
            <a:lvl6pPr lvl="5" algn="l">
              <a:lnSpc>
                <a:spcPct val="115000"/>
              </a:lnSpc>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6pPr>
            <a:lvl7pPr lvl="6" algn="l">
              <a:lnSpc>
                <a:spcPct val="115000"/>
              </a:lnSpc>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7pPr>
            <a:lvl8pPr lvl="7" algn="l">
              <a:lnSpc>
                <a:spcPct val="115000"/>
              </a:lnSpc>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8pPr>
            <a:lvl9pPr lvl="8" algn="l">
              <a:lnSpc>
                <a:spcPct val="115000"/>
              </a:lnSpc>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823" name="Shape 823"/>
        <p:cNvGrpSpPr/>
        <p:nvPr/>
      </p:nvGrpSpPr>
      <p:grpSpPr>
        <a:xfrm>
          <a:off x="0" y="0"/>
          <a:ext cx="0" cy="0"/>
          <a:chOff x="0" y="0"/>
          <a:chExt cx="0" cy="0"/>
        </a:xfrm>
      </p:grpSpPr>
      <p:sp>
        <p:nvSpPr>
          <p:cNvPr id="824" name="Google Shape;824;p8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825" name="Google Shape;825;p8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2800"/>
              <a:buNone/>
              <a:defRPr sz="2800"/>
            </a:lvl1pPr>
            <a:lvl2pPr lvl="1" algn="ctr">
              <a:lnSpc>
                <a:spcPct val="115000"/>
              </a:lnSpc>
              <a:spcBef>
                <a:spcPts val="0"/>
              </a:spcBef>
              <a:spcAft>
                <a:spcPts val="0"/>
              </a:spcAft>
              <a:buSzPts val="2800"/>
              <a:buNone/>
              <a:defRPr sz="2800"/>
            </a:lvl2pPr>
            <a:lvl3pPr lvl="2" algn="ctr">
              <a:lnSpc>
                <a:spcPct val="115000"/>
              </a:lnSpc>
              <a:spcBef>
                <a:spcPts val="0"/>
              </a:spcBef>
              <a:spcAft>
                <a:spcPts val="0"/>
              </a:spcAft>
              <a:buSzPts val="2800"/>
              <a:buNone/>
              <a:defRPr sz="2800"/>
            </a:lvl3pPr>
            <a:lvl4pPr lvl="3" algn="ctr">
              <a:lnSpc>
                <a:spcPct val="115000"/>
              </a:lnSpc>
              <a:spcBef>
                <a:spcPts val="0"/>
              </a:spcBef>
              <a:spcAft>
                <a:spcPts val="0"/>
              </a:spcAft>
              <a:buSzPts val="2800"/>
              <a:buNone/>
              <a:defRPr sz="2800"/>
            </a:lvl4pPr>
            <a:lvl5pPr lvl="4" algn="ctr">
              <a:lnSpc>
                <a:spcPct val="115000"/>
              </a:lnSpc>
              <a:spcBef>
                <a:spcPts val="0"/>
              </a:spcBef>
              <a:spcAft>
                <a:spcPts val="0"/>
              </a:spcAft>
              <a:buSzPts val="2800"/>
              <a:buNone/>
              <a:defRPr sz="2800"/>
            </a:lvl5pPr>
            <a:lvl6pPr lvl="5" algn="ctr">
              <a:lnSpc>
                <a:spcPct val="115000"/>
              </a:lnSpc>
              <a:spcBef>
                <a:spcPts val="0"/>
              </a:spcBef>
              <a:spcAft>
                <a:spcPts val="0"/>
              </a:spcAft>
              <a:buSzPts val="2800"/>
              <a:buNone/>
              <a:defRPr sz="2800"/>
            </a:lvl6pPr>
            <a:lvl7pPr lvl="6" algn="ctr">
              <a:lnSpc>
                <a:spcPct val="115000"/>
              </a:lnSpc>
              <a:spcBef>
                <a:spcPts val="0"/>
              </a:spcBef>
              <a:spcAft>
                <a:spcPts val="0"/>
              </a:spcAft>
              <a:buSzPts val="2800"/>
              <a:buNone/>
              <a:defRPr sz="2800"/>
            </a:lvl7pPr>
            <a:lvl8pPr lvl="7" algn="ctr">
              <a:lnSpc>
                <a:spcPct val="115000"/>
              </a:lnSpc>
              <a:spcBef>
                <a:spcPts val="0"/>
              </a:spcBef>
              <a:spcAft>
                <a:spcPts val="0"/>
              </a:spcAft>
              <a:buSzPts val="2800"/>
              <a:buNone/>
              <a:defRPr sz="2800"/>
            </a:lvl8pPr>
            <a:lvl9pPr lvl="8" algn="ctr">
              <a:lnSpc>
                <a:spcPct val="115000"/>
              </a:lnSpc>
              <a:spcBef>
                <a:spcPts val="0"/>
              </a:spcBef>
              <a:spcAft>
                <a:spcPts val="0"/>
              </a:spcAft>
              <a:buSzPts val="2800"/>
              <a:buNone/>
              <a:defRPr sz="2800"/>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826" name="Shape 826"/>
        <p:cNvGrpSpPr/>
        <p:nvPr/>
      </p:nvGrpSpPr>
      <p:grpSpPr>
        <a:xfrm>
          <a:off x="0" y="0"/>
          <a:ext cx="0" cy="0"/>
          <a:chOff x="0" y="0"/>
          <a:chExt cx="0" cy="0"/>
        </a:xfrm>
      </p:grpSpPr>
      <p:sp>
        <p:nvSpPr>
          <p:cNvPr id="827" name="Google Shape;827;p8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828" name="Shape 828"/>
        <p:cNvGrpSpPr/>
        <p:nvPr/>
      </p:nvGrpSpPr>
      <p:grpSpPr>
        <a:xfrm>
          <a:off x="0" y="0"/>
          <a:ext cx="0" cy="0"/>
          <a:chOff x="0" y="0"/>
          <a:chExt cx="0" cy="0"/>
        </a:xfrm>
      </p:grpSpPr>
      <p:sp>
        <p:nvSpPr>
          <p:cNvPr id="829" name="Google Shape;829;p9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0" name="Google Shape;830;p9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831" name="Shape 831"/>
        <p:cNvGrpSpPr/>
        <p:nvPr/>
      </p:nvGrpSpPr>
      <p:grpSpPr>
        <a:xfrm>
          <a:off x="0" y="0"/>
          <a:ext cx="0" cy="0"/>
          <a:chOff x="0" y="0"/>
          <a:chExt cx="0" cy="0"/>
        </a:xfrm>
      </p:grpSpPr>
      <p:sp>
        <p:nvSpPr>
          <p:cNvPr id="832" name="Google Shape;832;p9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3" name="Google Shape;833;p9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834" name="Google Shape;834;p91"/>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800"/>
              </a:spcBef>
              <a:spcAft>
                <a:spcPts val="0"/>
              </a:spcAft>
              <a:buSzPts val="1200"/>
              <a:buChar char="○"/>
              <a:defRPr/>
            </a:lvl2pPr>
            <a:lvl3pPr indent="-304800" lvl="2" marL="1371600" algn="l">
              <a:lnSpc>
                <a:spcPct val="115000"/>
              </a:lnSpc>
              <a:spcBef>
                <a:spcPts val="800"/>
              </a:spcBef>
              <a:spcAft>
                <a:spcPts val="0"/>
              </a:spcAft>
              <a:buSzPts val="1200"/>
              <a:buChar char="■"/>
              <a:defRPr/>
            </a:lvl3pPr>
            <a:lvl4pPr indent="-304800" lvl="3" marL="1828800" algn="l">
              <a:lnSpc>
                <a:spcPct val="115000"/>
              </a:lnSpc>
              <a:spcBef>
                <a:spcPts val="800"/>
              </a:spcBef>
              <a:spcAft>
                <a:spcPts val="0"/>
              </a:spcAft>
              <a:buSzPts val="1200"/>
              <a:buChar char="●"/>
              <a:defRPr/>
            </a:lvl4pPr>
            <a:lvl5pPr indent="-304800" lvl="4" marL="2286000" algn="l">
              <a:lnSpc>
                <a:spcPct val="115000"/>
              </a:lnSpc>
              <a:spcBef>
                <a:spcPts val="800"/>
              </a:spcBef>
              <a:spcAft>
                <a:spcPts val="0"/>
              </a:spcAft>
              <a:buSzPts val="1200"/>
              <a:buChar char="○"/>
              <a:defRPr/>
            </a:lvl5pPr>
            <a:lvl6pPr indent="-304800" lvl="5" marL="2743200" algn="l">
              <a:lnSpc>
                <a:spcPct val="115000"/>
              </a:lnSpc>
              <a:spcBef>
                <a:spcPts val="800"/>
              </a:spcBef>
              <a:spcAft>
                <a:spcPts val="0"/>
              </a:spcAft>
              <a:buSzPts val="1200"/>
              <a:buChar char="■"/>
              <a:defRPr/>
            </a:lvl6pPr>
            <a:lvl7pPr indent="-304800" lvl="6" marL="3200400" algn="l">
              <a:lnSpc>
                <a:spcPct val="115000"/>
              </a:lnSpc>
              <a:spcBef>
                <a:spcPts val="800"/>
              </a:spcBef>
              <a:spcAft>
                <a:spcPts val="0"/>
              </a:spcAft>
              <a:buSzPts val="1200"/>
              <a:buChar char="●"/>
              <a:defRPr/>
            </a:lvl7pPr>
            <a:lvl8pPr indent="-304800" lvl="7" marL="3657600" algn="l">
              <a:lnSpc>
                <a:spcPct val="115000"/>
              </a:lnSpc>
              <a:spcBef>
                <a:spcPts val="800"/>
              </a:spcBef>
              <a:spcAft>
                <a:spcPts val="0"/>
              </a:spcAft>
              <a:buSzPts val="1200"/>
              <a:buChar char="○"/>
              <a:defRPr/>
            </a:lvl8pPr>
            <a:lvl9pPr indent="-304800" lvl="8" marL="4114800" algn="l">
              <a:lnSpc>
                <a:spcPct val="115000"/>
              </a:lnSpc>
              <a:spcBef>
                <a:spcPts val="800"/>
              </a:spcBef>
              <a:spcAft>
                <a:spcPts val="800"/>
              </a:spcAft>
              <a:buSzPts val="1200"/>
              <a:buChar char="■"/>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835" name="Shape 835"/>
        <p:cNvGrpSpPr/>
        <p:nvPr/>
      </p:nvGrpSpPr>
      <p:grpSpPr>
        <a:xfrm>
          <a:off x="0" y="0"/>
          <a:ext cx="0" cy="0"/>
          <a:chOff x="0" y="0"/>
          <a:chExt cx="0" cy="0"/>
        </a:xfrm>
      </p:grpSpPr>
      <p:sp>
        <p:nvSpPr>
          <p:cNvPr id="836" name="Google Shape;836;p9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837" name="Shape 837"/>
        <p:cNvGrpSpPr/>
        <p:nvPr/>
      </p:nvGrpSpPr>
      <p:grpSpPr>
        <a:xfrm>
          <a:off x="0" y="0"/>
          <a:ext cx="0" cy="0"/>
          <a:chOff x="0" y="0"/>
          <a:chExt cx="0" cy="0"/>
        </a:xfrm>
      </p:grpSpPr>
      <p:sp>
        <p:nvSpPr>
          <p:cNvPr id="838" name="Google Shape;838;p93"/>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839" name="Google Shape;839;p93"/>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840" name="Shape 840"/>
        <p:cNvGrpSpPr/>
        <p:nvPr/>
      </p:nvGrpSpPr>
      <p:grpSpPr>
        <a:xfrm>
          <a:off x="0" y="0"/>
          <a:ext cx="0" cy="0"/>
          <a:chOff x="0" y="0"/>
          <a:chExt cx="0" cy="0"/>
        </a:xfrm>
      </p:grpSpPr>
      <p:sp>
        <p:nvSpPr>
          <p:cNvPr id="841" name="Google Shape;841;p94"/>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842" name="Shape 842"/>
        <p:cNvGrpSpPr/>
        <p:nvPr/>
      </p:nvGrpSpPr>
      <p:grpSpPr>
        <a:xfrm>
          <a:off x="0" y="0"/>
          <a:ext cx="0" cy="0"/>
          <a:chOff x="0" y="0"/>
          <a:chExt cx="0" cy="0"/>
        </a:xfrm>
      </p:grpSpPr>
      <p:sp>
        <p:nvSpPr>
          <p:cNvPr id="843" name="Google Shape;843;p95"/>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44" name="Google Shape;844;p95"/>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2100"/>
              <a:buNone/>
              <a:defRPr sz="2100"/>
            </a:lvl1pPr>
            <a:lvl2pPr lvl="1" algn="ctr">
              <a:lnSpc>
                <a:spcPct val="115000"/>
              </a:lnSpc>
              <a:spcBef>
                <a:spcPts val="0"/>
              </a:spcBef>
              <a:spcAft>
                <a:spcPts val="0"/>
              </a:spcAft>
              <a:buSzPts val="2100"/>
              <a:buNone/>
              <a:defRPr sz="2100"/>
            </a:lvl2pPr>
            <a:lvl3pPr lvl="2" algn="ctr">
              <a:lnSpc>
                <a:spcPct val="115000"/>
              </a:lnSpc>
              <a:spcBef>
                <a:spcPts val="0"/>
              </a:spcBef>
              <a:spcAft>
                <a:spcPts val="0"/>
              </a:spcAft>
              <a:buSzPts val="2100"/>
              <a:buNone/>
              <a:defRPr sz="2100"/>
            </a:lvl3pPr>
            <a:lvl4pPr lvl="3" algn="ctr">
              <a:lnSpc>
                <a:spcPct val="115000"/>
              </a:lnSpc>
              <a:spcBef>
                <a:spcPts val="0"/>
              </a:spcBef>
              <a:spcAft>
                <a:spcPts val="0"/>
              </a:spcAft>
              <a:buSzPts val="2100"/>
              <a:buNone/>
              <a:defRPr sz="2100"/>
            </a:lvl4pPr>
            <a:lvl5pPr lvl="4" algn="ctr">
              <a:lnSpc>
                <a:spcPct val="115000"/>
              </a:lnSpc>
              <a:spcBef>
                <a:spcPts val="0"/>
              </a:spcBef>
              <a:spcAft>
                <a:spcPts val="0"/>
              </a:spcAft>
              <a:buSzPts val="2100"/>
              <a:buNone/>
              <a:defRPr sz="2100"/>
            </a:lvl5pPr>
            <a:lvl6pPr lvl="5" algn="ctr">
              <a:lnSpc>
                <a:spcPct val="115000"/>
              </a:lnSpc>
              <a:spcBef>
                <a:spcPts val="0"/>
              </a:spcBef>
              <a:spcAft>
                <a:spcPts val="0"/>
              </a:spcAft>
              <a:buSzPts val="2100"/>
              <a:buNone/>
              <a:defRPr sz="2100"/>
            </a:lvl6pPr>
            <a:lvl7pPr lvl="6" algn="ctr">
              <a:lnSpc>
                <a:spcPct val="115000"/>
              </a:lnSpc>
              <a:spcBef>
                <a:spcPts val="0"/>
              </a:spcBef>
              <a:spcAft>
                <a:spcPts val="0"/>
              </a:spcAft>
              <a:buSzPts val="2100"/>
              <a:buNone/>
              <a:defRPr sz="2100"/>
            </a:lvl7pPr>
            <a:lvl8pPr lvl="7" algn="ctr">
              <a:lnSpc>
                <a:spcPct val="115000"/>
              </a:lnSpc>
              <a:spcBef>
                <a:spcPts val="0"/>
              </a:spcBef>
              <a:spcAft>
                <a:spcPts val="0"/>
              </a:spcAft>
              <a:buSzPts val="2100"/>
              <a:buNone/>
              <a:defRPr sz="2100"/>
            </a:lvl8pPr>
            <a:lvl9pPr lvl="8" algn="ctr">
              <a:lnSpc>
                <a:spcPct val="115000"/>
              </a:lnSpc>
              <a:spcBef>
                <a:spcPts val="0"/>
              </a:spcBef>
              <a:spcAft>
                <a:spcPts val="0"/>
              </a:spcAft>
              <a:buSzPts val="2100"/>
              <a:buNone/>
              <a:defRPr sz="2100"/>
            </a:lvl9pPr>
          </a:lstStyle>
          <a:p/>
        </p:txBody>
      </p:sp>
      <p:sp>
        <p:nvSpPr>
          <p:cNvPr id="845" name="Google Shape;845;p95"/>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846" name="Shape 846"/>
        <p:cNvGrpSpPr/>
        <p:nvPr/>
      </p:nvGrpSpPr>
      <p:grpSpPr>
        <a:xfrm>
          <a:off x="0" y="0"/>
          <a:ext cx="0" cy="0"/>
          <a:chOff x="0" y="0"/>
          <a:chExt cx="0" cy="0"/>
        </a:xfrm>
      </p:grpSpPr>
      <p:sp>
        <p:nvSpPr>
          <p:cNvPr id="847" name="Google Shape;847;p96"/>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15000"/>
              </a:lnSpc>
              <a:spcBef>
                <a:spcPts val="0"/>
              </a:spcBef>
              <a:spcAft>
                <a:spcPts val="0"/>
              </a:spcAft>
              <a:buSzPts val="1200"/>
              <a:buNone/>
              <a:defRPr/>
            </a:lvl1pPr>
            <a:lvl2pPr indent="-304800" lvl="1" marL="914400" algn="l">
              <a:lnSpc>
                <a:spcPct val="115000"/>
              </a:lnSpc>
              <a:spcBef>
                <a:spcPts val="800"/>
              </a:spcBef>
              <a:spcAft>
                <a:spcPts val="0"/>
              </a:spcAft>
              <a:buSzPts val="1200"/>
              <a:buChar char="○"/>
              <a:defRPr/>
            </a:lvl2pPr>
            <a:lvl3pPr indent="-304800" lvl="2" marL="1371600" algn="l">
              <a:lnSpc>
                <a:spcPct val="115000"/>
              </a:lnSpc>
              <a:spcBef>
                <a:spcPts val="800"/>
              </a:spcBef>
              <a:spcAft>
                <a:spcPts val="0"/>
              </a:spcAft>
              <a:buSzPts val="1200"/>
              <a:buChar char="■"/>
              <a:defRPr/>
            </a:lvl3pPr>
            <a:lvl4pPr indent="-304800" lvl="3" marL="1828800" algn="l">
              <a:lnSpc>
                <a:spcPct val="115000"/>
              </a:lnSpc>
              <a:spcBef>
                <a:spcPts val="800"/>
              </a:spcBef>
              <a:spcAft>
                <a:spcPts val="0"/>
              </a:spcAft>
              <a:buSzPts val="1200"/>
              <a:buChar char="●"/>
              <a:defRPr/>
            </a:lvl4pPr>
            <a:lvl5pPr indent="-304800" lvl="4" marL="2286000" algn="l">
              <a:lnSpc>
                <a:spcPct val="115000"/>
              </a:lnSpc>
              <a:spcBef>
                <a:spcPts val="800"/>
              </a:spcBef>
              <a:spcAft>
                <a:spcPts val="0"/>
              </a:spcAft>
              <a:buSzPts val="1200"/>
              <a:buChar char="○"/>
              <a:defRPr/>
            </a:lvl5pPr>
            <a:lvl6pPr indent="-304800" lvl="5" marL="2743200" algn="l">
              <a:lnSpc>
                <a:spcPct val="115000"/>
              </a:lnSpc>
              <a:spcBef>
                <a:spcPts val="800"/>
              </a:spcBef>
              <a:spcAft>
                <a:spcPts val="0"/>
              </a:spcAft>
              <a:buSzPts val="1200"/>
              <a:buChar char="■"/>
              <a:defRPr/>
            </a:lvl6pPr>
            <a:lvl7pPr indent="-304800" lvl="6" marL="3200400" algn="l">
              <a:lnSpc>
                <a:spcPct val="115000"/>
              </a:lnSpc>
              <a:spcBef>
                <a:spcPts val="800"/>
              </a:spcBef>
              <a:spcAft>
                <a:spcPts val="0"/>
              </a:spcAft>
              <a:buSzPts val="1200"/>
              <a:buChar char="●"/>
              <a:defRPr/>
            </a:lvl7pPr>
            <a:lvl8pPr indent="-304800" lvl="7" marL="3657600" algn="l">
              <a:lnSpc>
                <a:spcPct val="115000"/>
              </a:lnSpc>
              <a:spcBef>
                <a:spcPts val="800"/>
              </a:spcBef>
              <a:spcAft>
                <a:spcPts val="0"/>
              </a:spcAft>
              <a:buSzPts val="1200"/>
              <a:buChar char="○"/>
              <a:defRPr/>
            </a:lvl8pPr>
            <a:lvl9pPr indent="-304800" lvl="8" marL="4114800" algn="l">
              <a:lnSpc>
                <a:spcPct val="115000"/>
              </a:lnSpc>
              <a:spcBef>
                <a:spcPts val="800"/>
              </a:spcBef>
              <a:spcAft>
                <a:spcPts val="800"/>
              </a:spcAft>
              <a:buSzPts val="1200"/>
              <a:buChar char="■"/>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848" name="Shape 848"/>
        <p:cNvGrpSpPr/>
        <p:nvPr/>
      </p:nvGrpSpPr>
      <p:grpSpPr>
        <a:xfrm>
          <a:off x="0" y="0"/>
          <a:ext cx="0" cy="0"/>
          <a:chOff x="0" y="0"/>
          <a:chExt cx="0" cy="0"/>
        </a:xfrm>
      </p:grpSpPr>
      <p:sp>
        <p:nvSpPr>
          <p:cNvPr id="849" name="Google Shape;849;p97"/>
          <p:cNvSpPr txBox="1"/>
          <p:nvPr>
            <p:ph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p:txBody>
      </p:sp>
      <p:sp>
        <p:nvSpPr>
          <p:cNvPr id="850" name="Google Shape;850;p97"/>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04800" lvl="0" marL="457200" algn="ctr">
              <a:lnSpc>
                <a:spcPct val="115000"/>
              </a:lnSpc>
              <a:spcBef>
                <a:spcPts val="0"/>
              </a:spcBef>
              <a:spcAft>
                <a:spcPts val="0"/>
              </a:spcAft>
              <a:buSzPts val="1200"/>
              <a:buChar char="●"/>
              <a:defRPr/>
            </a:lvl1pPr>
            <a:lvl2pPr indent="-304800" lvl="1" marL="914400" algn="ctr">
              <a:lnSpc>
                <a:spcPct val="115000"/>
              </a:lnSpc>
              <a:spcBef>
                <a:spcPts val="0"/>
              </a:spcBef>
              <a:spcAft>
                <a:spcPts val="0"/>
              </a:spcAft>
              <a:buSzPts val="1200"/>
              <a:buChar char="○"/>
              <a:defRPr/>
            </a:lvl2pPr>
            <a:lvl3pPr indent="-304800" lvl="2" marL="1371600" algn="ctr">
              <a:lnSpc>
                <a:spcPct val="115000"/>
              </a:lnSpc>
              <a:spcBef>
                <a:spcPts val="0"/>
              </a:spcBef>
              <a:spcAft>
                <a:spcPts val="0"/>
              </a:spcAft>
              <a:buSzPts val="1200"/>
              <a:buChar char="■"/>
              <a:defRPr/>
            </a:lvl3pPr>
            <a:lvl4pPr indent="-304800" lvl="3" marL="1828800" algn="ctr">
              <a:lnSpc>
                <a:spcPct val="115000"/>
              </a:lnSpc>
              <a:spcBef>
                <a:spcPts val="0"/>
              </a:spcBef>
              <a:spcAft>
                <a:spcPts val="0"/>
              </a:spcAft>
              <a:buSzPts val="1200"/>
              <a:buChar char="●"/>
              <a:defRPr/>
            </a:lvl4pPr>
            <a:lvl5pPr indent="-304800" lvl="4" marL="2286000" algn="ctr">
              <a:lnSpc>
                <a:spcPct val="115000"/>
              </a:lnSpc>
              <a:spcBef>
                <a:spcPts val="0"/>
              </a:spcBef>
              <a:spcAft>
                <a:spcPts val="0"/>
              </a:spcAft>
              <a:buSzPts val="1200"/>
              <a:buChar char="○"/>
              <a:defRPr/>
            </a:lvl5pPr>
            <a:lvl6pPr indent="-304800" lvl="5" marL="2743200" algn="ctr">
              <a:lnSpc>
                <a:spcPct val="115000"/>
              </a:lnSpc>
              <a:spcBef>
                <a:spcPts val="0"/>
              </a:spcBef>
              <a:spcAft>
                <a:spcPts val="0"/>
              </a:spcAft>
              <a:buSzPts val="1200"/>
              <a:buChar char="■"/>
              <a:defRPr/>
            </a:lvl6pPr>
            <a:lvl7pPr indent="-304800" lvl="6" marL="3200400" algn="ctr">
              <a:lnSpc>
                <a:spcPct val="115000"/>
              </a:lnSpc>
              <a:spcBef>
                <a:spcPts val="0"/>
              </a:spcBef>
              <a:spcAft>
                <a:spcPts val="0"/>
              </a:spcAft>
              <a:buSzPts val="1200"/>
              <a:buChar char="●"/>
              <a:defRPr/>
            </a:lvl7pPr>
            <a:lvl8pPr indent="-304800" lvl="7" marL="3657600" algn="ctr">
              <a:lnSpc>
                <a:spcPct val="115000"/>
              </a:lnSpc>
              <a:spcBef>
                <a:spcPts val="0"/>
              </a:spcBef>
              <a:spcAft>
                <a:spcPts val="0"/>
              </a:spcAft>
              <a:buSzPts val="1200"/>
              <a:buChar char="○"/>
              <a:defRPr/>
            </a:lvl8pPr>
            <a:lvl9pPr indent="-304800" lvl="8" marL="4114800" algn="ctr">
              <a:lnSpc>
                <a:spcPct val="115000"/>
              </a:lnSpc>
              <a:spcBef>
                <a:spcPts val="0"/>
              </a:spcBef>
              <a:spcAft>
                <a:spcPts val="0"/>
              </a:spcAft>
              <a:buSzPts val="1200"/>
              <a:buChar char="■"/>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51" name="Shape 851"/>
        <p:cNvGrpSpPr/>
        <p:nvPr/>
      </p:nvGrpSpPr>
      <p:grpSpPr>
        <a:xfrm>
          <a:off x="0" y="0"/>
          <a:ext cx="0" cy="0"/>
          <a:chOff x="0" y="0"/>
          <a:chExt cx="0" cy="0"/>
        </a:xfrm>
      </p:grpSpPr>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852" name="Shape 852"/>
        <p:cNvGrpSpPr/>
        <p:nvPr/>
      </p:nvGrpSpPr>
      <p:grpSpPr>
        <a:xfrm>
          <a:off x="0" y="0"/>
          <a:ext cx="0" cy="0"/>
          <a:chOff x="0" y="0"/>
          <a:chExt cx="0" cy="0"/>
        </a:xfrm>
      </p:grpSpPr>
      <p:sp>
        <p:nvSpPr>
          <p:cNvPr id="853" name="Google Shape;853;p99"/>
          <p:cNvSpPr txBox="1"/>
          <p:nvPr>
            <p:ph type="title"/>
          </p:nvPr>
        </p:nvSpPr>
        <p:spPr>
          <a:xfrm>
            <a:off x="677325" y="1832775"/>
            <a:ext cx="3217200" cy="1484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4" name="Google Shape;854;p99"/>
          <p:cNvSpPr txBox="1"/>
          <p:nvPr>
            <p:ph idx="1" type="subTitle"/>
          </p:nvPr>
        </p:nvSpPr>
        <p:spPr>
          <a:xfrm>
            <a:off x="4406650" y="393750"/>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855" name="Google Shape;855;p99"/>
          <p:cNvSpPr txBox="1"/>
          <p:nvPr>
            <p:ph idx="2" type="subTitle"/>
          </p:nvPr>
        </p:nvSpPr>
        <p:spPr>
          <a:xfrm>
            <a:off x="4406650" y="1151705"/>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856" name="Google Shape;856;p99"/>
          <p:cNvSpPr txBox="1"/>
          <p:nvPr>
            <p:ph idx="3" type="subTitle"/>
          </p:nvPr>
        </p:nvSpPr>
        <p:spPr>
          <a:xfrm>
            <a:off x="4406650" y="3425570"/>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857" name="Google Shape;857;p99"/>
          <p:cNvSpPr txBox="1"/>
          <p:nvPr>
            <p:ph idx="4" type="subTitle"/>
          </p:nvPr>
        </p:nvSpPr>
        <p:spPr>
          <a:xfrm>
            <a:off x="4406650" y="1909660"/>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858" name="Google Shape;858;p99"/>
          <p:cNvSpPr txBox="1"/>
          <p:nvPr>
            <p:ph idx="5" type="subTitle"/>
          </p:nvPr>
        </p:nvSpPr>
        <p:spPr>
          <a:xfrm>
            <a:off x="4406650" y="4183525"/>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859" name="Google Shape;859;p99"/>
          <p:cNvSpPr txBox="1"/>
          <p:nvPr>
            <p:ph idx="6" type="subTitle"/>
          </p:nvPr>
        </p:nvSpPr>
        <p:spPr>
          <a:xfrm>
            <a:off x="4406650" y="2667615"/>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860" name="Shape 860"/>
        <p:cNvGrpSpPr/>
        <p:nvPr/>
      </p:nvGrpSpPr>
      <p:grpSpPr>
        <a:xfrm>
          <a:off x="0" y="0"/>
          <a:ext cx="0" cy="0"/>
          <a:chOff x="0" y="0"/>
          <a:chExt cx="0" cy="0"/>
        </a:xfrm>
      </p:grpSpPr>
      <p:sp>
        <p:nvSpPr>
          <p:cNvPr id="861" name="Google Shape;861;p10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2" name="Google Shape;862;p100"/>
          <p:cNvSpPr txBox="1"/>
          <p:nvPr>
            <p:ph idx="1" type="body"/>
          </p:nvPr>
        </p:nvSpPr>
        <p:spPr>
          <a:xfrm>
            <a:off x="311700" y="1152475"/>
            <a:ext cx="4473900" cy="3416400"/>
          </a:xfrm>
          <a:prstGeom prst="rect">
            <a:avLst/>
          </a:prstGeom>
          <a:noFill/>
          <a:ln>
            <a:noFill/>
          </a:ln>
        </p:spPr>
        <p:txBody>
          <a:bodyPr anchorCtr="0" anchor="t" bIns="91425" lIns="91425" spcFirstLastPara="1" rIns="91425" wrap="square" tIns="91425">
            <a:sp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800"/>
              </a:spcBef>
              <a:spcAft>
                <a:spcPts val="0"/>
              </a:spcAft>
              <a:buSzPts val="1200"/>
              <a:buChar char="○"/>
              <a:defRPr/>
            </a:lvl2pPr>
            <a:lvl3pPr indent="-304800" lvl="2" marL="1371600" algn="l">
              <a:lnSpc>
                <a:spcPct val="115000"/>
              </a:lnSpc>
              <a:spcBef>
                <a:spcPts val="800"/>
              </a:spcBef>
              <a:spcAft>
                <a:spcPts val="0"/>
              </a:spcAft>
              <a:buSzPts val="1200"/>
              <a:buChar char="■"/>
              <a:defRPr/>
            </a:lvl3pPr>
            <a:lvl4pPr indent="-304800" lvl="3" marL="1828800" algn="l">
              <a:lnSpc>
                <a:spcPct val="115000"/>
              </a:lnSpc>
              <a:spcBef>
                <a:spcPts val="800"/>
              </a:spcBef>
              <a:spcAft>
                <a:spcPts val="0"/>
              </a:spcAft>
              <a:buSzPts val="1200"/>
              <a:buChar char="●"/>
              <a:defRPr/>
            </a:lvl4pPr>
            <a:lvl5pPr indent="-304800" lvl="4" marL="2286000" algn="l">
              <a:lnSpc>
                <a:spcPct val="115000"/>
              </a:lnSpc>
              <a:spcBef>
                <a:spcPts val="800"/>
              </a:spcBef>
              <a:spcAft>
                <a:spcPts val="0"/>
              </a:spcAft>
              <a:buSzPts val="1200"/>
              <a:buChar char="○"/>
              <a:defRPr/>
            </a:lvl5pPr>
            <a:lvl6pPr indent="-304800" lvl="5" marL="2743200" algn="l">
              <a:lnSpc>
                <a:spcPct val="115000"/>
              </a:lnSpc>
              <a:spcBef>
                <a:spcPts val="800"/>
              </a:spcBef>
              <a:spcAft>
                <a:spcPts val="0"/>
              </a:spcAft>
              <a:buSzPts val="1200"/>
              <a:buChar char="■"/>
              <a:defRPr/>
            </a:lvl6pPr>
            <a:lvl7pPr indent="-304800" lvl="6" marL="3200400" algn="l">
              <a:lnSpc>
                <a:spcPct val="115000"/>
              </a:lnSpc>
              <a:spcBef>
                <a:spcPts val="800"/>
              </a:spcBef>
              <a:spcAft>
                <a:spcPts val="0"/>
              </a:spcAft>
              <a:buSzPts val="1200"/>
              <a:buChar char="●"/>
              <a:defRPr/>
            </a:lvl7pPr>
            <a:lvl8pPr indent="-304800" lvl="7" marL="3657600" algn="l">
              <a:lnSpc>
                <a:spcPct val="115000"/>
              </a:lnSpc>
              <a:spcBef>
                <a:spcPts val="800"/>
              </a:spcBef>
              <a:spcAft>
                <a:spcPts val="0"/>
              </a:spcAft>
              <a:buSzPts val="1200"/>
              <a:buChar char="○"/>
              <a:defRPr/>
            </a:lvl8pPr>
            <a:lvl9pPr indent="-304800" lvl="8" marL="4114800" algn="l">
              <a:lnSpc>
                <a:spcPct val="115000"/>
              </a:lnSpc>
              <a:spcBef>
                <a:spcPts val="800"/>
              </a:spcBef>
              <a:spcAft>
                <a:spcPts val="800"/>
              </a:spcAft>
              <a:buSzPts val="1200"/>
              <a:buChar char="■"/>
              <a:defRPr/>
            </a:lvl9pPr>
          </a:lstStyle>
          <a:p/>
        </p:txBody>
      </p:sp>
      <p:sp>
        <p:nvSpPr>
          <p:cNvPr id="863" name="Google Shape;863;p100"/>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864" name="Shape 864"/>
        <p:cNvGrpSpPr/>
        <p:nvPr/>
      </p:nvGrpSpPr>
      <p:grpSpPr>
        <a:xfrm>
          <a:off x="0" y="0"/>
          <a:ext cx="0" cy="0"/>
          <a:chOff x="0" y="0"/>
          <a:chExt cx="0" cy="0"/>
        </a:xfrm>
      </p:grpSpPr>
      <p:sp>
        <p:nvSpPr>
          <p:cNvPr id="865" name="Google Shape;865;p101"/>
          <p:cNvSpPr txBox="1"/>
          <p:nvPr>
            <p:ph type="title"/>
          </p:nvPr>
        </p:nvSpPr>
        <p:spPr>
          <a:xfrm>
            <a:off x="483175" y="450025"/>
            <a:ext cx="8184600" cy="758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866" name="Google Shape;866;p101"/>
          <p:cNvSpPr txBox="1"/>
          <p:nvPr>
            <p:ph idx="1" type="body"/>
          </p:nvPr>
        </p:nvSpPr>
        <p:spPr>
          <a:xfrm>
            <a:off x="483150" y="2237788"/>
            <a:ext cx="3619800" cy="2373600"/>
          </a:xfrm>
          <a:prstGeom prst="rect">
            <a:avLst/>
          </a:prstGeom>
          <a:noFill/>
          <a:ln>
            <a:noFill/>
          </a:ln>
        </p:spPr>
        <p:txBody>
          <a:bodyPr anchorCtr="0" anchor="t" bIns="91425" lIns="91425" spcFirstLastPara="1" rIns="91425" wrap="square" tIns="91425">
            <a:sp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800"/>
              </a:spcBef>
              <a:spcAft>
                <a:spcPts val="0"/>
              </a:spcAft>
              <a:buSzPts val="1200"/>
              <a:buChar char="○"/>
              <a:defRPr/>
            </a:lvl2pPr>
            <a:lvl3pPr indent="-304800" lvl="2" marL="1371600" algn="l">
              <a:lnSpc>
                <a:spcPct val="115000"/>
              </a:lnSpc>
              <a:spcBef>
                <a:spcPts val="800"/>
              </a:spcBef>
              <a:spcAft>
                <a:spcPts val="0"/>
              </a:spcAft>
              <a:buSzPts val="1200"/>
              <a:buChar char="■"/>
              <a:defRPr/>
            </a:lvl3pPr>
            <a:lvl4pPr indent="-304800" lvl="3" marL="1828800" algn="l">
              <a:lnSpc>
                <a:spcPct val="115000"/>
              </a:lnSpc>
              <a:spcBef>
                <a:spcPts val="800"/>
              </a:spcBef>
              <a:spcAft>
                <a:spcPts val="0"/>
              </a:spcAft>
              <a:buSzPts val="1200"/>
              <a:buChar char="●"/>
              <a:defRPr/>
            </a:lvl4pPr>
            <a:lvl5pPr indent="-304800" lvl="4" marL="2286000" algn="l">
              <a:lnSpc>
                <a:spcPct val="115000"/>
              </a:lnSpc>
              <a:spcBef>
                <a:spcPts val="800"/>
              </a:spcBef>
              <a:spcAft>
                <a:spcPts val="0"/>
              </a:spcAft>
              <a:buSzPts val="1200"/>
              <a:buChar char="○"/>
              <a:defRPr/>
            </a:lvl5pPr>
            <a:lvl6pPr indent="-304800" lvl="5" marL="2743200" algn="l">
              <a:lnSpc>
                <a:spcPct val="115000"/>
              </a:lnSpc>
              <a:spcBef>
                <a:spcPts val="800"/>
              </a:spcBef>
              <a:spcAft>
                <a:spcPts val="0"/>
              </a:spcAft>
              <a:buSzPts val="1200"/>
              <a:buChar char="■"/>
              <a:defRPr/>
            </a:lvl6pPr>
            <a:lvl7pPr indent="-304800" lvl="6" marL="3200400" algn="l">
              <a:lnSpc>
                <a:spcPct val="115000"/>
              </a:lnSpc>
              <a:spcBef>
                <a:spcPts val="800"/>
              </a:spcBef>
              <a:spcAft>
                <a:spcPts val="0"/>
              </a:spcAft>
              <a:buSzPts val="1200"/>
              <a:buChar char="●"/>
              <a:defRPr/>
            </a:lvl7pPr>
            <a:lvl8pPr indent="-304800" lvl="7" marL="3657600" algn="l">
              <a:lnSpc>
                <a:spcPct val="115000"/>
              </a:lnSpc>
              <a:spcBef>
                <a:spcPts val="800"/>
              </a:spcBef>
              <a:spcAft>
                <a:spcPts val="0"/>
              </a:spcAft>
              <a:buSzPts val="1200"/>
              <a:buChar char="○"/>
              <a:defRPr/>
            </a:lvl8pPr>
            <a:lvl9pPr indent="-304800" lvl="8" marL="4114800" algn="l">
              <a:lnSpc>
                <a:spcPct val="115000"/>
              </a:lnSpc>
              <a:spcBef>
                <a:spcPts val="800"/>
              </a:spcBef>
              <a:spcAft>
                <a:spcPts val="800"/>
              </a:spcAft>
              <a:buSzPts val="1200"/>
              <a:buChar char="■"/>
              <a:defRPr/>
            </a:lvl9pPr>
          </a:lstStyle>
          <a:p/>
        </p:txBody>
      </p:sp>
      <p:sp>
        <p:nvSpPr>
          <p:cNvPr id="867" name="Google Shape;867;p101"/>
          <p:cNvSpPr txBox="1"/>
          <p:nvPr>
            <p:ph idx="2" type="body"/>
          </p:nvPr>
        </p:nvSpPr>
        <p:spPr>
          <a:xfrm>
            <a:off x="5048000" y="2237788"/>
            <a:ext cx="3619800" cy="23736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868" name="Google Shape;868;p101"/>
          <p:cNvSpPr txBox="1"/>
          <p:nvPr>
            <p:ph idx="3" type="subTitle"/>
          </p:nvPr>
        </p:nvSpPr>
        <p:spPr>
          <a:xfrm>
            <a:off x="483150" y="1336161"/>
            <a:ext cx="36198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869" name="Google Shape;869;p101"/>
          <p:cNvSpPr txBox="1"/>
          <p:nvPr>
            <p:ph idx="4" type="subTitle"/>
          </p:nvPr>
        </p:nvSpPr>
        <p:spPr>
          <a:xfrm>
            <a:off x="5048000" y="1336161"/>
            <a:ext cx="36198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870" name="Shape 870"/>
        <p:cNvGrpSpPr/>
        <p:nvPr/>
      </p:nvGrpSpPr>
      <p:grpSpPr>
        <a:xfrm>
          <a:off x="0" y="0"/>
          <a:ext cx="0" cy="0"/>
          <a:chOff x="0" y="0"/>
          <a:chExt cx="0" cy="0"/>
        </a:xfrm>
      </p:grpSpPr>
      <p:sp>
        <p:nvSpPr>
          <p:cNvPr id="871" name="Google Shape;871;p102"/>
          <p:cNvSpPr txBox="1"/>
          <p:nvPr>
            <p:ph idx="1" type="body"/>
          </p:nvPr>
        </p:nvSpPr>
        <p:spPr>
          <a:xfrm>
            <a:off x="483175" y="2417500"/>
            <a:ext cx="2455500" cy="2373600"/>
          </a:xfrm>
          <a:prstGeom prst="rect">
            <a:avLst/>
          </a:prstGeom>
          <a:noFill/>
          <a:ln>
            <a:noFill/>
          </a:ln>
        </p:spPr>
        <p:txBody>
          <a:bodyPr anchorCtr="0" anchor="t" bIns="91425" lIns="91425" spcFirstLastPara="1" rIns="91425" wrap="square" tIns="91425">
            <a:sp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800"/>
              </a:spcBef>
              <a:spcAft>
                <a:spcPts val="0"/>
              </a:spcAft>
              <a:buSzPts val="1200"/>
              <a:buChar char="○"/>
              <a:defRPr/>
            </a:lvl2pPr>
            <a:lvl3pPr indent="-304800" lvl="2" marL="1371600" algn="l">
              <a:lnSpc>
                <a:spcPct val="115000"/>
              </a:lnSpc>
              <a:spcBef>
                <a:spcPts val="800"/>
              </a:spcBef>
              <a:spcAft>
                <a:spcPts val="0"/>
              </a:spcAft>
              <a:buSzPts val="1200"/>
              <a:buChar char="■"/>
              <a:defRPr/>
            </a:lvl3pPr>
            <a:lvl4pPr indent="-304800" lvl="3" marL="1828800" algn="l">
              <a:lnSpc>
                <a:spcPct val="115000"/>
              </a:lnSpc>
              <a:spcBef>
                <a:spcPts val="800"/>
              </a:spcBef>
              <a:spcAft>
                <a:spcPts val="0"/>
              </a:spcAft>
              <a:buSzPts val="1200"/>
              <a:buChar char="●"/>
              <a:defRPr/>
            </a:lvl4pPr>
            <a:lvl5pPr indent="-304800" lvl="4" marL="2286000" algn="l">
              <a:lnSpc>
                <a:spcPct val="115000"/>
              </a:lnSpc>
              <a:spcBef>
                <a:spcPts val="800"/>
              </a:spcBef>
              <a:spcAft>
                <a:spcPts val="0"/>
              </a:spcAft>
              <a:buSzPts val="1200"/>
              <a:buChar char="○"/>
              <a:defRPr/>
            </a:lvl5pPr>
            <a:lvl6pPr indent="-304800" lvl="5" marL="2743200" algn="l">
              <a:lnSpc>
                <a:spcPct val="115000"/>
              </a:lnSpc>
              <a:spcBef>
                <a:spcPts val="800"/>
              </a:spcBef>
              <a:spcAft>
                <a:spcPts val="0"/>
              </a:spcAft>
              <a:buSzPts val="1200"/>
              <a:buChar char="■"/>
              <a:defRPr/>
            </a:lvl6pPr>
            <a:lvl7pPr indent="-304800" lvl="6" marL="3200400" algn="l">
              <a:lnSpc>
                <a:spcPct val="115000"/>
              </a:lnSpc>
              <a:spcBef>
                <a:spcPts val="800"/>
              </a:spcBef>
              <a:spcAft>
                <a:spcPts val="0"/>
              </a:spcAft>
              <a:buSzPts val="1200"/>
              <a:buChar char="●"/>
              <a:defRPr/>
            </a:lvl7pPr>
            <a:lvl8pPr indent="-304800" lvl="7" marL="3657600" algn="l">
              <a:lnSpc>
                <a:spcPct val="115000"/>
              </a:lnSpc>
              <a:spcBef>
                <a:spcPts val="800"/>
              </a:spcBef>
              <a:spcAft>
                <a:spcPts val="0"/>
              </a:spcAft>
              <a:buSzPts val="1200"/>
              <a:buChar char="○"/>
              <a:defRPr/>
            </a:lvl8pPr>
            <a:lvl9pPr indent="-304800" lvl="8" marL="4114800" algn="l">
              <a:lnSpc>
                <a:spcPct val="115000"/>
              </a:lnSpc>
              <a:spcBef>
                <a:spcPts val="800"/>
              </a:spcBef>
              <a:spcAft>
                <a:spcPts val="800"/>
              </a:spcAft>
              <a:buSzPts val="1200"/>
              <a:buChar char="■"/>
              <a:defRPr/>
            </a:lvl9pPr>
          </a:lstStyle>
          <a:p/>
        </p:txBody>
      </p:sp>
      <p:sp>
        <p:nvSpPr>
          <p:cNvPr id="872" name="Google Shape;872;p102"/>
          <p:cNvSpPr txBox="1"/>
          <p:nvPr>
            <p:ph idx="2" type="body"/>
          </p:nvPr>
        </p:nvSpPr>
        <p:spPr>
          <a:xfrm>
            <a:off x="3347725" y="2417500"/>
            <a:ext cx="2455500" cy="23736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873" name="Google Shape;873;p102"/>
          <p:cNvSpPr txBox="1"/>
          <p:nvPr>
            <p:ph type="title"/>
          </p:nvPr>
        </p:nvSpPr>
        <p:spPr>
          <a:xfrm>
            <a:off x="483175" y="450025"/>
            <a:ext cx="8184600" cy="758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874" name="Google Shape;874;p102"/>
          <p:cNvSpPr txBox="1"/>
          <p:nvPr>
            <p:ph idx="3" type="subTitle"/>
          </p:nvPr>
        </p:nvSpPr>
        <p:spPr>
          <a:xfrm>
            <a:off x="483175" y="1336150"/>
            <a:ext cx="2455500" cy="7785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875" name="Google Shape;875;p102"/>
          <p:cNvSpPr txBox="1"/>
          <p:nvPr>
            <p:ph idx="4" type="subTitle"/>
          </p:nvPr>
        </p:nvSpPr>
        <p:spPr>
          <a:xfrm>
            <a:off x="3347725" y="1336150"/>
            <a:ext cx="2455500" cy="7785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876" name="Google Shape;876;p102"/>
          <p:cNvSpPr txBox="1"/>
          <p:nvPr>
            <p:ph idx="5" type="subTitle"/>
          </p:nvPr>
        </p:nvSpPr>
        <p:spPr>
          <a:xfrm>
            <a:off x="6212275" y="1336150"/>
            <a:ext cx="2455500" cy="7785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877" name="Google Shape;877;p102"/>
          <p:cNvSpPr txBox="1"/>
          <p:nvPr>
            <p:ph idx="6" type="body"/>
          </p:nvPr>
        </p:nvSpPr>
        <p:spPr>
          <a:xfrm>
            <a:off x="6212275" y="2417500"/>
            <a:ext cx="2455500" cy="23736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878" name="Shape 878"/>
        <p:cNvGrpSpPr/>
        <p:nvPr/>
      </p:nvGrpSpPr>
      <p:grpSpPr>
        <a:xfrm>
          <a:off x="0" y="0"/>
          <a:ext cx="0" cy="0"/>
          <a:chOff x="0" y="0"/>
          <a:chExt cx="0" cy="0"/>
        </a:xfrm>
      </p:grpSpPr>
      <p:sp>
        <p:nvSpPr>
          <p:cNvPr id="879" name="Google Shape;879;p103"/>
          <p:cNvSpPr txBox="1"/>
          <p:nvPr>
            <p:ph idx="1" type="body"/>
          </p:nvPr>
        </p:nvSpPr>
        <p:spPr>
          <a:xfrm>
            <a:off x="366725" y="1759093"/>
            <a:ext cx="3838500" cy="11385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800"/>
              </a:spcBef>
              <a:spcAft>
                <a:spcPts val="0"/>
              </a:spcAft>
              <a:buSzPts val="1200"/>
              <a:buChar char="○"/>
              <a:defRPr/>
            </a:lvl2pPr>
            <a:lvl3pPr indent="-304800" lvl="2" marL="1371600" algn="l">
              <a:lnSpc>
                <a:spcPct val="115000"/>
              </a:lnSpc>
              <a:spcBef>
                <a:spcPts val="800"/>
              </a:spcBef>
              <a:spcAft>
                <a:spcPts val="0"/>
              </a:spcAft>
              <a:buSzPts val="1200"/>
              <a:buChar char="■"/>
              <a:defRPr/>
            </a:lvl3pPr>
            <a:lvl4pPr indent="-304800" lvl="3" marL="1828800" algn="l">
              <a:lnSpc>
                <a:spcPct val="115000"/>
              </a:lnSpc>
              <a:spcBef>
                <a:spcPts val="800"/>
              </a:spcBef>
              <a:spcAft>
                <a:spcPts val="0"/>
              </a:spcAft>
              <a:buSzPts val="1200"/>
              <a:buChar char="●"/>
              <a:defRPr/>
            </a:lvl4pPr>
            <a:lvl5pPr indent="-304800" lvl="4" marL="2286000" algn="l">
              <a:lnSpc>
                <a:spcPct val="115000"/>
              </a:lnSpc>
              <a:spcBef>
                <a:spcPts val="800"/>
              </a:spcBef>
              <a:spcAft>
                <a:spcPts val="0"/>
              </a:spcAft>
              <a:buSzPts val="1200"/>
              <a:buChar char="○"/>
              <a:defRPr/>
            </a:lvl5pPr>
            <a:lvl6pPr indent="-304800" lvl="5" marL="2743200" algn="l">
              <a:lnSpc>
                <a:spcPct val="115000"/>
              </a:lnSpc>
              <a:spcBef>
                <a:spcPts val="800"/>
              </a:spcBef>
              <a:spcAft>
                <a:spcPts val="0"/>
              </a:spcAft>
              <a:buSzPts val="1200"/>
              <a:buChar char="■"/>
              <a:defRPr/>
            </a:lvl6pPr>
            <a:lvl7pPr indent="-304800" lvl="6" marL="3200400" algn="l">
              <a:lnSpc>
                <a:spcPct val="115000"/>
              </a:lnSpc>
              <a:spcBef>
                <a:spcPts val="800"/>
              </a:spcBef>
              <a:spcAft>
                <a:spcPts val="0"/>
              </a:spcAft>
              <a:buSzPts val="1200"/>
              <a:buChar char="●"/>
              <a:defRPr/>
            </a:lvl7pPr>
            <a:lvl8pPr indent="-304800" lvl="7" marL="3657600" algn="l">
              <a:lnSpc>
                <a:spcPct val="115000"/>
              </a:lnSpc>
              <a:spcBef>
                <a:spcPts val="800"/>
              </a:spcBef>
              <a:spcAft>
                <a:spcPts val="0"/>
              </a:spcAft>
              <a:buSzPts val="1200"/>
              <a:buChar char="○"/>
              <a:defRPr/>
            </a:lvl8pPr>
            <a:lvl9pPr indent="-304800" lvl="8" marL="4114800" algn="l">
              <a:lnSpc>
                <a:spcPct val="115000"/>
              </a:lnSpc>
              <a:spcBef>
                <a:spcPts val="800"/>
              </a:spcBef>
              <a:spcAft>
                <a:spcPts val="800"/>
              </a:spcAft>
              <a:buSzPts val="1200"/>
              <a:buChar char="■"/>
              <a:defRPr/>
            </a:lvl9pPr>
          </a:lstStyle>
          <a:p/>
        </p:txBody>
      </p:sp>
      <p:sp>
        <p:nvSpPr>
          <p:cNvPr id="880" name="Google Shape;880;p103"/>
          <p:cNvSpPr txBox="1"/>
          <p:nvPr>
            <p:ph idx="2" type="body"/>
          </p:nvPr>
        </p:nvSpPr>
        <p:spPr>
          <a:xfrm>
            <a:off x="4938725" y="1759093"/>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881" name="Google Shape;881;p103"/>
          <p:cNvSpPr txBox="1"/>
          <p:nvPr>
            <p:ph idx="3" type="body"/>
          </p:nvPr>
        </p:nvSpPr>
        <p:spPr>
          <a:xfrm>
            <a:off x="366750" y="3648575"/>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882" name="Google Shape;882;p103"/>
          <p:cNvSpPr txBox="1"/>
          <p:nvPr>
            <p:ph idx="4" type="body"/>
          </p:nvPr>
        </p:nvSpPr>
        <p:spPr>
          <a:xfrm>
            <a:off x="4938750" y="3648575"/>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883" name="Google Shape;883;p103"/>
          <p:cNvSpPr txBox="1"/>
          <p:nvPr>
            <p:ph type="title"/>
          </p:nvPr>
        </p:nvSpPr>
        <p:spPr>
          <a:xfrm>
            <a:off x="366750" y="450025"/>
            <a:ext cx="8184600" cy="758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884" name="Google Shape;884;p103"/>
          <p:cNvSpPr txBox="1"/>
          <p:nvPr>
            <p:ph idx="5" type="subTitle"/>
          </p:nvPr>
        </p:nvSpPr>
        <p:spPr>
          <a:xfrm>
            <a:off x="366763" y="1277907"/>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885" name="Google Shape;885;p103"/>
          <p:cNvSpPr txBox="1"/>
          <p:nvPr>
            <p:ph idx="6" type="subTitle"/>
          </p:nvPr>
        </p:nvSpPr>
        <p:spPr>
          <a:xfrm>
            <a:off x="4938738" y="1277907"/>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886" name="Google Shape;886;p103"/>
          <p:cNvSpPr txBox="1"/>
          <p:nvPr>
            <p:ph idx="7" type="subTitle"/>
          </p:nvPr>
        </p:nvSpPr>
        <p:spPr>
          <a:xfrm>
            <a:off x="4938761" y="3167363"/>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887" name="Google Shape;887;p103"/>
          <p:cNvSpPr txBox="1"/>
          <p:nvPr>
            <p:ph idx="8" type="subTitle"/>
          </p:nvPr>
        </p:nvSpPr>
        <p:spPr>
          <a:xfrm>
            <a:off x="366750" y="3167363"/>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888" name="Shape 888"/>
        <p:cNvGrpSpPr/>
        <p:nvPr/>
      </p:nvGrpSpPr>
      <p:grpSpPr>
        <a:xfrm>
          <a:off x="0" y="0"/>
          <a:ext cx="0" cy="0"/>
          <a:chOff x="0" y="0"/>
          <a:chExt cx="0" cy="0"/>
        </a:xfrm>
      </p:grpSpPr>
      <p:sp>
        <p:nvSpPr>
          <p:cNvPr id="889" name="Google Shape;889;p10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0" name="Google Shape;890;p104"/>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891" name="Shape 891"/>
        <p:cNvGrpSpPr/>
        <p:nvPr/>
      </p:nvGrpSpPr>
      <p:grpSpPr>
        <a:xfrm>
          <a:off x="0" y="0"/>
          <a:ext cx="0" cy="0"/>
          <a:chOff x="0" y="0"/>
          <a:chExt cx="0" cy="0"/>
        </a:xfrm>
      </p:grpSpPr>
      <p:sp>
        <p:nvSpPr>
          <p:cNvPr id="892" name="Google Shape;892;p105"/>
          <p:cNvSpPr txBox="1"/>
          <p:nvPr>
            <p:ph idx="1" type="body"/>
          </p:nvPr>
        </p:nvSpPr>
        <p:spPr>
          <a:xfrm>
            <a:off x="311700" y="4080225"/>
            <a:ext cx="4027500" cy="926100"/>
          </a:xfrm>
          <a:prstGeom prst="rect">
            <a:avLst/>
          </a:prstGeom>
          <a:noFill/>
          <a:ln>
            <a:noFill/>
          </a:ln>
        </p:spPr>
        <p:txBody>
          <a:bodyPr anchorCtr="0" anchor="t" bIns="91425" lIns="91425" spcFirstLastPara="1" rIns="91425" wrap="square" tIns="91425">
            <a:sp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800"/>
              </a:spcBef>
              <a:spcAft>
                <a:spcPts val="0"/>
              </a:spcAft>
              <a:buSzPts val="1200"/>
              <a:buChar char="○"/>
              <a:defRPr/>
            </a:lvl2pPr>
            <a:lvl3pPr indent="-304800" lvl="2" marL="1371600" algn="l">
              <a:lnSpc>
                <a:spcPct val="115000"/>
              </a:lnSpc>
              <a:spcBef>
                <a:spcPts val="800"/>
              </a:spcBef>
              <a:spcAft>
                <a:spcPts val="0"/>
              </a:spcAft>
              <a:buSzPts val="1200"/>
              <a:buChar char="■"/>
              <a:defRPr/>
            </a:lvl3pPr>
            <a:lvl4pPr indent="-304800" lvl="3" marL="1828800" algn="l">
              <a:lnSpc>
                <a:spcPct val="115000"/>
              </a:lnSpc>
              <a:spcBef>
                <a:spcPts val="800"/>
              </a:spcBef>
              <a:spcAft>
                <a:spcPts val="0"/>
              </a:spcAft>
              <a:buSzPts val="1200"/>
              <a:buChar char="●"/>
              <a:defRPr/>
            </a:lvl4pPr>
            <a:lvl5pPr indent="-304800" lvl="4" marL="2286000" algn="l">
              <a:lnSpc>
                <a:spcPct val="115000"/>
              </a:lnSpc>
              <a:spcBef>
                <a:spcPts val="800"/>
              </a:spcBef>
              <a:spcAft>
                <a:spcPts val="0"/>
              </a:spcAft>
              <a:buSzPts val="1200"/>
              <a:buChar char="○"/>
              <a:defRPr/>
            </a:lvl5pPr>
            <a:lvl6pPr indent="-304800" lvl="5" marL="2743200" algn="l">
              <a:lnSpc>
                <a:spcPct val="115000"/>
              </a:lnSpc>
              <a:spcBef>
                <a:spcPts val="800"/>
              </a:spcBef>
              <a:spcAft>
                <a:spcPts val="0"/>
              </a:spcAft>
              <a:buSzPts val="1200"/>
              <a:buChar char="■"/>
              <a:defRPr/>
            </a:lvl6pPr>
            <a:lvl7pPr indent="-304800" lvl="6" marL="3200400" algn="l">
              <a:lnSpc>
                <a:spcPct val="115000"/>
              </a:lnSpc>
              <a:spcBef>
                <a:spcPts val="800"/>
              </a:spcBef>
              <a:spcAft>
                <a:spcPts val="0"/>
              </a:spcAft>
              <a:buSzPts val="1200"/>
              <a:buChar char="●"/>
              <a:defRPr/>
            </a:lvl7pPr>
            <a:lvl8pPr indent="-304800" lvl="7" marL="3657600" algn="l">
              <a:lnSpc>
                <a:spcPct val="115000"/>
              </a:lnSpc>
              <a:spcBef>
                <a:spcPts val="800"/>
              </a:spcBef>
              <a:spcAft>
                <a:spcPts val="0"/>
              </a:spcAft>
              <a:buSzPts val="1200"/>
              <a:buChar char="○"/>
              <a:defRPr/>
            </a:lvl8pPr>
            <a:lvl9pPr indent="-304800" lvl="8" marL="4114800" algn="l">
              <a:lnSpc>
                <a:spcPct val="115000"/>
              </a:lnSpc>
              <a:spcBef>
                <a:spcPts val="800"/>
              </a:spcBef>
              <a:spcAft>
                <a:spcPts val="800"/>
              </a:spcAft>
              <a:buSzPts val="1200"/>
              <a:buChar char="■"/>
              <a:defRPr/>
            </a:lvl9pPr>
          </a:lstStyle>
          <a:p/>
        </p:txBody>
      </p:sp>
      <p:sp>
        <p:nvSpPr>
          <p:cNvPr id="893" name="Google Shape;893;p105"/>
          <p:cNvSpPr/>
          <p:nvPr>
            <p:ph idx="2" type="pic"/>
          </p:nvPr>
        </p:nvSpPr>
        <p:spPr>
          <a:xfrm>
            <a:off x="4804825" y="1133300"/>
            <a:ext cx="4027500" cy="2392800"/>
          </a:xfrm>
          <a:prstGeom prst="rect">
            <a:avLst/>
          </a:prstGeom>
          <a:noFill/>
          <a:ln>
            <a:noFill/>
          </a:ln>
        </p:spPr>
      </p:sp>
      <p:sp>
        <p:nvSpPr>
          <p:cNvPr id="894" name="Google Shape;894;p105"/>
          <p:cNvSpPr/>
          <p:nvPr>
            <p:ph idx="3" type="pic"/>
          </p:nvPr>
        </p:nvSpPr>
        <p:spPr>
          <a:xfrm>
            <a:off x="311725" y="1133300"/>
            <a:ext cx="4027500" cy="2392800"/>
          </a:xfrm>
          <a:prstGeom prst="rect">
            <a:avLst/>
          </a:prstGeom>
          <a:noFill/>
          <a:ln>
            <a:noFill/>
          </a:ln>
        </p:spPr>
      </p:sp>
      <p:sp>
        <p:nvSpPr>
          <p:cNvPr id="895" name="Google Shape;895;p105"/>
          <p:cNvSpPr txBox="1"/>
          <p:nvPr>
            <p:ph idx="4" type="body"/>
          </p:nvPr>
        </p:nvSpPr>
        <p:spPr>
          <a:xfrm>
            <a:off x="4804825" y="4080225"/>
            <a:ext cx="4027500" cy="9261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896" name="Google Shape;896;p10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7" name="Google Shape;897;p105"/>
          <p:cNvSpPr txBox="1"/>
          <p:nvPr>
            <p:ph idx="5" type="subTitle"/>
          </p:nvPr>
        </p:nvSpPr>
        <p:spPr>
          <a:xfrm>
            <a:off x="311725" y="3582900"/>
            <a:ext cx="4027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
        <p:nvSpPr>
          <p:cNvPr id="898" name="Google Shape;898;p105"/>
          <p:cNvSpPr txBox="1"/>
          <p:nvPr>
            <p:ph idx="6" type="subTitle"/>
          </p:nvPr>
        </p:nvSpPr>
        <p:spPr>
          <a:xfrm>
            <a:off x="4804825" y="3582900"/>
            <a:ext cx="4027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899" name="Shape 899"/>
        <p:cNvGrpSpPr/>
        <p:nvPr/>
      </p:nvGrpSpPr>
      <p:grpSpPr>
        <a:xfrm>
          <a:off x="0" y="0"/>
          <a:ext cx="0" cy="0"/>
          <a:chOff x="0" y="0"/>
          <a:chExt cx="0" cy="0"/>
        </a:xfrm>
      </p:grpSpPr>
      <p:sp>
        <p:nvSpPr>
          <p:cNvPr id="900" name="Google Shape;900;p106"/>
          <p:cNvSpPr txBox="1"/>
          <p:nvPr>
            <p:ph idx="1" type="body"/>
          </p:nvPr>
        </p:nvSpPr>
        <p:spPr>
          <a:xfrm>
            <a:off x="311700" y="3911700"/>
            <a:ext cx="2627100" cy="1018500"/>
          </a:xfrm>
          <a:prstGeom prst="rect">
            <a:avLst/>
          </a:prstGeom>
          <a:noFill/>
          <a:ln>
            <a:noFill/>
          </a:ln>
        </p:spPr>
        <p:txBody>
          <a:bodyPr anchorCtr="0" anchor="t" bIns="91425" lIns="91425" spcFirstLastPara="1" rIns="91425" wrap="square" tIns="91425">
            <a:sp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800"/>
              </a:spcBef>
              <a:spcAft>
                <a:spcPts val="0"/>
              </a:spcAft>
              <a:buSzPts val="1200"/>
              <a:buChar char="○"/>
              <a:defRPr/>
            </a:lvl2pPr>
            <a:lvl3pPr indent="-304800" lvl="2" marL="1371600" algn="l">
              <a:lnSpc>
                <a:spcPct val="115000"/>
              </a:lnSpc>
              <a:spcBef>
                <a:spcPts val="800"/>
              </a:spcBef>
              <a:spcAft>
                <a:spcPts val="0"/>
              </a:spcAft>
              <a:buSzPts val="1200"/>
              <a:buChar char="■"/>
              <a:defRPr/>
            </a:lvl3pPr>
            <a:lvl4pPr indent="-304800" lvl="3" marL="1828800" algn="l">
              <a:lnSpc>
                <a:spcPct val="115000"/>
              </a:lnSpc>
              <a:spcBef>
                <a:spcPts val="800"/>
              </a:spcBef>
              <a:spcAft>
                <a:spcPts val="0"/>
              </a:spcAft>
              <a:buSzPts val="1200"/>
              <a:buChar char="●"/>
              <a:defRPr/>
            </a:lvl4pPr>
            <a:lvl5pPr indent="-304800" lvl="4" marL="2286000" algn="l">
              <a:lnSpc>
                <a:spcPct val="115000"/>
              </a:lnSpc>
              <a:spcBef>
                <a:spcPts val="800"/>
              </a:spcBef>
              <a:spcAft>
                <a:spcPts val="0"/>
              </a:spcAft>
              <a:buSzPts val="1200"/>
              <a:buChar char="○"/>
              <a:defRPr/>
            </a:lvl5pPr>
            <a:lvl6pPr indent="-304800" lvl="5" marL="2743200" algn="l">
              <a:lnSpc>
                <a:spcPct val="115000"/>
              </a:lnSpc>
              <a:spcBef>
                <a:spcPts val="800"/>
              </a:spcBef>
              <a:spcAft>
                <a:spcPts val="0"/>
              </a:spcAft>
              <a:buSzPts val="1200"/>
              <a:buChar char="■"/>
              <a:defRPr/>
            </a:lvl6pPr>
            <a:lvl7pPr indent="-304800" lvl="6" marL="3200400" algn="l">
              <a:lnSpc>
                <a:spcPct val="115000"/>
              </a:lnSpc>
              <a:spcBef>
                <a:spcPts val="800"/>
              </a:spcBef>
              <a:spcAft>
                <a:spcPts val="0"/>
              </a:spcAft>
              <a:buSzPts val="1200"/>
              <a:buChar char="●"/>
              <a:defRPr/>
            </a:lvl7pPr>
            <a:lvl8pPr indent="-304800" lvl="7" marL="3657600" algn="l">
              <a:lnSpc>
                <a:spcPct val="115000"/>
              </a:lnSpc>
              <a:spcBef>
                <a:spcPts val="800"/>
              </a:spcBef>
              <a:spcAft>
                <a:spcPts val="0"/>
              </a:spcAft>
              <a:buSzPts val="1200"/>
              <a:buChar char="○"/>
              <a:defRPr/>
            </a:lvl8pPr>
            <a:lvl9pPr indent="-304800" lvl="8" marL="4114800" algn="l">
              <a:lnSpc>
                <a:spcPct val="115000"/>
              </a:lnSpc>
              <a:spcBef>
                <a:spcPts val="800"/>
              </a:spcBef>
              <a:spcAft>
                <a:spcPts val="800"/>
              </a:spcAft>
              <a:buSzPts val="1200"/>
              <a:buChar char="■"/>
              <a:defRPr/>
            </a:lvl9pPr>
          </a:lstStyle>
          <a:p/>
        </p:txBody>
      </p:sp>
      <p:sp>
        <p:nvSpPr>
          <p:cNvPr id="901" name="Google Shape;901;p106"/>
          <p:cNvSpPr/>
          <p:nvPr>
            <p:ph idx="2" type="pic"/>
          </p:nvPr>
        </p:nvSpPr>
        <p:spPr>
          <a:xfrm>
            <a:off x="6205225" y="1128325"/>
            <a:ext cx="2627100" cy="2273100"/>
          </a:xfrm>
          <a:prstGeom prst="rect">
            <a:avLst/>
          </a:prstGeom>
          <a:noFill/>
          <a:ln>
            <a:noFill/>
          </a:ln>
        </p:spPr>
      </p:sp>
      <p:sp>
        <p:nvSpPr>
          <p:cNvPr id="902" name="Google Shape;902;p106"/>
          <p:cNvSpPr/>
          <p:nvPr>
            <p:ph idx="3" type="pic"/>
          </p:nvPr>
        </p:nvSpPr>
        <p:spPr>
          <a:xfrm>
            <a:off x="311725" y="1128325"/>
            <a:ext cx="2627100" cy="2273100"/>
          </a:xfrm>
          <a:prstGeom prst="rect">
            <a:avLst/>
          </a:prstGeom>
          <a:noFill/>
          <a:ln>
            <a:noFill/>
          </a:ln>
        </p:spPr>
      </p:sp>
      <p:sp>
        <p:nvSpPr>
          <p:cNvPr id="903" name="Google Shape;903;p106"/>
          <p:cNvSpPr txBox="1"/>
          <p:nvPr>
            <p:ph idx="4" type="body"/>
          </p:nvPr>
        </p:nvSpPr>
        <p:spPr>
          <a:xfrm>
            <a:off x="6205225" y="3911700"/>
            <a:ext cx="2627100" cy="10185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904" name="Google Shape;904;p106"/>
          <p:cNvSpPr/>
          <p:nvPr>
            <p:ph idx="5" type="pic"/>
          </p:nvPr>
        </p:nvSpPr>
        <p:spPr>
          <a:xfrm>
            <a:off x="3255250" y="1128325"/>
            <a:ext cx="2627100" cy="2273100"/>
          </a:xfrm>
          <a:prstGeom prst="rect">
            <a:avLst/>
          </a:prstGeom>
          <a:noFill/>
          <a:ln>
            <a:noFill/>
          </a:ln>
        </p:spPr>
      </p:sp>
      <p:sp>
        <p:nvSpPr>
          <p:cNvPr id="905" name="Google Shape;905;p106"/>
          <p:cNvSpPr txBox="1"/>
          <p:nvPr>
            <p:ph idx="6" type="body"/>
          </p:nvPr>
        </p:nvSpPr>
        <p:spPr>
          <a:xfrm>
            <a:off x="3255250" y="3911700"/>
            <a:ext cx="2627100" cy="10185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906" name="Google Shape;906;p10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7" name="Google Shape;907;p106"/>
          <p:cNvSpPr txBox="1"/>
          <p:nvPr>
            <p:ph idx="7" type="subTitle"/>
          </p:nvPr>
        </p:nvSpPr>
        <p:spPr>
          <a:xfrm>
            <a:off x="311725" y="3430500"/>
            <a:ext cx="26271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
        <p:nvSpPr>
          <p:cNvPr id="908" name="Google Shape;908;p106"/>
          <p:cNvSpPr txBox="1"/>
          <p:nvPr>
            <p:ph idx="8" type="subTitle"/>
          </p:nvPr>
        </p:nvSpPr>
        <p:spPr>
          <a:xfrm>
            <a:off x="6205225" y="3430500"/>
            <a:ext cx="26271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
        <p:nvSpPr>
          <p:cNvPr id="909" name="Google Shape;909;p106"/>
          <p:cNvSpPr txBox="1"/>
          <p:nvPr>
            <p:ph idx="9" type="subTitle"/>
          </p:nvPr>
        </p:nvSpPr>
        <p:spPr>
          <a:xfrm>
            <a:off x="3255250" y="3430500"/>
            <a:ext cx="26271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910" name="Shape 910"/>
        <p:cNvGrpSpPr/>
        <p:nvPr/>
      </p:nvGrpSpPr>
      <p:grpSpPr>
        <a:xfrm>
          <a:off x="0" y="0"/>
          <a:ext cx="0" cy="0"/>
          <a:chOff x="0" y="0"/>
          <a:chExt cx="0" cy="0"/>
        </a:xfrm>
      </p:grpSpPr>
      <p:sp>
        <p:nvSpPr>
          <p:cNvPr id="911" name="Google Shape;911;p107"/>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912" name="Shape 912"/>
        <p:cNvGrpSpPr/>
        <p:nvPr/>
      </p:nvGrpSpPr>
      <p:grpSpPr>
        <a:xfrm>
          <a:off x="0" y="0"/>
          <a:ext cx="0" cy="0"/>
          <a:chOff x="0" y="0"/>
          <a:chExt cx="0" cy="0"/>
        </a:xfrm>
      </p:grpSpPr>
      <p:sp>
        <p:nvSpPr>
          <p:cNvPr id="913" name="Google Shape;913;p108"/>
          <p:cNvSpPr/>
          <p:nvPr>
            <p:ph idx="2" type="pic"/>
          </p:nvPr>
        </p:nvSpPr>
        <p:spPr>
          <a:xfrm>
            <a:off x="3389600" y="118913"/>
            <a:ext cx="1643700" cy="1535100"/>
          </a:xfrm>
          <a:prstGeom prst="rect">
            <a:avLst/>
          </a:prstGeom>
          <a:noFill/>
          <a:ln>
            <a:noFill/>
          </a:ln>
        </p:spPr>
      </p:sp>
      <p:sp>
        <p:nvSpPr>
          <p:cNvPr id="914" name="Google Shape;914;p108"/>
          <p:cNvSpPr/>
          <p:nvPr>
            <p:ph idx="3" type="pic"/>
          </p:nvPr>
        </p:nvSpPr>
        <p:spPr>
          <a:xfrm>
            <a:off x="5195935" y="118913"/>
            <a:ext cx="1643700" cy="1535100"/>
          </a:xfrm>
          <a:prstGeom prst="rect">
            <a:avLst/>
          </a:prstGeom>
          <a:noFill/>
          <a:ln>
            <a:noFill/>
          </a:ln>
        </p:spPr>
      </p:sp>
      <p:sp>
        <p:nvSpPr>
          <p:cNvPr id="915" name="Google Shape;915;p108"/>
          <p:cNvSpPr/>
          <p:nvPr>
            <p:ph idx="4" type="pic"/>
          </p:nvPr>
        </p:nvSpPr>
        <p:spPr>
          <a:xfrm>
            <a:off x="7002270" y="118913"/>
            <a:ext cx="1643700" cy="1535100"/>
          </a:xfrm>
          <a:prstGeom prst="rect">
            <a:avLst/>
          </a:prstGeom>
          <a:noFill/>
          <a:ln>
            <a:noFill/>
          </a:ln>
        </p:spPr>
      </p:sp>
      <p:sp>
        <p:nvSpPr>
          <p:cNvPr id="916" name="Google Shape;916;p108"/>
          <p:cNvSpPr/>
          <p:nvPr>
            <p:ph idx="5" type="pic"/>
          </p:nvPr>
        </p:nvSpPr>
        <p:spPr>
          <a:xfrm>
            <a:off x="3389588" y="1804212"/>
            <a:ext cx="1643700" cy="1535100"/>
          </a:xfrm>
          <a:prstGeom prst="rect">
            <a:avLst/>
          </a:prstGeom>
          <a:noFill/>
          <a:ln>
            <a:noFill/>
          </a:ln>
        </p:spPr>
      </p:sp>
      <p:sp>
        <p:nvSpPr>
          <p:cNvPr id="917" name="Google Shape;917;p108"/>
          <p:cNvSpPr/>
          <p:nvPr>
            <p:ph idx="6" type="pic"/>
          </p:nvPr>
        </p:nvSpPr>
        <p:spPr>
          <a:xfrm>
            <a:off x="5195922" y="1804212"/>
            <a:ext cx="1643700" cy="1535100"/>
          </a:xfrm>
          <a:prstGeom prst="rect">
            <a:avLst/>
          </a:prstGeom>
          <a:noFill/>
          <a:ln>
            <a:noFill/>
          </a:ln>
        </p:spPr>
      </p:sp>
      <p:sp>
        <p:nvSpPr>
          <p:cNvPr id="918" name="Google Shape;918;p108"/>
          <p:cNvSpPr/>
          <p:nvPr>
            <p:ph idx="7" type="pic"/>
          </p:nvPr>
        </p:nvSpPr>
        <p:spPr>
          <a:xfrm>
            <a:off x="7002257" y="1804212"/>
            <a:ext cx="1643700" cy="1535100"/>
          </a:xfrm>
          <a:prstGeom prst="rect">
            <a:avLst/>
          </a:prstGeom>
          <a:noFill/>
          <a:ln>
            <a:noFill/>
          </a:ln>
        </p:spPr>
      </p:sp>
      <p:sp>
        <p:nvSpPr>
          <p:cNvPr id="919" name="Google Shape;919;p108"/>
          <p:cNvSpPr txBox="1"/>
          <p:nvPr>
            <p:ph type="title"/>
          </p:nvPr>
        </p:nvSpPr>
        <p:spPr>
          <a:xfrm>
            <a:off x="351550" y="445025"/>
            <a:ext cx="2596800" cy="17064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0" name="Google Shape;920;p108"/>
          <p:cNvSpPr/>
          <p:nvPr>
            <p:ph idx="8" type="pic"/>
          </p:nvPr>
        </p:nvSpPr>
        <p:spPr>
          <a:xfrm>
            <a:off x="3389588" y="3489487"/>
            <a:ext cx="1643700" cy="1535100"/>
          </a:xfrm>
          <a:prstGeom prst="rect">
            <a:avLst/>
          </a:prstGeom>
          <a:noFill/>
          <a:ln>
            <a:noFill/>
          </a:ln>
        </p:spPr>
      </p:sp>
      <p:sp>
        <p:nvSpPr>
          <p:cNvPr id="921" name="Google Shape;921;p108"/>
          <p:cNvSpPr/>
          <p:nvPr>
            <p:ph idx="9" type="pic"/>
          </p:nvPr>
        </p:nvSpPr>
        <p:spPr>
          <a:xfrm>
            <a:off x="5195922" y="3489487"/>
            <a:ext cx="1643700" cy="1535100"/>
          </a:xfrm>
          <a:prstGeom prst="rect">
            <a:avLst/>
          </a:prstGeom>
          <a:noFill/>
          <a:ln>
            <a:noFill/>
          </a:ln>
        </p:spPr>
      </p:sp>
      <p:sp>
        <p:nvSpPr>
          <p:cNvPr id="922" name="Google Shape;922;p108"/>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5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93.xml"/><Relationship Id="rId42" Type="http://schemas.openxmlformats.org/officeDocument/2006/relationships/slideLayout" Target="../slideLayouts/slideLayout95.xml"/><Relationship Id="rId41" Type="http://schemas.openxmlformats.org/officeDocument/2006/relationships/slideLayout" Target="../slideLayouts/slideLayout94.xml"/><Relationship Id="rId44" Type="http://schemas.openxmlformats.org/officeDocument/2006/relationships/slideLayout" Target="../slideLayouts/slideLayout97.xml"/><Relationship Id="rId43" Type="http://schemas.openxmlformats.org/officeDocument/2006/relationships/slideLayout" Target="../slideLayouts/slideLayout96.xml"/><Relationship Id="rId46" Type="http://schemas.openxmlformats.org/officeDocument/2006/relationships/slideLayout" Target="../slideLayouts/slideLayout99.xml"/><Relationship Id="rId45" Type="http://schemas.openxmlformats.org/officeDocument/2006/relationships/slideLayout" Target="../slideLayouts/slideLayout98.xml"/><Relationship Id="rId1" Type="http://schemas.openxmlformats.org/officeDocument/2006/relationships/slideLayout" Target="../slideLayouts/slideLayout54.xml"/><Relationship Id="rId2" Type="http://schemas.openxmlformats.org/officeDocument/2006/relationships/slideLayout" Target="../slideLayouts/slideLayout55.xml"/><Relationship Id="rId3" Type="http://schemas.openxmlformats.org/officeDocument/2006/relationships/slideLayout" Target="../slideLayouts/slideLayout56.xml"/><Relationship Id="rId4" Type="http://schemas.openxmlformats.org/officeDocument/2006/relationships/slideLayout" Target="../slideLayouts/slideLayout57.xml"/><Relationship Id="rId9" Type="http://schemas.openxmlformats.org/officeDocument/2006/relationships/slideLayout" Target="../slideLayouts/slideLayout62.xml"/><Relationship Id="rId48" Type="http://schemas.openxmlformats.org/officeDocument/2006/relationships/slideLayout" Target="../slideLayouts/slideLayout101.xml"/><Relationship Id="rId47" Type="http://schemas.openxmlformats.org/officeDocument/2006/relationships/slideLayout" Target="../slideLayouts/slideLayout100.xml"/><Relationship Id="rId49" Type="http://schemas.openxmlformats.org/officeDocument/2006/relationships/slideLayout" Target="../slideLayouts/slideLayout102.xml"/><Relationship Id="rId5" Type="http://schemas.openxmlformats.org/officeDocument/2006/relationships/slideLayout" Target="../slideLayouts/slideLayout58.xml"/><Relationship Id="rId6" Type="http://schemas.openxmlformats.org/officeDocument/2006/relationships/slideLayout" Target="../slideLayouts/slideLayout59.xml"/><Relationship Id="rId7" Type="http://schemas.openxmlformats.org/officeDocument/2006/relationships/slideLayout" Target="../slideLayouts/slideLayout60.xml"/><Relationship Id="rId8" Type="http://schemas.openxmlformats.org/officeDocument/2006/relationships/slideLayout" Target="../slideLayouts/slideLayout61.xml"/><Relationship Id="rId31" Type="http://schemas.openxmlformats.org/officeDocument/2006/relationships/slideLayout" Target="../slideLayouts/slideLayout84.xml"/><Relationship Id="rId30" Type="http://schemas.openxmlformats.org/officeDocument/2006/relationships/slideLayout" Target="../slideLayouts/slideLayout83.xml"/><Relationship Id="rId33" Type="http://schemas.openxmlformats.org/officeDocument/2006/relationships/slideLayout" Target="../slideLayouts/slideLayout86.xml"/><Relationship Id="rId32" Type="http://schemas.openxmlformats.org/officeDocument/2006/relationships/slideLayout" Target="../slideLayouts/slideLayout85.xml"/><Relationship Id="rId35" Type="http://schemas.openxmlformats.org/officeDocument/2006/relationships/slideLayout" Target="../slideLayouts/slideLayout88.xml"/><Relationship Id="rId34" Type="http://schemas.openxmlformats.org/officeDocument/2006/relationships/slideLayout" Target="../slideLayouts/slideLayout87.xml"/><Relationship Id="rId37" Type="http://schemas.openxmlformats.org/officeDocument/2006/relationships/slideLayout" Target="../slideLayouts/slideLayout90.xml"/><Relationship Id="rId36" Type="http://schemas.openxmlformats.org/officeDocument/2006/relationships/slideLayout" Target="../slideLayouts/slideLayout89.xml"/><Relationship Id="rId39" Type="http://schemas.openxmlformats.org/officeDocument/2006/relationships/slideLayout" Target="../slideLayouts/slideLayout92.xml"/><Relationship Id="rId38" Type="http://schemas.openxmlformats.org/officeDocument/2006/relationships/slideLayout" Target="../slideLayouts/slideLayout91.xml"/><Relationship Id="rId20" Type="http://schemas.openxmlformats.org/officeDocument/2006/relationships/slideLayout" Target="../slideLayouts/slideLayout73.xml"/><Relationship Id="rId22" Type="http://schemas.openxmlformats.org/officeDocument/2006/relationships/slideLayout" Target="../slideLayouts/slideLayout75.xml"/><Relationship Id="rId21" Type="http://schemas.openxmlformats.org/officeDocument/2006/relationships/slideLayout" Target="../slideLayouts/slideLayout74.xml"/><Relationship Id="rId24" Type="http://schemas.openxmlformats.org/officeDocument/2006/relationships/slideLayout" Target="../slideLayouts/slideLayout77.xml"/><Relationship Id="rId23" Type="http://schemas.openxmlformats.org/officeDocument/2006/relationships/slideLayout" Target="../slideLayouts/slideLayout76.xml"/><Relationship Id="rId26" Type="http://schemas.openxmlformats.org/officeDocument/2006/relationships/slideLayout" Target="../slideLayouts/slideLayout79.xml"/><Relationship Id="rId25" Type="http://schemas.openxmlformats.org/officeDocument/2006/relationships/slideLayout" Target="../slideLayouts/slideLayout78.xml"/><Relationship Id="rId28" Type="http://schemas.openxmlformats.org/officeDocument/2006/relationships/slideLayout" Target="../slideLayouts/slideLayout81.xml"/><Relationship Id="rId27" Type="http://schemas.openxmlformats.org/officeDocument/2006/relationships/slideLayout" Target="../slideLayouts/slideLayout80.xml"/><Relationship Id="rId29" Type="http://schemas.openxmlformats.org/officeDocument/2006/relationships/slideLayout" Target="../slideLayouts/slideLayout82.xml"/><Relationship Id="rId51" Type="http://schemas.openxmlformats.org/officeDocument/2006/relationships/slideLayout" Target="../slideLayouts/slideLayout104.xml"/><Relationship Id="rId50" Type="http://schemas.openxmlformats.org/officeDocument/2006/relationships/slideLayout" Target="../slideLayouts/slideLayout103.xml"/><Relationship Id="rId53" Type="http://schemas.openxmlformats.org/officeDocument/2006/relationships/slideLayout" Target="../slideLayouts/slideLayout106.xml"/><Relationship Id="rId52" Type="http://schemas.openxmlformats.org/officeDocument/2006/relationships/slideLayout" Target="../slideLayouts/slideLayout105.xml"/><Relationship Id="rId11" Type="http://schemas.openxmlformats.org/officeDocument/2006/relationships/slideLayout" Target="../slideLayouts/slideLayout64.xml"/><Relationship Id="rId10" Type="http://schemas.openxmlformats.org/officeDocument/2006/relationships/slideLayout" Target="../slideLayouts/slideLayout63.xml"/><Relationship Id="rId54" Type="http://schemas.openxmlformats.org/officeDocument/2006/relationships/theme" Target="../theme/theme3.xml"/><Relationship Id="rId13" Type="http://schemas.openxmlformats.org/officeDocument/2006/relationships/slideLayout" Target="../slideLayouts/slideLayout66.xml"/><Relationship Id="rId12" Type="http://schemas.openxmlformats.org/officeDocument/2006/relationships/slideLayout" Target="../slideLayouts/slideLayout65.xml"/><Relationship Id="rId15" Type="http://schemas.openxmlformats.org/officeDocument/2006/relationships/slideLayout" Target="../slideLayouts/slideLayout68.xml"/><Relationship Id="rId14" Type="http://schemas.openxmlformats.org/officeDocument/2006/relationships/slideLayout" Target="../slideLayouts/slideLayout67.xml"/><Relationship Id="rId17" Type="http://schemas.openxmlformats.org/officeDocument/2006/relationships/slideLayout" Target="../slideLayouts/slideLayout70.xml"/><Relationship Id="rId16" Type="http://schemas.openxmlformats.org/officeDocument/2006/relationships/slideLayout" Target="../slideLayouts/slideLayout69.xml"/><Relationship Id="rId19" Type="http://schemas.openxmlformats.org/officeDocument/2006/relationships/slideLayout" Target="../slideLayouts/slideLayout72.xml"/><Relationship Id="rId18"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361850" y="2004025"/>
            <a:ext cx="5627400" cy="2547300"/>
          </a:xfrm>
          <a:prstGeom prst="rect">
            <a:avLst/>
          </a:prstGeom>
          <a:noFill/>
          <a:ln>
            <a:noFill/>
          </a:ln>
        </p:spPr>
        <p:txBody>
          <a:bodyPr anchorCtr="0" anchor="t" bIns="91425" lIns="91425" spcFirstLastPara="1" rIns="91425" wrap="square" tIns="91425">
            <a:spAutoFit/>
          </a:bodyPr>
          <a:lstStyle>
            <a:lvl1pPr indent="-304800" lvl="0" marL="457200" marR="0" rtl="0" algn="l">
              <a:lnSpc>
                <a:spcPct val="115000"/>
              </a:lnSpc>
              <a:spcBef>
                <a:spcPts val="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1pPr>
            <a:lvl2pPr indent="-304800" lvl="1" marL="914400" marR="0" rtl="0" algn="l">
              <a:lnSpc>
                <a:spcPct val="115000"/>
              </a:lnSpc>
              <a:spcBef>
                <a:spcPts val="80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2pPr>
            <a:lvl3pPr indent="-304800" lvl="2" marL="1371600" marR="0" rtl="0" algn="l">
              <a:lnSpc>
                <a:spcPct val="115000"/>
              </a:lnSpc>
              <a:spcBef>
                <a:spcPts val="80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3pPr>
            <a:lvl4pPr indent="-304800" lvl="3" marL="1828800" marR="0" rtl="0" algn="l">
              <a:lnSpc>
                <a:spcPct val="115000"/>
              </a:lnSpc>
              <a:spcBef>
                <a:spcPts val="80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4pPr>
            <a:lvl5pPr indent="-304800" lvl="4" marL="2286000" marR="0" rtl="0" algn="l">
              <a:lnSpc>
                <a:spcPct val="115000"/>
              </a:lnSpc>
              <a:spcBef>
                <a:spcPts val="80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5pPr>
            <a:lvl6pPr indent="-304800" lvl="5" marL="2743200" marR="0" rtl="0" algn="l">
              <a:lnSpc>
                <a:spcPct val="115000"/>
              </a:lnSpc>
              <a:spcBef>
                <a:spcPts val="80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6pPr>
            <a:lvl7pPr indent="-304800" lvl="6" marL="3200400" marR="0" rtl="0" algn="l">
              <a:lnSpc>
                <a:spcPct val="115000"/>
              </a:lnSpc>
              <a:spcBef>
                <a:spcPts val="80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7pPr>
            <a:lvl8pPr indent="-304800" lvl="7" marL="3657600" marR="0" rtl="0" algn="l">
              <a:lnSpc>
                <a:spcPct val="115000"/>
              </a:lnSpc>
              <a:spcBef>
                <a:spcPts val="80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8pPr>
            <a:lvl9pPr indent="-304800" lvl="8" marL="4114800" marR="0" rtl="0" algn="l">
              <a:lnSpc>
                <a:spcPct val="115000"/>
              </a:lnSpc>
              <a:spcBef>
                <a:spcPts val="800"/>
              </a:spcBef>
              <a:spcAft>
                <a:spcPts val="80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9pPr>
          </a:lstStyle>
          <a:p/>
        </p:txBody>
      </p:sp>
      <p:sp>
        <p:nvSpPr>
          <p:cNvPr id="7" name="Google Shape;7;p1"/>
          <p:cNvSpPr txBox="1"/>
          <p:nvPr>
            <p:ph type="title"/>
          </p:nvPr>
        </p:nvSpPr>
        <p:spPr>
          <a:xfrm>
            <a:off x="438150" y="524575"/>
            <a:ext cx="5433000" cy="9036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lt1"/>
              </a:buClr>
              <a:buSzPts val="3000"/>
              <a:buFont typeface="Newsreader"/>
              <a:buNone/>
              <a:defRPr b="0" i="0" sz="3000" u="none" cap="none" strike="noStrike">
                <a:solidFill>
                  <a:schemeClr val="lt1"/>
                </a:solidFill>
                <a:latin typeface="Newsreader"/>
                <a:ea typeface="Newsreader"/>
                <a:cs typeface="Newsreader"/>
                <a:sym typeface="Newsreader"/>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 name="Google Shape;8;p1"/>
          <p:cNvSpPr txBox="1"/>
          <p:nvPr>
            <p:ph idx="2" type="body"/>
          </p:nvPr>
        </p:nvSpPr>
        <p:spPr>
          <a:xfrm>
            <a:off x="4700200" y="1614100"/>
            <a:ext cx="3756600" cy="25473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1pPr>
            <a:lvl2pPr indent="-304800" lvl="1" marL="914400" marR="0" rtl="0" algn="l">
              <a:lnSpc>
                <a:spcPct val="100000"/>
              </a:lnSpc>
              <a:spcBef>
                <a:spcPts val="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2pPr>
            <a:lvl3pPr indent="-304800" lvl="2" marL="1371600" marR="0" rtl="0" algn="l">
              <a:lnSpc>
                <a:spcPct val="100000"/>
              </a:lnSpc>
              <a:spcBef>
                <a:spcPts val="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3pPr>
            <a:lvl4pPr indent="-304800" lvl="3" marL="1828800" marR="0" rtl="0" algn="l">
              <a:lnSpc>
                <a:spcPct val="100000"/>
              </a:lnSpc>
              <a:spcBef>
                <a:spcPts val="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4pPr>
            <a:lvl5pPr indent="-304800" lvl="4" marL="2286000" marR="0" rtl="0" algn="l">
              <a:lnSpc>
                <a:spcPct val="100000"/>
              </a:lnSpc>
              <a:spcBef>
                <a:spcPts val="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5pPr>
            <a:lvl6pPr indent="-304800" lvl="5" marL="2743200" marR="0" rtl="0" algn="l">
              <a:lnSpc>
                <a:spcPct val="100000"/>
              </a:lnSpc>
              <a:spcBef>
                <a:spcPts val="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6pPr>
            <a:lvl7pPr indent="-304800" lvl="6" marL="3200400" marR="0" rtl="0" algn="l">
              <a:lnSpc>
                <a:spcPct val="100000"/>
              </a:lnSpc>
              <a:spcBef>
                <a:spcPts val="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7pPr>
            <a:lvl8pPr indent="-304800" lvl="7" marL="3657600" marR="0" rtl="0" algn="l">
              <a:lnSpc>
                <a:spcPct val="100000"/>
              </a:lnSpc>
              <a:spcBef>
                <a:spcPts val="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8pPr>
            <a:lvl9pPr indent="-304800" lvl="8" marL="4114800" marR="0" rtl="0" algn="l">
              <a:lnSpc>
                <a:spcPct val="100000"/>
              </a:lnSpc>
              <a:spcBef>
                <a:spcPts val="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29">
          <p15:clr>
            <a:srgbClr val="E46962"/>
          </p15:clr>
        </p15:guide>
        <p15:guide id="2" orient="horz" pos="233">
          <p15:clr>
            <a:srgbClr val="E46962"/>
          </p15:clr>
        </p15:guide>
        <p15:guide id="3" orient="horz" pos="3011">
          <p15:clr>
            <a:srgbClr val="E46962"/>
          </p15:clr>
        </p15:guide>
        <p15:guide id="4" pos="2850">
          <p15:clr>
            <a:srgbClr val="E46962"/>
          </p15:clr>
        </p15:guide>
        <p15:guide id="5" pos="2910">
          <p15:clr>
            <a:srgbClr val="E46962"/>
          </p15:clr>
        </p15:guide>
        <p15:guide id="6" pos="1468">
          <p15:clr>
            <a:srgbClr val="E46962"/>
          </p15:clr>
        </p15:guide>
        <p15:guide id="7" pos="1527">
          <p15:clr>
            <a:srgbClr val="E46962"/>
          </p15:clr>
        </p15:guide>
        <p15:guide id="8" pos="4226">
          <p15:clr>
            <a:srgbClr val="E46962"/>
          </p15:clr>
        </p15:guide>
        <p15:guide id="9" pos="4285">
          <p15:clr>
            <a:srgbClr val="E46962"/>
          </p15:clr>
        </p15:guide>
        <p15:guide id="10" pos="3773">
          <p15:clr>
            <a:srgbClr val="E46962"/>
          </p15:clr>
        </p15:guide>
        <p15:guide id="11" pos="3830">
          <p15:clr>
            <a:srgbClr val="E46962"/>
          </p15:clr>
        </p15:guide>
        <p15:guide id="12" pos="1930">
          <p15:clr>
            <a:srgbClr val="E46962"/>
          </p15:clr>
        </p15:guide>
        <p15:guide id="13" pos="1987">
          <p15:clr>
            <a:srgbClr val="E46962"/>
          </p15:clr>
        </p15:guide>
        <p15:guide id="14" orient="horz" pos="2867">
          <p15:clr>
            <a:srgbClr val="E46962"/>
          </p15:clr>
        </p15:guide>
        <p15:guide id="15" orient="horz" pos="1135">
          <p15:clr>
            <a:srgbClr val="E46962"/>
          </p15:clr>
        </p15:guide>
        <p15:guide id="16" orient="horz" pos="1194">
          <p15:clr>
            <a:srgbClr val="E46962"/>
          </p15:clr>
        </p15:guide>
        <p15:guide id="17" orient="horz" pos="2043">
          <p15:clr>
            <a:srgbClr val="E46962"/>
          </p15:clr>
        </p15:guide>
        <p15:guide id="18" orient="horz" pos="2103">
          <p15:clr>
            <a:srgbClr val="E46962"/>
          </p15:clr>
        </p15:guide>
        <p15:guide id="19" pos="228">
          <p15:clr>
            <a:srgbClr val="E46962"/>
          </p15:clr>
        </p15:guide>
        <p15:guide id="20" orient="horz" pos="672">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464" name="Shape 464"/>
        <p:cNvGrpSpPr/>
        <p:nvPr/>
      </p:nvGrpSpPr>
      <p:grpSpPr>
        <a:xfrm>
          <a:off x="0" y="0"/>
          <a:ext cx="0" cy="0"/>
          <a:chOff x="0" y="0"/>
          <a:chExt cx="0" cy="0"/>
        </a:xfrm>
      </p:grpSpPr>
      <p:sp>
        <p:nvSpPr>
          <p:cNvPr id="465" name="Google Shape;465;p55"/>
          <p:cNvSpPr txBox="1"/>
          <p:nvPr>
            <p:ph idx="1" type="body"/>
          </p:nvPr>
        </p:nvSpPr>
        <p:spPr>
          <a:xfrm>
            <a:off x="361850" y="2004025"/>
            <a:ext cx="5627400" cy="2547300"/>
          </a:xfrm>
          <a:prstGeom prst="rect">
            <a:avLst/>
          </a:prstGeom>
          <a:noFill/>
          <a:ln>
            <a:noFill/>
          </a:ln>
        </p:spPr>
        <p:txBody>
          <a:bodyPr anchorCtr="0" anchor="t" bIns="91425" lIns="91425" spcFirstLastPara="1" rIns="91425" wrap="square" tIns="91425">
            <a:spAutoFit/>
          </a:bodyPr>
          <a:lstStyle>
            <a:lvl1pPr indent="-304800" lvl="0" marL="457200" marR="0" rtl="0" algn="l">
              <a:lnSpc>
                <a:spcPct val="115000"/>
              </a:lnSpc>
              <a:spcBef>
                <a:spcPts val="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1pPr>
            <a:lvl2pPr indent="-304800" lvl="1" marL="914400" marR="0" rtl="0" algn="l">
              <a:lnSpc>
                <a:spcPct val="115000"/>
              </a:lnSpc>
              <a:spcBef>
                <a:spcPts val="80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2pPr>
            <a:lvl3pPr indent="-304800" lvl="2" marL="1371600" marR="0" rtl="0" algn="l">
              <a:lnSpc>
                <a:spcPct val="115000"/>
              </a:lnSpc>
              <a:spcBef>
                <a:spcPts val="80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3pPr>
            <a:lvl4pPr indent="-304800" lvl="3" marL="1828800" marR="0" rtl="0" algn="l">
              <a:lnSpc>
                <a:spcPct val="115000"/>
              </a:lnSpc>
              <a:spcBef>
                <a:spcPts val="80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4pPr>
            <a:lvl5pPr indent="-304800" lvl="4" marL="2286000" marR="0" rtl="0" algn="l">
              <a:lnSpc>
                <a:spcPct val="115000"/>
              </a:lnSpc>
              <a:spcBef>
                <a:spcPts val="80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5pPr>
            <a:lvl6pPr indent="-304800" lvl="5" marL="2743200" marR="0" rtl="0" algn="l">
              <a:lnSpc>
                <a:spcPct val="115000"/>
              </a:lnSpc>
              <a:spcBef>
                <a:spcPts val="80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6pPr>
            <a:lvl7pPr indent="-304800" lvl="6" marL="3200400" marR="0" rtl="0" algn="l">
              <a:lnSpc>
                <a:spcPct val="115000"/>
              </a:lnSpc>
              <a:spcBef>
                <a:spcPts val="80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7pPr>
            <a:lvl8pPr indent="-304800" lvl="7" marL="3657600" marR="0" rtl="0" algn="l">
              <a:lnSpc>
                <a:spcPct val="115000"/>
              </a:lnSpc>
              <a:spcBef>
                <a:spcPts val="80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8pPr>
            <a:lvl9pPr indent="-304800" lvl="8" marL="4114800" marR="0" rtl="0" algn="l">
              <a:lnSpc>
                <a:spcPct val="115000"/>
              </a:lnSpc>
              <a:spcBef>
                <a:spcPts val="800"/>
              </a:spcBef>
              <a:spcAft>
                <a:spcPts val="80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9pPr>
          </a:lstStyle>
          <a:p/>
        </p:txBody>
      </p:sp>
      <p:sp>
        <p:nvSpPr>
          <p:cNvPr id="466" name="Google Shape;466;p55"/>
          <p:cNvSpPr txBox="1"/>
          <p:nvPr>
            <p:ph type="title"/>
          </p:nvPr>
        </p:nvSpPr>
        <p:spPr>
          <a:xfrm>
            <a:off x="438150" y="524575"/>
            <a:ext cx="5433000" cy="9036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lt1"/>
              </a:buClr>
              <a:buSzPts val="3000"/>
              <a:buFont typeface="Newsreader"/>
              <a:buNone/>
              <a:defRPr b="0" i="0" sz="3000" u="none" cap="none" strike="noStrike">
                <a:solidFill>
                  <a:schemeClr val="lt1"/>
                </a:solidFill>
                <a:latin typeface="Newsreader"/>
                <a:ea typeface="Newsreader"/>
                <a:cs typeface="Newsreader"/>
                <a:sym typeface="Newsreader"/>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67" name="Google Shape;467;p55"/>
          <p:cNvSpPr txBox="1"/>
          <p:nvPr>
            <p:ph idx="2" type="body"/>
          </p:nvPr>
        </p:nvSpPr>
        <p:spPr>
          <a:xfrm>
            <a:off x="4700200" y="1614100"/>
            <a:ext cx="3756600" cy="25473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1pPr>
            <a:lvl2pPr indent="-304800" lvl="1" marL="914400" marR="0" rtl="0" algn="l">
              <a:lnSpc>
                <a:spcPct val="100000"/>
              </a:lnSpc>
              <a:spcBef>
                <a:spcPts val="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2pPr>
            <a:lvl3pPr indent="-304800" lvl="2" marL="1371600" marR="0" rtl="0" algn="l">
              <a:lnSpc>
                <a:spcPct val="100000"/>
              </a:lnSpc>
              <a:spcBef>
                <a:spcPts val="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3pPr>
            <a:lvl4pPr indent="-304800" lvl="3" marL="1828800" marR="0" rtl="0" algn="l">
              <a:lnSpc>
                <a:spcPct val="100000"/>
              </a:lnSpc>
              <a:spcBef>
                <a:spcPts val="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4pPr>
            <a:lvl5pPr indent="-304800" lvl="4" marL="2286000" marR="0" rtl="0" algn="l">
              <a:lnSpc>
                <a:spcPct val="100000"/>
              </a:lnSpc>
              <a:spcBef>
                <a:spcPts val="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5pPr>
            <a:lvl6pPr indent="-304800" lvl="5" marL="2743200" marR="0" rtl="0" algn="l">
              <a:lnSpc>
                <a:spcPct val="100000"/>
              </a:lnSpc>
              <a:spcBef>
                <a:spcPts val="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6pPr>
            <a:lvl7pPr indent="-304800" lvl="6" marL="3200400" marR="0" rtl="0" algn="l">
              <a:lnSpc>
                <a:spcPct val="100000"/>
              </a:lnSpc>
              <a:spcBef>
                <a:spcPts val="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7pPr>
            <a:lvl8pPr indent="-304800" lvl="7" marL="3657600" marR="0" rtl="0" algn="l">
              <a:lnSpc>
                <a:spcPct val="100000"/>
              </a:lnSpc>
              <a:spcBef>
                <a:spcPts val="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8pPr>
            <a:lvl9pPr indent="-304800" lvl="8" marL="4114800" marR="0" rtl="0" algn="l">
              <a:lnSpc>
                <a:spcPct val="100000"/>
              </a:lnSpc>
              <a:spcBef>
                <a:spcPts val="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 id="2147483715" r:id="rId15"/>
    <p:sldLayoutId id="2147483716" r:id="rId16"/>
    <p:sldLayoutId id="2147483717" r:id="rId17"/>
    <p:sldLayoutId id="2147483718" r:id="rId18"/>
    <p:sldLayoutId id="2147483719" r:id="rId19"/>
    <p:sldLayoutId id="2147483720" r:id="rId20"/>
    <p:sldLayoutId id="2147483721" r:id="rId21"/>
    <p:sldLayoutId id="2147483722" r:id="rId22"/>
    <p:sldLayoutId id="2147483723" r:id="rId23"/>
    <p:sldLayoutId id="2147483724" r:id="rId24"/>
    <p:sldLayoutId id="2147483725" r:id="rId25"/>
    <p:sldLayoutId id="2147483726" r:id="rId26"/>
    <p:sldLayoutId id="2147483727" r:id="rId27"/>
    <p:sldLayoutId id="2147483728" r:id="rId28"/>
    <p:sldLayoutId id="2147483729" r:id="rId29"/>
    <p:sldLayoutId id="2147483730" r:id="rId30"/>
    <p:sldLayoutId id="2147483731" r:id="rId31"/>
    <p:sldLayoutId id="2147483732" r:id="rId32"/>
    <p:sldLayoutId id="2147483733" r:id="rId33"/>
    <p:sldLayoutId id="2147483734" r:id="rId34"/>
    <p:sldLayoutId id="2147483735" r:id="rId35"/>
    <p:sldLayoutId id="2147483736" r:id="rId36"/>
    <p:sldLayoutId id="2147483737" r:id="rId37"/>
    <p:sldLayoutId id="2147483738" r:id="rId38"/>
    <p:sldLayoutId id="2147483739" r:id="rId39"/>
    <p:sldLayoutId id="2147483740" r:id="rId40"/>
    <p:sldLayoutId id="2147483741" r:id="rId41"/>
    <p:sldLayoutId id="2147483742" r:id="rId42"/>
    <p:sldLayoutId id="2147483743" r:id="rId43"/>
    <p:sldLayoutId id="2147483744" r:id="rId44"/>
    <p:sldLayoutId id="2147483745" r:id="rId45"/>
    <p:sldLayoutId id="2147483746" r:id="rId46"/>
    <p:sldLayoutId id="2147483747" r:id="rId47"/>
    <p:sldLayoutId id="2147483748" r:id="rId48"/>
    <p:sldLayoutId id="2147483749" r:id="rId49"/>
    <p:sldLayoutId id="2147483750" r:id="rId50"/>
    <p:sldLayoutId id="2147483751" r:id="rId51"/>
    <p:sldLayoutId id="2147483752" r:id="rId52"/>
    <p:sldLayoutId id="2147483753" r:id="rId5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29">
          <p15:clr>
            <a:srgbClr val="E46962"/>
          </p15:clr>
        </p15:guide>
        <p15:guide id="2" orient="horz" pos="233">
          <p15:clr>
            <a:srgbClr val="E46962"/>
          </p15:clr>
        </p15:guide>
        <p15:guide id="3" orient="horz" pos="3011">
          <p15:clr>
            <a:srgbClr val="E46962"/>
          </p15:clr>
        </p15:guide>
        <p15:guide id="4" pos="2850">
          <p15:clr>
            <a:srgbClr val="E46962"/>
          </p15:clr>
        </p15:guide>
        <p15:guide id="5" pos="2910">
          <p15:clr>
            <a:srgbClr val="E46962"/>
          </p15:clr>
        </p15:guide>
        <p15:guide id="6" pos="1468">
          <p15:clr>
            <a:srgbClr val="E46962"/>
          </p15:clr>
        </p15:guide>
        <p15:guide id="7" pos="1527">
          <p15:clr>
            <a:srgbClr val="E46962"/>
          </p15:clr>
        </p15:guide>
        <p15:guide id="8" pos="4226">
          <p15:clr>
            <a:srgbClr val="E46962"/>
          </p15:clr>
        </p15:guide>
        <p15:guide id="9" pos="4285">
          <p15:clr>
            <a:srgbClr val="E46962"/>
          </p15:clr>
        </p15:guide>
        <p15:guide id="10" pos="3773">
          <p15:clr>
            <a:srgbClr val="E46962"/>
          </p15:clr>
        </p15:guide>
        <p15:guide id="11" pos="3830">
          <p15:clr>
            <a:srgbClr val="E46962"/>
          </p15:clr>
        </p15:guide>
        <p15:guide id="12" pos="1930">
          <p15:clr>
            <a:srgbClr val="E46962"/>
          </p15:clr>
        </p15:guide>
        <p15:guide id="13" pos="1987">
          <p15:clr>
            <a:srgbClr val="E46962"/>
          </p15:clr>
        </p15:guide>
        <p15:guide id="14" orient="horz" pos="2867">
          <p15:clr>
            <a:srgbClr val="E46962"/>
          </p15:clr>
        </p15:guide>
        <p15:guide id="15" orient="horz" pos="1135">
          <p15:clr>
            <a:srgbClr val="E46962"/>
          </p15:clr>
        </p15:guide>
        <p15:guide id="16" orient="horz" pos="1194">
          <p15:clr>
            <a:srgbClr val="E46962"/>
          </p15:clr>
        </p15:guide>
        <p15:guide id="17" orient="horz" pos="2043">
          <p15:clr>
            <a:srgbClr val="E46962"/>
          </p15:clr>
        </p15:guide>
        <p15:guide id="18" orient="horz" pos="2103">
          <p15:clr>
            <a:srgbClr val="E46962"/>
          </p15:clr>
        </p15:guide>
        <p15:guide id="19" pos="228">
          <p15:clr>
            <a:srgbClr val="E46962"/>
          </p15:clr>
        </p15:guide>
        <p15:guide id="20" orient="horz" pos="672">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7.jpg"/><Relationship Id="rId4" Type="http://schemas.openxmlformats.org/officeDocument/2006/relationships/image" Target="../media/image15.jpg"/><Relationship Id="rId5" Type="http://schemas.openxmlformats.org/officeDocument/2006/relationships/image" Target="../media/image10.jpg"/><Relationship Id="rId6"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8.jpg"/><Relationship Id="rId4" Type="http://schemas.openxmlformats.org/officeDocument/2006/relationships/image" Target="../media/image7.jpg"/><Relationship Id="rId9" Type="http://schemas.openxmlformats.org/officeDocument/2006/relationships/image" Target="../media/image19.jpg"/><Relationship Id="rId5" Type="http://schemas.openxmlformats.org/officeDocument/2006/relationships/image" Target="../media/image15.jpg"/><Relationship Id="rId6" Type="http://schemas.openxmlformats.org/officeDocument/2006/relationships/image" Target="../media/image10.jpg"/><Relationship Id="rId7" Type="http://schemas.openxmlformats.org/officeDocument/2006/relationships/image" Target="../media/image3.jpg"/><Relationship Id="rId8" Type="http://schemas.openxmlformats.org/officeDocument/2006/relationships/image" Target="../media/image5.jpg"/><Relationship Id="rId10" Type="http://schemas.openxmlformats.org/officeDocument/2006/relationships/image" Target="../media/image1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2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1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1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 Id="rId3" Type="http://schemas.openxmlformats.org/officeDocument/2006/relationships/image" Target="../media/image1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6.xml"/><Relationship Id="rId2" Type="http://schemas.openxmlformats.org/officeDocument/2006/relationships/notesSlide" Target="../notesSlides/notesSlide17.xml"/><Relationship Id="rId3" Type="http://schemas.openxmlformats.org/officeDocument/2006/relationships/image" Target="../media/image30.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6.xml"/><Relationship Id="rId2" Type="http://schemas.openxmlformats.org/officeDocument/2006/relationships/notesSlide" Target="../notesSlides/notesSlide26.xml"/><Relationship Id="rId3" Type="http://schemas.openxmlformats.org/officeDocument/2006/relationships/image" Target="../media/image23.png"/><Relationship Id="rId4" Type="http://schemas.openxmlformats.org/officeDocument/2006/relationships/image" Target="../media/image27.png"/><Relationship Id="rId5" Type="http://schemas.openxmlformats.org/officeDocument/2006/relationships/image" Target="../media/image24.png"/><Relationship Id="rId6" Type="http://schemas.openxmlformats.org/officeDocument/2006/relationships/image" Target="../media/image29.png"/><Relationship Id="rId7" Type="http://schemas.openxmlformats.org/officeDocument/2006/relationships/image" Target="../media/image2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2.xml"/><Relationship Id="rId3" Type="http://schemas.openxmlformats.org/officeDocument/2006/relationships/image" Target="../media/image1.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3.xml"/><Relationship Id="rId3" Type="http://schemas.openxmlformats.org/officeDocument/2006/relationships/image" Target="../media/image2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pic>
        <p:nvPicPr>
          <p:cNvPr descr="A close-up of a modern glass structure. " id="927" name="Google Shape;927;p109"/>
          <p:cNvPicPr preferRelativeResize="0"/>
          <p:nvPr/>
        </p:nvPicPr>
        <p:blipFill rotWithShape="1">
          <a:blip r:embed="rId3">
            <a:alphaModFix/>
          </a:blip>
          <a:srcRect b="80" l="21737" r="19116" t="0"/>
          <a:stretch/>
        </p:blipFill>
        <p:spPr>
          <a:xfrm>
            <a:off x="4587725" y="-8750"/>
            <a:ext cx="4572001" cy="5148074"/>
          </a:xfrm>
          <a:prstGeom prst="rect">
            <a:avLst/>
          </a:prstGeom>
          <a:noFill/>
          <a:ln>
            <a:noFill/>
          </a:ln>
        </p:spPr>
      </p:pic>
      <p:sp>
        <p:nvSpPr>
          <p:cNvPr id="928" name="Google Shape;928;p109"/>
          <p:cNvSpPr txBox="1"/>
          <p:nvPr>
            <p:ph type="title"/>
          </p:nvPr>
        </p:nvSpPr>
        <p:spPr>
          <a:xfrm>
            <a:off x="361975" y="923525"/>
            <a:ext cx="3860100" cy="1218900"/>
          </a:xfrm>
          <a:prstGeom prst="rect">
            <a:avLst/>
          </a:prstGeom>
          <a:noFill/>
          <a:ln>
            <a:noFill/>
          </a:ln>
        </p:spPr>
        <p:txBody>
          <a:bodyPr anchorCtr="0" anchor="t" bIns="91425" lIns="91425" spcFirstLastPara="1" rIns="91425" wrap="square" tIns="91425">
            <a:noAutofit/>
          </a:bodyPr>
          <a:lstStyle/>
          <a:p>
            <a:pPr indent="0" lvl="0" marL="0" rtl="0" algn="ctr">
              <a:lnSpc>
                <a:spcPct val="80000"/>
              </a:lnSpc>
              <a:spcBef>
                <a:spcPts val="0"/>
              </a:spcBef>
              <a:spcAft>
                <a:spcPts val="0"/>
              </a:spcAft>
              <a:buSzPts val="3000"/>
              <a:buNone/>
            </a:pPr>
            <a:r>
              <a:rPr lang="en" sz="4200">
                <a:solidFill>
                  <a:schemeClr val="dk1"/>
                </a:solidFill>
              </a:rPr>
              <a:t>DeckPilot</a:t>
            </a:r>
            <a:endParaRPr/>
          </a:p>
          <a:p>
            <a:pPr indent="0" lvl="0" marL="0" rtl="0" algn="ctr">
              <a:lnSpc>
                <a:spcPct val="80000"/>
              </a:lnSpc>
              <a:spcBef>
                <a:spcPts val="0"/>
              </a:spcBef>
              <a:spcAft>
                <a:spcPts val="0"/>
              </a:spcAft>
              <a:buSzPts val="3000"/>
              <a:buNone/>
            </a:pPr>
            <a:r>
              <a:rPr lang="en" sz="4200">
                <a:solidFill>
                  <a:schemeClr val="dk1"/>
                </a:solidFill>
              </a:rPr>
              <a:t>Upload &amp; RAG Test Presentation</a:t>
            </a:r>
            <a:endParaRPr/>
          </a:p>
        </p:txBody>
      </p:sp>
      <p:sp>
        <p:nvSpPr>
          <p:cNvPr id="929" name="Google Shape;929;p109"/>
          <p:cNvSpPr txBox="1"/>
          <p:nvPr>
            <p:ph idx="1" type="subTitle"/>
          </p:nvPr>
        </p:nvSpPr>
        <p:spPr>
          <a:xfrm>
            <a:off x="361975" y="255533"/>
            <a:ext cx="3860100" cy="377400"/>
          </a:xfrm>
          <a:prstGeom prst="rect">
            <a:avLst/>
          </a:prstGeom>
          <a:noFill/>
          <a:ln>
            <a:noFill/>
          </a:ln>
        </p:spPr>
        <p:txBody>
          <a:bodyPr anchorCtr="0" anchor="t" bIns="91425" lIns="91425" spcFirstLastPara="1" rIns="91425" wrap="square" tIns="91425">
            <a:noAutofit/>
          </a:bodyPr>
          <a:lstStyle/>
          <a:p>
            <a:pPr indent="-304800" lvl="0" marL="457200" rtl="0" algn="ctr">
              <a:lnSpc>
                <a:spcPct val="115000"/>
              </a:lnSpc>
              <a:spcBef>
                <a:spcPts val="0"/>
              </a:spcBef>
              <a:spcAft>
                <a:spcPts val="0"/>
              </a:spcAft>
              <a:buClr>
                <a:schemeClr val="dk1"/>
              </a:buClr>
              <a:buSzPts val="900"/>
              <a:buFont typeface="DM Sans Light"/>
              <a:buNone/>
            </a:pPr>
            <a:r>
              <a:rPr lang="en" sz="900">
                <a:solidFill>
                  <a:schemeClr val="dk1"/>
                </a:solidFill>
                <a:latin typeface="DM Sans Light"/>
                <a:ea typeface="DM Sans Light"/>
                <a:cs typeface="DM Sans Light"/>
                <a:sym typeface="DM Sans Light"/>
              </a:rPr>
              <a:t>DeckPilot Labs · March 2026</a:t>
            </a:r>
            <a:endParaRPr/>
          </a:p>
        </p:txBody>
      </p:sp>
      <p:sp>
        <p:nvSpPr>
          <p:cNvPr id="930" name="Google Shape;930;p109"/>
          <p:cNvSpPr txBox="1"/>
          <p:nvPr>
            <p:ph idx="3" type="body"/>
          </p:nvPr>
        </p:nvSpPr>
        <p:spPr>
          <a:xfrm>
            <a:off x="547575" y="3337797"/>
            <a:ext cx="3492600" cy="1327500"/>
          </a:xfrm>
          <a:prstGeom prst="rect">
            <a:avLst/>
          </a:prstGeom>
          <a:noFill/>
          <a:ln>
            <a:noFill/>
          </a:ln>
        </p:spPr>
        <p:txBody>
          <a:bodyPr anchorCtr="0" anchor="b" bIns="91425" lIns="91425" spcFirstLastPara="1" rIns="91425" wrap="square" tIns="91425">
            <a:noAutofit/>
          </a:bodyPr>
          <a:lstStyle/>
          <a:p>
            <a:pPr indent="-292100" lvl="0" marL="457200" rtl="0" algn="ctr">
              <a:lnSpc>
                <a:spcPct val="115000"/>
              </a:lnSpc>
              <a:spcBef>
                <a:spcPts val="0"/>
              </a:spcBef>
              <a:spcAft>
                <a:spcPts val="0"/>
              </a:spcAft>
              <a:buClr>
                <a:schemeClr val="dk1"/>
              </a:buClr>
              <a:buSzPts val="1000"/>
              <a:buFont typeface="DM Sans Light"/>
              <a:buChar char="●"/>
            </a:pPr>
            <a:r>
              <a:rPr lang="en" sz="1000">
                <a:solidFill>
                  <a:schemeClr val="dk1"/>
                </a:solidFill>
                <a:latin typeface="DM Sans Light"/>
                <a:ea typeface="DM Sans Light"/>
                <a:cs typeface="DM Sans Light"/>
                <a:sym typeface="DM Sans Light"/>
              </a:rPr>
              <a:t>Fictional demo deck for QA. Includes names, dates, KPIs, pricing, personas, competitors, and financial data to test upload parsing and grounded retrieval.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p110"/>
          <p:cNvSpPr/>
          <p:nvPr/>
        </p:nvSpPr>
        <p:spPr>
          <a:xfrm>
            <a:off x="50" y="1804397"/>
            <a:ext cx="3048000" cy="13707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DM Sans"/>
              <a:ea typeface="DM Sans"/>
              <a:cs typeface="DM Sans"/>
              <a:sym typeface="DM Sans"/>
            </a:endParaRPr>
          </a:p>
        </p:txBody>
      </p:sp>
      <p:sp>
        <p:nvSpPr>
          <p:cNvPr id="936" name="Google Shape;936;p110"/>
          <p:cNvSpPr/>
          <p:nvPr/>
        </p:nvSpPr>
        <p:spPr>
          <a:xfrm>
            <a:off x="3048087" y="1804397"/>
            <a:ext cx="3048000" cy="13707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DM Sans"/>
              <a:ea typeface="DM Sans"/>
              <a:cs typeface="DM Sans"/>
              <a:sym typeface="DM Sans"/>
            </a:endParaRPr>
          </a:p>
        </p:txBody>
      </p:sp>
      <p:sp>
        <p:nvSpPr>
          <p:cNvPr id="937" name="Google Shape;937;p110"/>
          <p:cNvSpPr/>
          <p:nvPr/>
        </p:nvSpPr>
        <p:spPr>
          <a:xfrm>
            <a:off x="6096124" y="1804397"/>
            <a:ext cx="3048000" cy="13707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DM Sans"/>
              <a:ea typeface="DM Sans"/>
              <a:cs typeface="DM Sans"/>
              <a:sym typeface="DM Sans"/>
            </a:endParaRPr>
          </a:p>
        </p:txBody>
      </p:sp>
      <p:sp>
        <p:nvSpPr>
          <p:cNvPr id="938" name="Google Shape;938;p110"/>
          <p:cNvSpPr/>
          <p:nvPr/>
        </p:nvSpPr>
        <p:spPr>
          <a:xfrm>
            <a:off x="50" y="3174279"/>
            <a:ext cx="3048000" cy="13707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DM Sans"/>
              <a:ea typeface="DM Sans"/>
              <a:cs typeface="DM Sans"/>
              <a:sym typeface="DM Sans"/>
            </a:endParaRPr>
          </a:p>
        </p:txBody>
      </p:sp>
      <p:sp>
        <p:nvSpPr>
          <p:cNvPr id="939" name="Google Shape;939;p110"/>
          <p:cNvSpPr/>
          <p:nvPr/>
        </p:nvSpPr>
        <p:spPr>
          <a:xfrm>
            <a:off x="3048087" y="3174279"/>
            <a:ext cx="3048000" cy="13707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DM Sans"/>
              <a:ea typeface="DM Sans"/>
              <a:cs typeface="DM Sans"/>
              <a:sym typeface="DM Sans"/>
            </a:endParaRPr>
          </a:p>
        </p:txBody>
      </p:sp>
      <p:sp>
        <p:nvSpPr>
          <p:cNvPr id="940" name="Google Shape;940;p110"/>
          <p:cNvSpPr/>
          <p:nvPr/>
        </p:nvSpPr>
        <p:spPr>
          <a:xfrm>
            <a:off x="6096124" y="3174279"/>
            <a:ext cx="3048000" cy="13707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DM Sans"/>
              <a:ea typeface="DM Sans"/>
              <a:cs typeface="DM Sans"/>
              <a:sym typeface="DM Sans"/>
            </a:endParaRPr>
          </a:p>
        </p:txBody>
      </p:sp>
      <p:sp>
        <p:nvSpPr>
          <p:cNvPr id="941" name="Google Shape;941;p110"/>
          <p:cNvSpPr txBox="1"/>
          <p:nvPr>
            <p:ph idx="1" type="subTitle"/>
          </p:nvPr>
        </p:nvSpPr>
        <p:spPr>
          <a:xfrm>
            <a:off x="363200" y="2516650"/>
            <a:ext cx="2321700" cy="1878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Clr>
                <a:schemeClr val="dk1"/>
              </a:buClr>
              <a:buSzPts val="1600"/>
              <a:buNone/>
            </a:pPr>
            <a:r>
              <a:rPr lang="en" sz="1600">
                <a:solidFill>
                  <a:schemeClr val="dk1"/>
                </a:solidFill>
              </a:rPr>
              <a:t>Company and mission</a:t>
            </a:r>
            <a:endParaRPr/>
          </a:p>
        </p:txBody>
      </p:sp>
      <p:sp>
        <p:nvSpPr>
          <p:cNvPr id="942" name="Google Shape;942;p110"/>
          <p:cNvSpPr txBox="1"/>
          <p:nvPr>
            <p:ph idx="2" type="subTitle"/>
          </p:nvPr>
        </p:nvSpPr>
        <p:spPr>
          <a:xfrm>
            <a:off x="361975" y="2227250"/>
            <a:ext cx="2321700" cy="219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Clr>
                <a:schemeClr val="accent2"/>
              </a:buClr>
              <a:buSzPts val="1000"/>
              <a:buFont typeface="DM Sans Light"/>
              <a:buNone/>
            </a:pPr>
            <a:r>
              <a:rPr lang="en" sz="1000">
                <a:solidFill>
                  <a:schemeClr val="accent2"/>
                </a:solidFill>
                <a:latin typeface="DM Sans Light"/>
                <a:ea typeface="DM Sans Light"/>
                <a:cs typeface="DM Sans Light"/>
                <a:sym typeface="DM Sans Light"/>
              </a:rPr>
              <a:t>1</a:t>
            </a:r>
            <a:endParaRPr/>
          </a:p>
        </p:txBody>
      </p:sp>
      <p:sp>
        <p:nvSpPr>
          <p:cNvPr id="943" name="Google Shape;943;p11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p>
            <a:pPr indent="0" lvl="0" marL="0" rtl="0" algn="r">
              <a:lnSpc>
                <a:spcPct val="100000"/>
              </a:lnSpc>
              <a:spcBef>
                <a:spcPts val="0"/>
              </a:spcBef>
              <a:spcAft>
                <a:spcPts val="0"/>
              </a:spcAft>
              <a:buSzPts val="700"/>
              <a:buNone/>
            </a:pPr>
            <a:r>
              <a:rPr lang="en" sz="700">
                <a:solidFill>
                  <a:schemeClr val="dk1"/>
                </a:solidFill>
                <a:latin typeface="DM Sans"/>
                <a:ea typeface="DM Sans"/>
                <a:cs typeface="DM Sans"/>
                <a:sym typeface="DM Sans"/>
              </a:rPr>
              <a:t>‹#›</a:t>
            </a:r>
            <a:endParaRPr/>
          </a:p>
        </p:txBody>
      </p:sp>
      <p:sp>
        <p:nvSpPr>
          <p:cNvPr id="944" name="Google Shape;944;p110"/>
          <p:cNvSpPr txBox="1"/>
          <p:nvPr>
            <p:ph idx="3" type="subTitle"/>
          </p:nvPr>
        </p:nvSpPr>
        <p:spPr>
          <a:xfrm>
            <a:off x="361975" y="217725"/>
            <a:ext cx="4163100" cy="237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Clr>
                <a:schemeClr val="dk1"/>
              </a:buClr>
              <a:buSzPts val="700"/>
              <a:buFont typeface="DM Sans"/>
              <a:buNone/>
            </a:pPr>
            <a:r>
              <a:rPr lang="en" sz="700">
                <a:solidFill>
                  <a:schemeClr val="dk1"/>
                </a:solidFill>
                <a:latin typeface="DM Sans"/>
                <a:ea typeface="DM Sans"/>
                <a:cs typeface="DM Sans"/>
                <a:sym typeface="DM Sans"/>
              </a:rPr>
              <a:t>DeckPilot Labs</a:t>
            </a:r>
            <a:endParaRPr/>
          </a:p>
        </p:txBody>
      </p:sp>
      <p:sp>
        <p:nvSpPr>
          <p:cNvPr id="945" name="Google Shape;945;p110"/>
          <p:cNvSpPr txBox="1"/>
          <p:nvPr>
            <p:ph type="title"/>
          </p:nvPr>
        </p:nvSpPr>
        <p:spPr>
          <a:xfrm>
            <a:off x="361975" y="962092"/>
            <a:ext cx="5718600" cy="4986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SzPts val="3000"/>
              <a:buNone/>
            </a:pPr>
            <a:r>
              <a:rPr lang="en" sz="3600">
                <a:solidFill>
                  <a:schemeClr val="dk1"/>
                </a:solidFill>
              </a:rPr>
              <a:t>Content overview</a:t>
            </a:r>
            <a:endParaRPr/>
          </a:p>
        </p:txBody>
      </p:sp>
      <p:sp>
        <p:nvSpPr>
          <p:cNvPr id="946" name="Google Shape;946;p110"/>
          <p:cNvSpPr txBox="1"/>
          <p:nvPr>
            <p:ph idx="4" type="subTitle"/>
          </p:nvPr>
        </p:nvSpPr>
        <p:spPr>
          <a:xfrm>
            <a:off x="3411825" y="2516650"/>
            <a:ext cx="2321700" cy="1878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Clr>
                <a:schemeClr val="dk1"/>
              </a:buClr>
              <a:buSzPts val="1600"/>
              <a:buNone/>
            </a:pPr>
            <a:r>
              <a:rPr lang="en" sz="1600">
                <a:solidFill>
                  <a:schemeClr val="dk1"/>
                </a:solidFill>
              </a:rPr>
              <a:t>Problem and solution</a:t>
            </a:r>
            <a:endParaRPr/>
          </a:p>
        </p:txBody>
      </p:sp>
      <p:sp>
        <p:nvSpPr>
          <p:cNvPr id="947" name="Google Shape;947;p110"/>
          <p:cNvSpPr txBox="1"/>
          <p:nvPr>
            <p:ph idx="5" type="subTitle"/>
          </p:nvPr>
        </p:nvSpPr>
        <p:spPr>
          <a:xfrm>
            <a:off x="3410600" y="2227250"/>
            <a:ext cx="2321700" cy="219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Clr>
                <a:schemeClr val="accent2"/>
              </a:buClr>
              <a:buSzPts val="1000"/>
              <a:buFont typeface="DM Sans Light"/>
              <a:buNone/>
            </a:pPr>
            <a:r>
              <a:rPr lang="en" sz="1000">
                <a:solidFill>
                  <a:schemeClr val="accent2"/>
                </a:solidFill>
                <a:latin typeface="DM Sans Light"/>
                <a:ea typeface="DM Sans Light"/>
                <a:cs typeface="DM Sans Light"/>
                <a:sym typeface="DM Sans Light"/>
              </a:rPr>
              <a:t>2</a:t>
            </a:r>
            <a:endParaRPr/>
          </a:p>
        </p:txBody>
      </p:sp>
      <p:sp>
        <p:nvSpPr>
          <p:cNvPr id="948" name="Google Shape;948;p110"/>
          <p:cNvSpPr txBox="1"/>
          <p:nvPr>
            <p:ph idx="6" type="subTitle"/>
          </p:nvPr>
        </p:nvSpPr>
        <p:spPr>
          <a:xfrm>
            <a:off x="6460475" y="2516650"/>
            <a:ext cx="2321700" cy="1878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Clr>
                <a:schemeClr val="dk1"/>
              </a:buClr>
              <a:buSzPts val="1600"/>
              <a:buNone/>
            </a:pPr>
            <a:r>
              <a:rPr lang="en" sz="1600">
                <a:solidFill>
                  <a:schemeClr val="dk1"/>
                </a:solidFill>
              </a:rPr>
              <a:t>Audience and personas</a:t>
            </a:r>
            <a:endParaRPr/>
          </a:p>
        </p:txBody>
      </p:sp>
      <p:sp>
        <p:nvSpPr>
          <p:cNvPr id="949" name="Google Shape;949;p110"/>
          <p:cNvSpPr txBox="1"/>
          <p:nvPr>
            <p:ph idx="7" type="subTitle"/>
          </p:nvPr>
        </p:nvSpPr>
        <p:spPr>
          <a:xfrm>
            <a:off x="6459250" y="2227250"/>
            <a:ext cx="2321700" cy="219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Clr>
                <a:schemeClr val="accent2"/>
              </a:buClr>
              <a:buSzPts val="1000"/>
              <a:buFont typeface="DM Sans Light"/>
              <a:buNone/>
            </a:pPr>
            <a:r>
              <a:rPr lang="en" sz="1000">
                <a:solidFill>
                  <a:schemeClr val="accent2"/>
                </a:solidFill>
                <a:latin typeface="DM Sans Light"/>
                <a:ea typeface="DM Sans Light"/>
                <a:cs typeface="DM Sans Light"/>
                <a:sym typeface="DM Sans Light"/>
              </a:rPr>
              <a:t>3</a:t>
            </a:r>
            <a:endParaRPr/>
          </a:p>
        </p:txBody>
      </p:sp>
      <p:sp>
        <p:nvSpPr>
          <p:cNvPr id="950" name="Google Shape;950;p110"/>
          <p:cNvSpPr txBox="1"/>
          <p:nvPr>
            <p:ph idx="8" type="subTitle"/>
          </p:nvPr>
        </p:nvSpPr>
        <p:spPr>
          <a:xfrm>
            <a:off x="363200" y="3864775"/>
            <a:ext cx="2321700" cy="1878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Clr>
                <a:schemeClr val="dk1"/>
              </a:buClr>
              <a:buSzPts val="1600"/>
              <a:buNone/>
            </a:pPr>
            <a:r>
              <a:rPr lang="en" sz="1600">
                <a:solidFill>
                  <a:schemeClr val="dk1"/>
                </a:solidFill>
              </a:rPr>
              <a:t>Market and competition</a:t>
            </a:r>
            <a:endParaRPr/>
          </a:p>
        </p:txBody>
      </p:sp>
      <p:sp>
        <p:nvSpPr>
          <p:cNvPr id="951" name="Google Shape;951;p110"/>
          <p:cNvSpPr txBox="1"/>
          <p:nvPr>
            <p:ph idx="9" type="subTitle"/>
          </p:nvPr>
        </p:nvSpPr>
        <p:spPr>
          <a:xfrm>
            <a:off x="361975" y="3575375"/>
            <a:ext cx="2321700" cy="219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Clr>
                <a:schemeClr val="accent2"/>
              </a:buClr>
              <a:buSzPts val="1000"/>
              <a:buFont typeface="DM Sans Light"/>
              <a:buNone/>
            </a:pPr>
            <a:r>
              <a:rPr lang="en" sz="1000">
                <a:solidFill>
                  <a:schemeClr val="accent2"/>
                </a:solidFill>
                <a:latin typeface="DM Sans Light"/>
                <a:ea typeface="DM Sans Light"/>
                <a:cs typeface="DM Sans Light"/>
                <a:sym typeface="DM Sans Light"/>
              </a:rPr>
              <a:t>4</a:t>
            </a:r>
            <a:endParaRPr/>
          </a:p>
        </p:txBody>
      </p:sp>
      <p:sp>
        <p:nvSpPr>
          <p:cNvPr id="952" name="Google Shape;952;p110"/>
          <p:cNvSpPr txBox="1"/>
          <p:nvPr>
            <p:ph idx="13" type="subTitle"/>
          </p:nvPr>
        </p:nvSpPr>
        <p:spPr>
          <a:xfrm>
            <a:off x="3411825" y="3864775"/>
            <a:ext cx="2321700" cy="1878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Clr>
                <a:schemeClr val="dk1"/>
              </a:buClr>
              <a:buSzPts val="1600"/>
              <a:buNone/>
            </a:pPr>
            <a:r>
              <a:rPr lang="en" sz="1600">
                <a:solidFill>
                  <a:schemeClr val="dk1"/>
                </a:solidFill>
              </a:rPr>
              <a:t>Business model and finance</a:t>
            </a:r>
            <a:endParaRPr/>
          </a:p>
        </p:txBody>
      </p:sp>
      <p:sp>
        <p:nvSpPr>
          <p:cNvPr id="953" name="Google Shape;953;p110"/>
          <p:cNvSpPr txBox="1"/>
          <p:nvPr>
            <p:ph idx="14" type="subTitle"/>
          </p:nvPr>
        </p:nvSpPr>
        <p:spPr>
          <a:xfrm>
            <a:off x="3410600" y="3575375"/>
            <a:ext cx="2321700" cy="219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Clr>
                <a:schemeClr val="accent2"/>
              </a:buClr>
              <a:buSzPts val="1000"/>
              <a:buFont typeface="DM Sans Light"/>
              <a:buNone/>
            </a:pPr>
            <a:r>
              <a:rPr lang="en" sz="1000">
                <a:solidFill>
                  <a:schemeClr val="accent2"/>
                </a:solidFill>
                <a:latin typeface="DM Sans Light"/>
                <a:ea typeface="DM Sans Light"/>
                <a:cs typeface="DM Sans Light"/>
                <a:sym typeface="DM Sans Light"/>
              </a:rPr>
              <a:t>5</a:t>
            </a:r>
            <a:endParaRPr/>
          </a:p>
        </p:txBody>
      </p:sp>
      <p:sp>
        <p:nvSpPr>
          <p:cNvPr id="954" name="Google Shape;954;p110"/>
          <p:cNvSpPr txBox="1"/>
          <p:nvPr>
            <p:ph idx="15" type="subTitle"/>
          </p:nvPr>
        </p:nvSpPr>
        <p:spPr>
          <a:xfrm>
            <a:off x="6460475" y="3864775"/>
            <a:ext cx="2321700" cy="1878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Clr>
                <a:schemeClr val="dk1"/>
              </a:buClr>
              <a:buSzPts val="1600"/>
              <a:buNone/>
            </a:pPr>
            <a:r>
              <a:rPr lang="en" sz="1600">
                <a:solidFill>
                  <a:schemeClr val="dk1"/>
                </a:solidFill>
              </a:rPr>
              <a:t>Operations and next steps</a:t>
            </a:r>
            <a:endParaRPr/>
          </a:p>
        </p:txBody>
      </p:sp>
      <p:sp>
        <p:nvSpPr>
          <p:cNvPr id="955" name="Google Shape;955;p110"/>
          <p:cNvSpPr txBox="1"/>
          <p:nvPr>
            <p:ph idx="16" type="subTitle"/>
          </p:nvPr>
        </p:nvSpPr>
        <p:spPr>
          <a:xfrm>
            <a:off x="6459250" y="3575375"/>
            <a:ext cx="2321700" cy="219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Clr>
                <a:schemeClr val="accent2"/>
              </a:buClr>
              <a:buSzPts val="1000"/>
              <a:buFont typeface="DM Sans Light"/>
              <a:buNone/>
            </a:pPr>
            <a:r>
              <a:rPr lang="en" sz="1000">
                <a:solidFill>
                  <a:schemeClr val="accent2"/>
                </a:solidFill>
                <a:latin typeface="DM Sans Light"/>
                <a:ea typeface="DM Sans Light"/>
                <a:cs typeface="DM Sans Light"/>
                <a:sym typeface="DM Sans Light"/>
              </a:rPr>
              <a:t>6</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sp>
        <p:nvSpPr>
          <p:cNvPr id="960" name="Google Shape;960;p111"/>
          <p:cNvSpPr txBox="1"/>
          <p:nvPr>
            <p:ph idx="4" type="subTitle"/>
          </p:nvPr>
        </p:nvSpPr>
        <p:spPr>
          <a:xfrm>
            <a:off x="361975" y="3493626"/>
            <a:ext cx="3154800" cy="2196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Clr>
                <a:schemeClr val="dk1"/>
              </a:buClr>
              <a:buSzPts val="1800"/>
              <a:buNone/>
            </a:pPr>
            <a:r>
              <a:rPr lang="en" sz="1800">
                <a:solidFill>
                  <a:schemeClr val="dk1"/>
                </a:solidFill>
              </a:rPr>
              <a:t>Founding story</a:t>
            </a:r>
            <a:endParaRPr/>
          </a:p>
        </p:txBody>
      </p:sp>
      <p:sp>
        <p:nvSpPr>
          <p:cNvPr id="961" name="Google Shape;961;p111"/>
          <p:cNvSpPr txBox="1"/>
          <p:nvPr>
            <p:ph idx="5" type="subTitle"/>
          </p:nvPr>
        </p:nvSpPr>
        <p:spPr>
          <a:xfrm>
            <a:off x="4909675" y="3493626"/>
            <a:ext cx="3154800" cy="2196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Clr>
                <a:schemeClr val="dk1"/>
              </a:buClr>
              <a:buSzPts val="1800"/>
              <a:buNone/>
            </a:pPr>
            <a:r>
              <a:rPr lang="en" sz="1800">
                <a:solidFill>
                  <a:schemeClr val="dk1"/>
                </a:solidFill>
              </a:rPr>
              <a:t>Core product</a:t>
            </a:r>
            <a:endParaRPr/>
          </a:p>
        </p:txBody>
      </p:sp>
      <p:sp>
        <p:nvSpPr>
          <p:cNvPr id="962" name="Google Shape;962;p111"/>
          <p:cNvSpPr txBox="1"/>
          <p:nvPr>
            <p:ph idx="6" type="subTitle"/>
          </p:nvPr>
        </p:nvSpPr>
        <p:spPr>
          <a:xfrm>
            <a:off x="361975" y="4145267"/>
            <a:ext cx="3154800" cy="2196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Clr>
                <a:schemeClr val="dk1"/>
              </a:buClr>
              <a:buSzPts val="1800"/>
              <a:buNone/>
            </a:pPr>
            <a:r>
              <a:rPr lang="en" sz="1800">
                <a:solidFill>
                  <a:schemeClr val="dk1"/>
                </a:solidFill>
              </a:rPr>
              <a:t>Pilot metrics</a:t>
            </a:r>
            <a:endParaRPr/>
          </a:p>
        </p:txBody>
      </p:sp>
      <p:sp>
        <p:nvSpPr>
          <p:cNvPr id="963" name="Google Shape;963;p111"/>
          <p:cNvSpPr txBox="1"/>
          <p:nvPr>
            <p:ph idx="7" type="subTitle"/>
          </p:nvPr>
        </p:nvSpPr>
        <p:spPr>
          <a:xfrm>
            <a:off x="4909675" y="4145267"/>
            <a:ext cx="3154800" cy="2196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Clr>
                <a:schemeClr val="dk1"/>
              </a:buClr>
              <a:buSzPts val="1800"/>
              <a:buNone/>
            </a:pPr>
            <a:r>
              <a:rPr lang="en" sz="1800">
                <a:solidFill>
                  <a:schemeClr val="dk1"/>
                </a:solidFill>
              </a:rPr>
              <a:t>Customer segments</a:t>
            </a:r>
            <a:endParaRPr/>
          </a:p>
        </p:txBody>
      </p:sp>
      <p:sp>
        <p:nvSpPr>
          <p:cNvPr id="964" name="Google Shape;964;p111"/>
          <p:cNvSpPr txBox="1"/>
          <p:nvPr>
            <p:ph idx="1" type="subTitle"/>
          </p:nvPr>
        </p:nvSpPr>
        <p:spPr>
          <a:xfrm>
            <a:off x="361975" y="2841984"/>
            <a:ext cx="3154800" cy="2196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Clr>
                <a:schemeClr val="dk1"/>
              </a:buClr>
              <a:buSzPts val="1800"/>
              <a:buNone/>
            </a:pPr>
            <a:r>
              <a:rPr lang="en" sz="1800">
                <a:solidFill>
                  <a:schemeClr val="dk1"/>
                </a:solidFill>
              </a:rPr>
              <a:t>Pricing model</a:t>
            </a:r>
            <a:endParaRPr/>
          </a:p>
        </p:txBody>
      </p:sp>
      <p:sp>
        <p:nvSpPr>
          <p:cNvPr id="965" name="Google Shape;965;p111"/>
          <p:cNvSpPr txBox="1"/>
          <p:nvPr>
            <p:ph idx="3" type="subTitle"/>
          </p:nvPr>
        </p:nvSpPr>
        <p:spPr>
          <a:xfrm>
            <a:off x="4909675" y="2841984"/>
            <a:ext cx="3154800" cy="2196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Clr>
                <a:schemeClr val="dk1"/>
              </a:buClr>
              <a:buSzPts val="1800"/>
              <a:buNone/>
            </a:pPr>
            <a:r>
              <a:rPr lang="en" sz="1800">
                <a:solidFill>
                  <a:schemeClr val="dk1"/>
                </a:solidFill>
              </a:rPr>
              <a:t>Roadmap</a:t>
            </a:r>
            <a:endParaRPr/>
          </a:p>
        </p:txBody>
      </p:sp>
      <p:sp>
        <p:nvSpPr>
          <p:cNvPr id="966" name="Google Shape;966;p111"/>
          <p:cNvSpPr txBox="1"/>
          <p:nvPr>
            <p:ph type="title"/>
          </p:nvPr>
        </p:nvSpPr>
        <p:spPr>
          <a:xfrm>
            <a:off x="361975" y="962100"/>
            <a:ext cx="4163100" cy="4986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SzPts val="3000"/>
              <a:buNone/>
            </a:pPr>
            <a:r>
              <a:rPr lang="en" sz="3600">
                <a:solidFill>
                  <a:schemeClr val="dk1"/>
                </a:solidFill>
              </a:rPr>
              <a:t>Content overview</a:t>
            </a:r>
            <a:endParaRPr/>
          </a:p>
        </p:txBody>
      </p:sp>
      <p:sp>
        <p:nvSpPr>
          <p:cNvPr id="967" name="Google Shape;967;p11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p>
            <a:pPr indent="0" lvl="0" marL="0" rtl="0" algn="r">
              <a:lnSpc>
                <a:spcPct val="100000"/>
              </a:lnSpc>
              <a:spcBef>
                <a:spcPts val="0"/>
              </a:spcBef>
              <a:spcAft>
                <a:spcPts val="0"/>
              </a:spcAft>
              <a:buSzPts val="700"/>
              <a:buNone/>
            </a:pPr>
            <a:r>
              <a:rPr lang="en" sz="700">
                <a:solidFill>
                  <a:schemeClr val="dk1"/>
                </a:solidFill>
                <a:latin typeface="DM Sans"/>
                <a:ea typeface="DM Sans"/>
                <a:cs typeface="DM Sans"/>
                <a:sym typeface="DM Sans"/>
              </a:rPr>
              <a:t>‹#›</a:t>
            </a:r>
            <a:endParaRPr/>
          </a:p>
        </p:txBody>
      </p:sp>
      <p:sp>
        <p:nvSpPr>
          <p:cNvPr id="968" name="Google Shape;968;p111"/>
          <p:cNvSpPr txBox="1"/>
          <p:nvPr>
            <p:ph idx="2" type="subTitle"/>
          </p:nvPr>
        </p:nvSpPr>
        <p:spPr>
          <a:xfrm>
            <a:off x="361975" y="217725"/>
            <a:ext cx="4163100" cy="237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Clr>
                <a:schemeClr val="dk1"/>
              </a:buClr>
              <a:buSzPts val="700"/>
              <a:buFont typeface="DM Sans"/>
              <a:buNone/>
            </a:pPr>
            <a:r>
              <a:rPr lang="en" sz="700">
                <a:solidFill>
                  <a:schemeClr val="dk1"/>
                </a:solidFill>
                <a:latin typeface="DM Sans"/>
                <a:ea typeface="DM Sans"/>
                <a:cs typeface="DM Sans"/>
                <a:sym typeface="DM Sans"/>
              </a:rPr>
              <a:t>DeckPilot Labs</a:t>
            </a:r>
            <a:endParaRPr/>
          </a:p>
        </p:txBody>
      </p:sp>
      <p:cxnSp>
        <p:nvCxnSpPr>
          <p:cNvPr id="969" name="Google Shape;969;p111"/>
          <p:cNvCxnSpPr/>
          <p:nvPr/>
        </p:nvCxnSpPr>
        <p:spPr>
          <a:xfrm>
            <a:off x="378475" y="3240663"/>
            <a:ext cx="3850500" cy="0"/>
          </a:xfrm>
          <a:prstGeom prst="straightConnector1">
            <a:avLst/>
          </a:prstGeom>
          <a:noFill/>
          <a:ln cap="flat" cmpd="sng" w="9525">
            <a:solidFill>
              <a:schemeClr val="lt2"/>
            </a:solidFill>
            <a:prstDash val="solid"/>
            <a:round/>
            <a:headEnd len="sm" w="sm" type="none"/>
            <a:tailEnd len="sm" w="sm" type="none"/>
          </a:ln>
        </p:spPr>
      </p:cxnSp>
      <p:cxnSp>
        <p:nvCxnSpPr>
          <p:cNvPr id="970" name="Google Shape;970;p111"/>
          <p:cNvCxnSpPr/>
          <p:nvPr/>
        </p:nvCxnSpPr>
        <p:spPr>
          <a:xfrm>
            <a:off x="378475" y="3892305"/>
            <a:ext cx="3850500" cy="0"/>
          </a:xfrm>
          <a:prstGeom prst="straightConnector1">
            <a:avLst/>
          </a:prstGeom>
          <a:noFill/>
          <a:ln cap="flat" cmpd="sng" w="9525">
            <a:solidFill>
              <a:schemeClr val="lt2"/>
            </a:solidFill>
            <a:prstDash val="solid"/>
            <a:round/>
            <a:headEnd len="sm" w="sm" type="none"/>
            <a:tailEnd len="sm" w="sm" type="none"/>
          </a:ln>
        </p:spPr>
      </p:cxnSp>
      <p:cxnSp>
        <p:nvCxnSpPr>
          <p:cNvPr id="971" name="Google Shape;971;p111"/>
          <p:cNvCxnSpPr/>
          <p:nvPr/>
        </p:nvCxnSpPr>
        <p:spPr>
          <a:xfrm>
            <a:off x="378475" y="4543946"/>
            <a:ext cx="3850500" cy="0"/>
          </a:xfrm>
          <a:prstGeom prst="straightConnector1">
            <a:avLst/>
          </a:prstGeom>
          <a:noFill/>
          <a:ln cap="flat" cmpd="sng" w="9525">
            <a:solidFill>
              <a:schemeClr val="lt2"/>
            </a:solidFill>
            <a:prstDash val="solid"/>
            <a:round/>
            <a:headEnd len="sm" w="sm" type="none"/>
            <a:tailEnd len="sm" w="sm" type="none"/>
          </a:ln>
        </p:spPr>
      </p:cxnSp>
      <p:cxnSp>
        <p:nvCxnSpPr>
          <p:cNvPr id="972" name="Google Shape;972;p111"/>
          <p:cNvCxnSpPr/>
          <p:nvPr/>
        </p:nvCxnSpPr>
        <p:spPr>
          <a:xfrm>
            <a:off x="4926175" y="3240663"/>
            <a:ext cx="3850500" cy="0"/>
          </a:xfrm>
          <a:prstGeom prst="straightConnector1">
            <a:avLst/>
          </a:prstGeom>
          <a:noFill/>
          <a:ln cap="flat" cmpd="sng" w="9525">
            <a:solidFill>
              <a:schemeClr val="lt2"/>
            </a:solidFill>
            <a:prstDash val="solid"/>
            <a:round/>
            <a:headEnd len="sm" w="sm" type="none"/>
            <a:tailEnd len="sm" w="sm" type="none"/>
          </a:ln>
        </p:spPr>
      </p:cxnSp>
      <p:cxnSp>
        <p:nvCxnSpPr>
          <p:cNvPr id="973" name="Google Shape;973;p111"/>
          <p:cNvCxnSpPr/>
          <p:nvPr/>
        </p:nvCxnSpPr>
        <p:spPr>
          <a:xfrm>
            <a:off x="4926175" y="3892305"/>
            <a:ext cx="3850500" cy="0"/>
          </a:xfrm>
          <a:prstGeom prst="straightConnector1">
            <a:avLst/>
          </a:prstGeom>
          <a:noFill/>
          <a:ln cap="flat" cmpd="sng" w="9525">
            <a:solidFill>
              <a:schemeClr val="lt2"/>
            </a:solidFill>
            <a:prstDash val="solid"/>
            <a:round/>
            <a:headEnd len="sm" w="sm" type="none"/>
            <a:tailEnd len="sm" w="sm" type="none"/>
          </a:ln>
        </p:spPr>
      </p:cxnSp>
      <p:cxnSp>
        <p:nvCxnSpPr>
          <p:cNvPr id="974" name="Google Shape;974;p111"/>
          <p:cNvCxnSpPr/>
          <p:nvPr/>
        </p:nvCxnSpPr>
        <p:spPr>
          <a:xfrm>
            <a:off x="4926175" y="4543946"/>
            <a:ext cx="3850500" cy="0"/>
          </a:xfrm>
          <a:prstGeom prst="straightConnector1">
            <a:avLst/>
          </a:prstGeom>
          <a:noFill/>
          <a:ln cap="flat" cmpd="sng" w="9525">
            <a:solidFill>
              <a:schemeClr val="lt2"/>
            </a:solidFill>
            <a:prstDash val="solid"/>
            <a:round/>
            <a:headEnd len="sm" w="sm" type="none"/>
            <a:tailEnd len="sm" w="sm" type="none"/>
          </a:ln>
        </p:spPr>
      </p:cxnSp>
      <p:sp>
        <p:nvSpPr>
          <p:cNvPr id="975" name="Google Shape;975;p111"/>
          <p:cNvSpPr txBox="1"/>
          <p:nvPr/>
        </p:nvSpPr>
        <p:spPr>
          <a:xfrm>
            <a:off x="3891910" y="2805147"/>
            <a:ext cx="500100" cy="356400"/>
          </a:xfrm>
          <a:prstGeom prst="rect">
            <a:avLst/>
          </a:prstGeom>
          <a:noFill/>
          <a:ln>
            <a:noFill/>
          </a:ln>
        </p:spPr>
        <p:txBody>
          <a:bodyPr anchorCtr="0" anchor="ctr" bIns="91425" lIns="91425" spcFirstLastPara="1" rIns="137150" wrap="square" tIns="91425">
            <a:noAutofit/>
          </a:bodyPr>
          <a:lstStyle/>
          <a:p>
            <a:pPr indent="-330200" lvl="0" marL="457200" marR="0" rtl="0" algn="r">
              <a:lnSpc>
                <a:spcPct val="100000"/>
              </a:lnSpc>
              <a:spcBef>
                <a:spcPts val="0"/>
              </a:spcBef>
              <a:spcAft>
                <a:spcPts val="0"/>
              </a:spcAft>
              <a:buClr>
                <a:schemeClr val="accent2"/>
              </a:buClr>
              <a:buSzPts val="1600"/>
              <a:buFont typeface="Newsreader"/>
              <a:buChar char="➔"/>
            </a:pPr>
            <a:r>
              <a:t/>
            </a:r>
            <a:endParaRPr b="0" i="0" sz="1600" u="none" cap="none" strike="noStrike">
              <a:solidFill>
                <a:schemeClr val="accent2"/>
              </a:solidFill>
              <a:latin typeface="Newsreader"/>
              <a:ea typeface="Newsreader"/>
              <a:cs typeface="Newsreader"/>
              <a:sym typeface="Newsreader"/>
            </a:endParaRPr>
          </a:p>
        </p:txBody>
      </p:sp>
      <p:sp>
        <p:nvSpPr>
          <p:cNvPr id="976" name="Google Shape;976;p111"/>
          <p:cNvSpPr txBox="1"/>
          <p:nvPr/>
        </p:nvSpPr>
        <p:spPr>
          <a:xfrm>
            <a:off x="3891910" y="3474159"/>
            <a:ext cx="500100" cy="356400"/>
          </a:xfrm>
          <a:prstGeom prst="rect">
            <a:avLst/>
          </a:prstGeom>
          <a:noFill/>
          <a:ln>
            <a:noFill/>
          </a:ln>
        </p:spPr>
        <p:txBody>
          <a:bodyPr anchorCtr="0" anchor="ctr" bIns="91425" lIns="91425" spcFirstLastPara="1" rIns="137150" wrap="square" tIns="91425">
            <a:noAutofit/>
          </a:bodyPr>
          <a:lstStyle/>
          <a:p>
            <a:pPr indent="-330200" lvl="0" marL="457200" marR="0" rtl="0" algn="r">
              <a:lnSpc>
                <a:spcPct val="100000"/>
              </a:lnSpc>
              <a:spcBef>
                <a:spcPts val="0"/>
              </a:spcBef>
              <a:spcAft>
                <a:spcPts val="0"/>
              </a:spcAft>
              <a:buClr>
                <a:schemeClr val="accent2"/>
              </a:buClr>
              <a:buSzPts val="1600"/>
              <a:buFont typeface="Newsreader"/>
              <a:buChar char="➔"/>
            </a:pPr>
            <a:r>
              <a:t/>
            </a:r>
            <a:endParaRPr b="0" i="0" sz="1600" u="none" cap="none" strike="noStrike">
              <a:solidFill>
                <a:schemeClr val="accent2"/>
              </a:solidFill>
              <a:latin typeface="Newsreader"/>
              <a:ea typeface="Newsreader"/>
              <a:cs typeface="Newsreader"/>
              <a:sym typeface="Newsreader"/>
            </a:endParaRPr>
          </a:p>
        </p:txBody>
      </p:sp>
      <p:sp>
        <p:nvSpPr>
          <p:cNvPr id="977" name="Google Shape;977;p111"/>
          <p:cNvSpPr txBox="1"/>
          <p:nvPr/>
        </p:nvSpPr>
        <p:spPr>
          <a:xfrm>
            <a:off x="3891910" y="4143159"/>
            <a:ext cx="500100" cy="356400"/>
          </a:xfrm>
          <a:prstGeom prst="rect">
            <a:avLst/>
          </a:prstGeom>
          <a:noFill/>
          <a:ln>
            <a:noFill/>
          </a:ln>
        </p:spPr>
        <p:txBody>
          <a:bodyPr anchorCtr="0" anchor="ctr" bIns="91425" lIns="91425" spcFirstLastPara="1" rIns="137150" wrap="square" tIns="91425">
            <a:noAutofit/>
          </a:bodyPr>
          <a:lstStyle/>
          <a:p>
            <a:pPr indent="-330200" lvl="0" marL="457200" marR="0" rtl="0" algn="r">
              <a:lnSpc>
                <a:spcPct val="100000"/>
              </a:lnSpc>
              <a:spcBef>
                <a:spcPts val="0"/>
              </a:spcBef>
              <a:spcAft>
                <a:spcPts val="0"/>
              </a:spcAft>
              <a:buClr>
                <a:schemeClr val="accent2"/>
              </a:buClr>
              <a:buSzPts val="1600"/>
              <a:buFont typeface="Newsreader"/>
              <a:buChar char="➔"/>
            </a:pPr>
            <a:r>
              <a:t/>
            </a:r>
            <a:endParaRPr b="0" i="0" sz="1600" u="none" cap="none" strike="noStrike">
              <a:solidFill>
                <a:schemeClr val="accent2"/>
              </a:solidFill>
              <a:latin typeface="Newsreader"/>
              <a:ea typeface="Newsreader"/>
              <a:cs typeface="Newsreader"/>
              <a:sym typeface="Newsreader"/>
            </a:endParaRPr>
          </a:p>
        </p:txBody>
      </p:sp>
      <p:sp>
        <p:nvSpPr>
          <p:cNvPr id="978" name="Google Shape;978;p111"/>
          <p:cNvSpPr txBox="1"/>
          <p:nvPr/>
        </p:nvSpPr>
        <p:spPr>
          <a:xfrm>
            <a:off x="8437295" y="2805147"/>
            <a:ext cx="500100" cy="356400"/>
          </a:xfrm>
          <a:prstGeom prst="rect">
            <a:avLst/>
          </a:prstGeom>
          <a:noFill/>
          <a:ln>
            <a:noFill/>
          </a:ln>
        </p:spPr>
        <p:txBody>
          <a:bodyPr anchorCtr="0" anchor="ctr" bIns="91425" lIns="91425" spcFirstLastPara="1" rIns="137150" wrap="square" tIns="91425">
            <a:noAutofit/>
          </a:bodyPr>
          <a:lstStyle/>
          <a:p>
            <a:pPr indent="-330200" lvl="0" marL="457200" marR="0" rtl="0" algn="r">
              <a:lnSpc>
                <a:spcPct val="100000"/>
              </a:lnSpc>
              <a:spcBef>
                <a:spcPts val="0"/>
              </a:spcBef>
              <a:spcAft>
                <a:spcPts val="0"/>
              </a:spcAft>
              <a:buClr>
                <a:schemeClr val="accent2"/>
              </a:buClr>
              <a:buSzPts val="1600"/>
              <a:buFont typeface="Newsreader"/>
              <a:buChar char="➔"/>
            </a:pPr>
            <a:r>
              <a:t/>
            </a:r>
            <a:endParaRPr b="0" i="0" sz="1600" u="none" cap="none" strike="noStrike">
              <a:solidFill>
                <a:schemeClr val="accent2"/>
              </a:solidFill>
              <a:latin typeface="Newsreader"/>
              <a:ea typeface="Newsreader"/>
              <a:cs typeface="Newsreader"/>
              <a:sym typeface="Newsreader"/>
            </a:endParaRPr>
          </a:p>
        </p:txBody>
      </p:sp>
      <p:sp>
        <p:nvSpPr>
          <p:cNvPr id="979" name="Google Shape;979;p111"/>
          <p:cNvSpPr txBox="1"/>
          <p:nvPr/>
        </p:nvSpPr>
        <p:spPr>
          <a:xfrm>
            <a:off x="8437295" y="3474159"/>
            <a:ext cx="500100" cy="356400"/>
          </a:xfrm>
          <a:prstGeom prst="rect">
            <a:avLst/>
          </a:prstGeom>
          <a:noFill/>
          <a:ln>
            <a:noFill/>
          </a:ln>
        </p:spPr>
        <p:txBody>
          <a:bodyPr anchorCtr="0" anchor="ctr" bIns="91425" lIns="91425" spcFirstLastPara="1" rIns="137150" wrap="square" tIns="91425">
            <a:noAutofit/>
          </a:bodyPr>
          <a:lstStyle/>
          <a:p>
            <a:pPr indent="-330200" lvl="0" marL="457200" marR="0" rtl="0" algn="r">
              <a:lnSpc>
                <a:spcPct val="100000"/>
              </a:lnSpc>
              <a:spcBef>
                <a:spcPts val="0"/>
              </a:spcBef>
              <a:spcAft>
                <a:spcPts val="0"/>
              </a:spcAft>
              <a:buClr>
                <a:schemeClr val="accent2"/>
              </a:buClr>
              <a:buSzPts val="1600"/>
              <a:buFont typeface="Newsreader"/>
              <a:buChar char="➔"/>
            </a:pPr>
            <a:r>
              <a:t/>
            </a:r>
            <a:endParaRPr b="0" i="0" sz="1600" u="none" cap="none" strike="noStrike">
              <a:solidFill>
                <a:schemeClr val="accent2"/>
              </a:solidFill>
              <a:latin typeface="Newsreader"/>
              <a:ea typeface="Newsreader"/>
              <a:cs typeface="Newsreader"/>
              <a:sym typeface="Newsreader"/>
            </a:endParaRPr>
          </a:p>
        </p:txBody>
      </p:sp>
      <p:sp>
        <p:nvSpPr>
          <p:cNvPr id="980" name="Google Shape;980;p111"/>
          <p:cNvSpPr txBox="1"/>
          <p:nvPr/>
        </p:nvSpPr>
        <p:spPr>
          <a:xfrm>
            <a:off x="8437295" y="4143159"/>
            <a:ext cx="500100" cy="356400"/>
          </a:xfrm>
          <a:prstGeom prst="rect">
            <a:avLst/>
          </a:prstGeom>
          <a:noFill/>
          <a:ln>
            <a:noFill/>
          </a:ln>
        </p:spPr>
        <p:txBody>
          <a:bodyPr anchorCtr="0" anchor="ctr" bIns="91425" lIns="91425" spcFirstLastPara="1" rIns="137150" wrap="square" tIns="91425">
            <a:noAutofit/>
          </a:bodyPr>
          <a:lstStyle/>
          <a:p>
            <a:pPr indent="-330200" lvl="0" marL="457200" marR="0" rtl="0" algn="r">
              <a:lnSpc>
                <a:spcPct val="100000"/>
              </a:lnSpc>
              <a:spcBef>
                <a:spcPts val="0"/>
              </a:spcBef>
              <a:spcAft>
                <a:spcPts val="0"/>
              </a:spcAft>
              <a:buClr>
                <a:schemeClr val="accent2"/>
              </a:buClr>
              <a:buSzPts val="1600"/>
              <a:buFont typeface="Newsreader"/>
              <a:buChar char="➔"/>
            </a:pPr>
            <a:r>
              <a:t/>
            </a:r>
            <a:endParaRPr b="0" i="0" sz="1600" u="none" cap="none" strike="noStrike">
              <a:solidFill>
                <a:schemeClr val="accent2"/>
              </a:solidFill>
              <a:latin typeface="Newsreader"/>
              <a:ea typeface="Newsreader"/>
              <a:cs typeface="Newsreader"/>
              <a:sym typeface="Newsread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112"/>
          <p:cNvSpPr/>
          <p:nvPr/>
        </p:nvSpPr>
        <p:spPr>
          <a:xfrm>
            <a:off x="6857075" y="1801500"/>
            <a:ext cx="2294400" cy="3342000"/>
          </a:xfrm>
          <a:prstGeom prst="roundRect">
            <a:avLst>
              <a:gd fmla="val 0"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1"/>
              </a:solidFill>
              <a:latin typeface="DM Sans"/>
              <a:ea typeface="DM Sans"/>
              <a:cs typeface="DM Sans"/>
              <a:sym typeface="DM Sans"/>
            </a:endParaRPr>
          </a:p>
        </p:txBody>
      </p:sp>
      <p:sp>
        <p:nvSpPr>
          <p:cNvPr id="986" name="Google Shape;986;p112"/>
          <p:cNvSpPr/>
          <p:nvPr/>
        </p:nvSpPr>
        <p:spPr>
          <a:xfrm>
            <a:off x="4562625" y="1801500"/>
            <a:ext cx="2294400" cy="3342000"/>
          </a:xfrm>
          <a:prstGeom prst="roundRect">
            <a:avLst>
              <a:gd fmla="val 0"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1"/>
              </a:solidFill>
              <a:latin typeface="DM Sans"/>
              <a:ea typeface="DM Sans"/>
              <a:cs typeface="DM Sans"/>
              <a:sym typeface="DM Sans"/>
            </a:endParaRPr>
          </a:p>
        </p:txBody>
      </p:sp>
      <p:sp>
        <p:nvSpPr>
          <p:cNvPr id="987" name="Google Shape;987;p112"/>
          <p:cNvSpPr/>
          <p:nvPr/>
        </p:nvSpPr>
        <p:spPr>
          <a:xfrm>
            <a:off x="2294450" y="1801500"/>
            <a:ext cx="2294400" cy="3342000"/>
          </a:xfrm>
          <a:prstGeom prst="roundRect">
            <a:avLst>
              <a:gd fmla="val 0"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1"/>
              </a:solidFill>
              <a:latin typeface="DM Sans"/>
              <a:ea typeface="DM Sans"/>
              <a:cs typeface="DM Sans"/>
              <a:sym typeface="DM Sans"/>
            </a:endParaRPr>
          </a:p>
        </p:txBody>
      </p:sp>
      <p:sp>
        <p:nvSpPr>
          <p:cNvPr id="988" name="Google Shape;988;p112"/>
          <p:cNvSpPr/>
          <p:nvPr/>
        </p:nvSpPr>
        <p:spPr>
          <a:xfrm>
            <a:off x="0" y="1801500"/>
            <a:ext cx="2294400" cy="3342000"/>
          </a:xfrm>
          <a:prstGeom prst="roundRect">
            <a:avLst>
              <a:gd fmla="val 0"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1"/>
              </a:solidFill>
              <a:latin typeface="DM Sans"/>
              <a:ea typeface="DM Sans"/>
              <a:cs typeface="DM Sans"/>
              <a:sym typeface="DM Sans"/>
            </a:endParaRPr>
          </a:p>
        </p:txBody>
      </p:sp>
      <p:pic>
        <p:nvPicPr>
          <p:cNvPr descr="A businessman in a suit, standing outdoors. " id="989" name="Google Shape;989;p112"/>
          <p:cNvPicPr preferRelativeResize="0"/>
          <p:nvPr>
            <p:ph idx="8" type="pic"/>
          </p:nvPr>
        </p:nvPicPr>
        <p:blipFill rotWithShape="1">
          <a:blip r:embed="rId3">
            <a:alphaModFix/>
          </a:blip>
          <a:srcRect b="0" l="16676" r="16676" t="0"/>
          <a:stretch/>
        </p:blipFill>
        <p:spPr>
          <a:xfrm>
            <a:off x="651288" y="1923334"/>
            <a:ext cx="991800" cy="991799"/>
          </a:xfrm>
          <a:prstGeom prst="rect">
            <a:avLst/>
          </a:prstGeom>
          <a:noFill/>
          <a:ln>
            <a:noFill/>
          </a:ln>
        </p:spPr>
      </p:pic>
      <p:sp>
        <p:nvSpPr>
          <p:cNvPr id="990" name="Google Shape;990;p112"/>
          <p:cNvSpPr txBox="1"/>
          <p:nvPr>
            <p:ph type="title"/>
          </p:nvPr>
        </p:nvSpPr>
        <p:spPr>
          <a:xfrm>
            <a:off x="361975" y="962092"/>
            <a:ext cx="5718600" cy="4986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SzPts val="3000"/>
              <a:buNone/>
            </a:pPr>
            <a:r>
              <a:rPr lang="en" sz="3600">
                <a:solidFill>
                  <a:schemeClr val="dk1"/>
                </a:solidFill>
              </a:rPr>
              <a:t>Our team</a:t>
            </a:r>
            <a:endParaRPr/>
          </a:p>
        </p:txBody>
      </p:sp>
      <p:sp>
        <p:nvSpPr>
          <p:cNvPr id="991" name="Google Shape;991;p11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p>
            <a:pPr indent="0" lvl="0" marL="0" rtl="0" algn="r">
              <a:lnSpc>
                <a:spcPct val="100000"/>
              </a:lnSpc>
              <a:spcBef>
                <a:spcPts val="0"/>
              </a:spcBef>
              <a:spcAft>
                <a:spcPts val="0"/>
              </a:spcAft>
              <a:buSzPts val="700"/>
              <a:buNone/>
            </a:pPr>
            <a:r>
              <a:rPr lang="en" sz="700">
                <a:solidFill>
                  <a:schemeClr val="dk1"/>
                </a:solidFill>
                <a:latin typeface="DM Sans"/>
                <a:ea typeface="DM Sans"/>
                <a:cs typeface="DM Sans"/>
                <a:sym typeface="DM Sans"/>
              </a:rPr>
              <a:t>‹#›</a:t>
            </a:r>
            <a:endParaRPr/>
          </a:p>
        </p:txBody>
      </p:sp>
      <p:sp>
        <p:nvSpPr>
          <p:cNvPr id="992" name="Google Shape;992;p112"/>
          <p:cNvSpPr txBox="1"/>
          <p:nvPr>
            <p:ph idx="9" type="subTitle"/>
          </p:nvPr>
        </p:nvSpPr>
        <p:spPr>
          <a:xfrm>
            <a:off x="361975" y="217725"/>
            <a:ext cx="4163100" cy="237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Clr>
                <a:schemeClr val="dk1"/>
              </a:buClr>
              <a:buSzPts val="700"/>
              <a:buFont typeface="DM Sans"/>
              <a:buNone/>
            </a:pPr>
            <a:r>
              <a:rPr lang="en" sz="700">
                <a:solidFill>
                  <a:schemeClr val="dk1"/>
                </a:solidFill>
                <a:latin typeface="DM Sans"/>
                <a:ea typeface="DM Sans"/>
                <a:cs typeface="DM Sans"/>
                <a:sym typeface="DM Sans"/>
              </a:rPr>
              <a:t>DeckPilot Labs</a:t>
            </a:r>
            <a:endParaRPr/>
          </a:p>
        </p:txBody>
      </p:sp>
      <p:sp>
        <p:nvSpPr>
          <p:cNvPr id="993" name="Google Shape;993;p112"/>
          <p:cNvSpPr txBox="1"/>
          <p:nvPr>
            <p:ph idx="13" type="subTitle"/>
          </p:nvPr>
        </p:nvSpPr>
        <p:spPr>
          <a:xfrm>
            <a:off x="353250" y="3248209"/>
            <a:ext cx="1587900" cy="215400"/>
          </a:xfrm>
          <a:prstGeom prst="rect">
            <a:avLst/>
          </a:prstGeom>
          <a:noFill/>
          <a:ln>
            <a:noFill/>
          </a:ln>
        </p:spPr>
        <p:txBody>
          <a:bodyPr anchorCtr="0" anchor="t" bIns="0" lIns="0" spcFirstLastPara="1" rIns="0" wrap="square" tIns="0">
            <a:spAutoFit/>
          </a:bodyPr>
          <a:lstStyle/>
          <a:p>
            <a:pPr indent="-304800" lvl="0" marL="457200" rtl="0" algn="ctr">
              <a:lnSpc>
                <a:spcPct val="115000"/>
              </a:lnSpc>
              <a:spcBef>
                <a:spcPts val="0"/>
              </a:spcBef>
              <a:spcAft>
                <a:spcPts val="0"/>
              </a:spcAft>
              <a:buClr>
                <a:schemeClr val="accent1"/>
              </a:buClr>
              <a:buSzPts val="1400"/>
              <a:buNone/>
            </a:pPr>
            <a:r>
              <a:rPr lang="en">
                <a:solidFill>
                  <a:schemeClr val="accent1"/>
                </a:solidFill>
              </a:rPr>
              <a:t>Maya Chen</a:t>
            </a:r>
            <a:endParaRPr/>
          </a:p>
        </p:txBody>
      </p:sp>
      <p:sp>
        <p:nvSpPr>
          <p:cNvPr id="994" name="Google Shape;994;p112"/>
          <p:cNvSpPr txBox="1"/>
          <p:nvPr>
            <p:ph idx="14" type="subTitle"/>
          </p:nvPr>
        </p:nvSpPr>
        <p:spPr>
          <a:xfrm>
            <a:off x="353250" y="3050375"/>
            <a:ext cx="1587900" cy="219600"/>
          </a:xfrm>
          <a:prstGeom prst="rect">
            <a:avLst/>
          </a:prstGeom>
          <a:noFill/>
          <a:ln>
            <a:noFill/>
          </a:ln>
        </p:spPr>
        <p:txBody>
          <a:bodyPr anchorCtr="0" anchor="ctr" bIns="0" lIns="0" spcFirstLastPara="1" rIns="0" wrap="square" tIns="0">
            <a:noAutofit/>
          </a:bodyPr>
          <a:lstStyle/>
          <a:p>
            <a:pPr indent="-304800" lvl="0" marL="457200" rtl="0" algn="ctr">
              <a:lnSpc>
                <a:spcPct val="115000"/>
              </a:lnSpc>
              <a:spcBef>
                <a:spcPts val="0"/>
              </a:spcBef>
              <a:spcAft>
                <a:spcPts val="0"/>
              </a:spcAft>
              <a:buClr>
                <a:schemeClr val="dk1"/>
              </a:buClr>
              <a:buSzPts val="800"/>
              <a:buNone/>
            </a:pPr>
            <a:r>
              <a:rPr lang="en" sz="800">
                <a:solidFill>
                  <a:schemeClr val="dk1"/>
                </a:solidFill>
              </a:rPr>
              <a:t>CEO</a:t>
            </a:r>
            <a:endParaRPr/>
          </a:p>
        </p:txBody>
      </p:sp>
      <p:sp>
        <p:nvSpPr>
          <p:cNvPr id="995" name="Google Shape;995;p112"/>
          <p:cNvSpPr txBox="1"/>
          <p:nvPr>
            <p:ph idx="15" type="subTitle"/>
          </p:nvPr>
        </p:nvSpPr>
        <p:spPr>
          <a:xfrm>
            <a:off x="353250" y="4598973"/>
            <a:ext cx="1587900" cy="219600"/>
          </a:xfrm>
          <a:prstGeom prst="rect">
            <a:avLst/>
          </a:prstGeom>
          <a:noFill/>
          <a:ln>
            <a:noFill/>
          </a:ln>
        </p:spPr>
        <p:txBody>
          <a:bodyPr anchorCtr="0" anchor="ctr" bIns="0" lIns="0" spcFirstLastPara="1" rIns="0" wrap="square" tIns="0">
            <a:noAutofit/>
          </a:bodyPr>
          <a:lstStyle/>
          <a:p>
            <a:pPr indent="-304800" lvl="0" marL="457200" rtl="0" algn="ctr">
              <a:lnSpc>
                <a:spcPct val="115000"/>
              </a:lnSpc>
              <a:spcBef>
                <a:spcPts val="0"/>
              </a:spcBef>
              <a:spcAft>
                <a:spcPts val="0"/>
              </a:spcAft>
              <a:buClr>
                <a:schemeClr val="accent1"/>
              </a:buClr>
              <a:buSzPts val="900"/>
              <a:buFont typeface="DM Sans Light"/>
              <a:buNone/>
            </a:pPr>
            <a:r>
              <a:rPr lang="en" sz="900">
                <a:solidFill>
                  <a:schemeClr val="accent1"/>
                </a:solidFill>
                <a:latin typeface="DM Sans Light"/>
                <a:ea typeface="DM Sans Light"/>
                <a:cs typeface="DM Sans Light"/>
                <a:sym typeface="DM Sans Light"/>
              </a:rPr>
              <a:t>maya.chen@deckpilot.ai</a:t>
            </a:r>
            <a:endParaRPr/>
          </a:p>
        </p:txBody>
      </p:sp>
      <p:sp>
        <p:nvSpPr>
          <p:cNvPr id="996" name="Google Shape;996;p112"/>
          <p:cNvSpPr txBox="1"/>
          <p:nvPr>
            <p:ph idx="1" type="body"/>
          </p:nvPr>
        </p:nvSpPr>
        <p:spPr>
          <a:xfrm>
            <a:off x="352800" y="3754932"/>
            <a:ext cx="1588800" cy="688200"/>
          </a:xfrm>
          <a:prstGeom prst="rect">
            <a:avLst/>
          </a:prstGeom>
          <a:noFill/>
          <a:ln>
            <a:noFill/>
          </a:ln>
        </p:spPr>
        <p:txBody>
          <a:bodyPr anchorCtr="0" anchor="t" bIns="0" lIns="0" spcFirstLastPara="1" rIns="0" wrap="square" tIns="0">
            <a:noAutofit/>
          </a:bodyPr>
          <a:lstStyle/>
          <a:p>
            <a:pPr indent="-285750" lvl="0" marL="457200" rtl="0" algn="ctr">
              <a:lnSpc>
                <a:spcPct val="115000"/>
              </a:lnSpc>
              <a:spcBef>
                <a:spcPts val="0"/>
              </a:spcBef>
              <a:spcAft>
                <a:spcPts val="0"/>
              </a:spcAft>
              <a:buClr>
                <a:schemeClr val="dk1"/>
              </a:buClr>
              <a:buSzPts val="900"/>
              <a:buFont typeface="DM Sans Light"/>
              <a:buChar char="●"/>
            </a:pPr>
            <a:r>
              <a:rPr lang="en" sz="900">
                <a:solidFill>
                  <a:schemeClr val="dk1"/>
                </a:solidFill>
                <a:latin typeface="DM Sans Light"/>
                <a:ea typeface="DM Sans Light"/>
                <a:cs typeface="DM Sans Light"/>
                <a:sym typeface="DM Sans Light"/>
              </a:rPr>
              <a:t>Former revenue leader who scaled a B2B SaaS enablement program from 12 to 140 sellers across North America and Europe.</a:t>
            </a:r>
            <a:endParaRPr/>
          </a:p>
        </p:txBody>
      </p:sp>
      <p:sp>
        <p:nvSpPr>
          <p:cNvPr id="997" name="Google Shape;997;p112"/>
          <p:cNvSpPr txBox="1"/>
          <p:nvPr>
            <p:ph idx="16" type="subTitle"/>
          </p:nvPr>
        </p:nvSpPr>
        <p:spPr>
          <a:xfrm>
            <a:off x="7188325" y="3248209"/>
            <a:ext cx="1587900" cy="215400"/>
          </a:xfrm>
          <a:prstGeom prst="rect">
            <a:avLst/>
          </a:prstGeom>
          <a:noFill/>
          <a:ln>
            <a:noFill/>
          </a:ln>
        </p:spPr>
        <p:txBody>
          <a:bodyPr anchorCtr="0" anchor="t" bIns="0" lIns="0" spcFirstLastPara="1" rIns="0" wrap="square" tIns="0">
            <a:spAutoFit/>
          </a:bodyPr>
          <a:lstStyle/>
          <a:p>
            <a:pPr indent="-304800" lvl="0" marL="457200" rtl="0" algn="ctr">
              <a:lnSpc>
                <a:spcPct val="115000"/>
              </a:lnSpc>
              <a:spcBef>
                <a:spcPts val="0"/>
              </a:spcBef>
              <a:spcAft>
                <a:spcPts val="0"/>
              </a:spcAft>
              <a:buClr>
                <a:schemeClr val="accent1"/>
              </a:buClr>
              <a:buSzPts val="1400"/>
              <a:buNone/>
            </a:pPr>
            <a:r>
              <a:rPr lang="en">
                <a:solidFill>
                  <a:schemeClr val="accent1"/>
                </a:solidFill>
              </a:rPr>
              <a:t>Omar Haddad</a:t>
            </a:r>
            <a:endParaRPr/>
          </a:p>
        </p:txBody>
      </p:sp>
      <p:sp>
        <p:nvSpPr>
          <p:cNvPr id="998" name="Google Shape;998;p112"/>
          <p:cNvSpPr txBox="1"/>
          <p:nvPr>
            <p:ph idx="17" type="subTitle"/>
          </p:nvPr>
        </p:nvSpPr>
        <p:spPr>
          <a:xfrm>
            <a:off x="7188325" y="3050375"/>
            <a:ext cx="1587900" cy="219600"/>
          </a:xfrm>
          <a:prstGeom prst="rect">
            <a:avLst/>
          </a:prstGeom>
          <a:noFill/>
          <a:ln>
            <a:noFill/>
          </a:ln>
        </p:spPr>
        <p:txBody>
          <a:bodyPr anchorCtr="0" anchor="ctr" bIns="0" lIns="0" spcFirstLastPara="1" rIns="0" wrap="square" tIns="0">
            <a:noAutofit/>
          </a:bodyPr>
          <a:lstStyle/>
          <a:p>
            <a:pPr indent="-304800" lvl="0" marL="457200" rtl="0" algn="ctr">
              <a:lnSpc>
                <a:spcPct val="115000"/>
              </a:lnSpc>
              <a:spcBef>
                <a:spcPts val="0"/>
              </a:spcBef>
              <a:spcAft>
                <a:spcPts val="0"/>
              </a:spcAft>
              <a:buClr>
                <a:schemeClr val="dk1"/>
              </a:buClr>
              <a:buSzPts val="800"/>
              <a:buNone/>
            </a:pPr>
            <a:r>
              <a:rPr lang="en" sz="800">
                <a:solidFill>
                  <a:schemeClr val="dk1"/>
                </a:solidFill>
              </a:rPr>
              <a:t>CTO</a:t>
            </a:r>
            <a:endParaRPr/>
          </a:p>
        </p:txBody>
      </p:sp>
      <p:sp>
        <p:nvSpPr>
          <p:cNvPr id="999" name="Google Shape;999;p112"/>
          <p:cNvSpPr txBox="1"/>
          <p:nvPr>
            <p:ph idx="18" type="subTitle"/>
          </p:nvPr>
        </p:nvSpPr>
        <p:spPr>
          <a:xfrm>
            <a:off x="7188325" y="4598973"/>
            <a:ext cx="1587900" cy="219600"/>
          </a:xfrm>
          <a:prstGeom prst="rect">
            <a:avLst/>
          </a:prstGeom>
          <a:noFill/>
          <a:ln>
            <a:noFill/>
          </a:ln>
        </p:spPr>
        <p:txBody>
          <a:bodyPr anchorCtr="0" anchor="ctr" bIns="0" lIns="0" spcFirstLastPara="1" rIns="0" wrap="square" tIns="0">
            <a:noAutofit/>
          </a:bodyPr>
          <a:lstStyle/>
          <a:p>
            <a:pPr indent="-304800" lvl="0" marL="457200" rtl="0" algn="ctr">
              <a:lnSpc>
                <a:spcPct val="115000"/>
              </a:lnSpc>
              <a:spcBef>
                <a:spcPts val="0"/>
              </a:spcBef>
              <a:spcAft>
                <a:spcPts val="0"/>
              </a:spcAft>
              <a:buClr>
                <a:schemeClr val="accent1"/>
              </a:buClr>
              <a:buSzPts val="900"/>
              <a:buFont typeface="DM Sans Light"/>
              <a:buNone/>
            </a:pPr>
            <a:r>
              <a:rPr lang="en" sz="900">
                <a:solidFill>
                  <a:schemeClr val="accent1"/>
                </a:solidFill>
                <a:latin typeface="DM Sans Light"/>
                <a:ea typeface="DM Sans Light"/>
                <a:cs typeface="DM Sans Light"/>
                <a:sym typeface="DM Sans Light"/>
              </a:rPr>
              <a:t>omar.haddad@deckpilot.ai</a:t>
            </a:r>
            <a:endParaRPr/>
          </a:p>
        </p:txBody>
      </p:sp>
      <p:sp>
        <p:nvSpPr>
          <p:cNvPr id="1000" name="Google Shape;1000;p112"/>
          <p:cNvSpPr txBox="1"/>
          <p:nvPr>
            <p:ph idx="2" type="body"/>
          </p:nvPr>
        </p:nvSpPr>
        <p:spPr>
          <a:xfrm>
            <a:off x="7187875" y="3754932"/>
            <a:ext cx="1588800" cy="688200"/>
          </a:xfrm>
          <a:prstGeom prst="rect">
            <a:avLst/>
          </a:prstGeom>
          <a:noFill/>
          <a:ln>
            <a:noFill/>
          </a:ln>
        </p:spPr>
        <p:txBody>
          <a:bodyPr anchorCtr="0" anchor="t" bIns="0" lIns="0" spcFirstLastPara="1" rIns="0" wrap="square" tIns="0">
            <a:noAutofit/>
          </a:bodyPr>
          <a:lstStyle/>
          <a:p>
            <a:pPr indent="-285750" lvl="0" marL="457200" rtl="0" algn="ctr">
              <a:lnSpc>
                <a:spcPct val="115000"/>
              </a:lnSpc>
              <a:spcBef>
                <a:spcPts val="0"/>
              </a:spcBef>
              <a:spcAft>
                <a:spcPts val="0"/>
              </a:spcAft>
              <a:buClr>
                <a:schemeClr val="dk1"/>
              </a:buClr>
              <a:buSzPts val="900"/>
              <a:buFont typeface="DM Sans Light"/>
              <a:buChar char="●"/>
            </a:pPr>
            <a:r>
              <a:rPr lang="en" sz="900">
                <a:solidFill>
                  <a:schemeClr val="dk1"/>
                </a:solidFill>
                <a:latin typeface="DM Sans Light"/>
                <a:ea typeface="DM Sans Light"/>
                <a:cs typeface="DM Sans Light"/>
                <a:sym typeface="DM Sans Light"/>
              </a:rPr>
              <a:t>Built document parsing and retrieval systems for enterprise support teams; leads platform architecture and security.</a:t>
            </a:r>
            <a:endParaRPr/>
          </a:p>
        </p:txBody>
      </p:sp>
      <p:sp>
        <p:nvSpPr>
          <p:cNvPr id="1001" name="Google Shape;1001;p112"/>
          <p:cNvSpPr txBox="1"/>
          <p:nvPr>
            <p:ph idx="19" type="subTitle"/>
          </p:nvPr>
        </p:nvSpPr>
        <p:spPr>
          <a:xfrm>
            <a:off x="4924850" y="3248209"/>
            <a:ext cx="1587900" cy="215400"/>
          </a:xfrm>
          <a:prstGeom prst="rect">
            <a:avLst/>
          </a:prstGeom>
          <a:noFill/>
          <a:ln>
            <a:noFill/>
          </a:ln>
        </p:spPr>
        <p:txBody>
          <a:bodyPr anchorCtr="0" anchor="t" bIns="0" lIns="0" spcFirstLastPara="1" rIns="0" wrap="square" tIns="0">
            <a:spAutoFit/>
          </a:bodyPr>
          <a:lstStyle/>
          <a:p>
            <a:pPr indent="-304800" lvl="0" marL="457200" rtl="0" algn="ctr">
              <a:lnSpc>
                <a:spcPct val="115000"/>
              </a:lnSpc>
              <a:spcBef>
                <a:spcPts val="0"/>
              </a:spcBef>
              <a:spcAft>
                <a:spcPts val="0"/>
              </a:spcAft>
              <a:buClr>
                <a:schemeClr val="accent1"/>
              </a:buClr>
              <a:buSzPts val="1400"/>
              <a:buNone/>
            </a:pPr>
            <a:r>
              <a:rPr lang="en">
                <a:solidFill>
                  <a:schemeClr val="accent1"/>
                </a:solidFill>
              </a:rPr>
              <a:t>Elena Petrova</a:t>
            </a:r>
            <a:endParaRPr/>
          </a:p>
        </p:txBody>
      </p:sp>
      <p:sp>
        <p:nvSpPr>
          <p:cNvPr id="1002" name="Google Shape;1002;p112"/>
          <p:cNvSpPr txBox="1"/>
          <p:nvPr>
            <p:ph idx="20" type="subTitle"/>
          </p:nvPr>
        </p:nvSpPr>
        <p:spPr>
          <a:xfrm>
            <a:off x="4924850" y="3050375"/>
            <a:ext cx="1587900" cy="219600"/>
          </a:xfrm>
          <a:prstGeom prst="rect">
            <a:avLst/>
          </a:prstGeom>
          <a:noFill/>
          <a:ln>
            <a:noFill/>
          </a:ln>
        </p:spPr>
        <p:txBody>
          <a:bodyPr anchorCtr="0" anchor="ctr" bIns="0" lIns="0" spcFirstLastPara="1" rIns="0" wrap="square" tIns="0">
            <a:noAutofit/>
          </a:bodyPr>
          <a:lstStyle/>
          <a:p>
            <a:pPr indent="-304800" lvl="0" marL="457200" rtl="0" algn="ctr">
              <a:lnSpc>
                <a:spcPct val="115000"/>
              </a:lnSpc>
              <a:spcBef>
                <a:spcPts val="0"/>
              </a:spcBef>
              <a:spcAft>
                <a:spcPts val="0"/>
              </a:spcAft>
              <a:buClr>
                <a:schemeClr val="dk1"/>
              </a:buClr>
              <a:buSzPts val="800"/>
              <a:buNone/>
            </a:pPr>
            <a:r>
              <a:rPr lang="en" sz="800">
                <a:solidFill>
                  <a:schemeClr val="dk1"/>
                </a:solidFill>
              </a:rPr>
              <a:t>VP Product</a:t>
            </a:r>
            <a:endParaRPr/>
          </a:p>
        </p:txBody>
      </p:sp>
      <p:sp>
        <p:nvSpPr>
          <p:cNvPr id="1003" name="Google Shape;1003;p112"/>
          <p:cNvSpPr txBox="1"/>
          <p:nvPr>
            <p:ph idx="21" type="subTitle"/>
          </p:nvPr>
        </p:nvSpPr>
        <p:spPr>
          <a:xfrm>
            <a:off x="4924850" y="4598973"/>
            <a:ext cx="1587900" cy="219600"/>
          </a:xfrm>
          <a:prstGeom prst="rect">
            <a:avLst/>
          </a:prstGeom>
          <a:noFill/>
          <a:ln>
            <a:noFill/>
          </a:ln>
        </p:spPr>
        <p:txBody>
          <a:bodyPr anchorCtr="0" anchor="ctr" bIns="0" lIns="0" spcFirstLastPara="1" rIns="0" wrap="square" tIns="0">
            <a:noAutofit/>
          </a:bodyPr>
          <a:lstStyle/>
          <a:p>
            <a:pPr indent="-304800" lvl="0" marL="457200" rtl="0" algn="ctr">
              <a:lnSpc>
                <a:spcPct val="115000"/>
              </a:lnSpc>
              <a:spcBef>
                <a:spcPts val="0"/>
              </a:spcBef>
              <a:spcAft>
                <a:spcPts val="0"/>
              </a:spcAft>
              <a:buClr>
                <a:schemeClr val="accent1"/>
              </a:buClr>
              <a:buSzPts val="900"/>
              <a:buFont typeface="DM Sans Light"/>
              <a:buNone/>
            </a:pPr>
            <a:r>
              <a:rPr lang="en" sz="900">
                <a:solidFill>
                  <a:schemeClr val="accent1"/>
                </a:solidFill>
                <a:latin typeface="DM Sans Light"/>
                <a:ea typeface="DM Sans Light"/>
                <a:cs typeface="DM Sans Light"/>
                <a:sym typeface="DM Sans Light"/>
              </a:rPr>
              <a:t>elena.petrova@deckpilot.ai</a:t>
            </a:r>
            <a:endParaRPr/>
          </a:p>
        </p:txBody>
      </p:sp>
      <p:sp>
        <p:nvSpPr>
          <p:cNvPr id="1004" name="Google Shape;1004;p112"/>
          <p:cNvSpPr txBox="1"/>
          <p:nvPr>
            <p:ph idx="3" type="body"/>
          </p:nvPr>
        </p:nvSpPr>
        <p:spPr>
          <a:xfrm>
            <a:off x="4924400" y="3754932"/>
            <a:ext cx="1588800" cy="688200"/>
          </a:xfrm>
          <a:prstGeom prst="rect">
            <a:avLst/>
          </a:prstGeom>
          <a:noFill/>
          <a:ln>
            <a:noFill/>
          </a:ln>
        </p:spPr>
        <p:txBody>
          <a:bodyPr anchorCtr="0" anchor="t" bIns="0" lIns="0" spcFirstLastPara="1" rIns="0" wrap="square" tIns="0">
            <a:noAutofit/>
          </a:bodyPr>
          <a:lstStyle/>
          <a:p>
            <a:pPr indent="-285750" lvl="0" marL="457200" rtl="0" algn="ctr">
              <a:lnSpc>
                <a:spcPct val="115000"/>
              </a:lnSpc>
              <a:spcBef>
                <a:spcPts val="0"/>
              </a:spcBef>
              <a:spcAft>
                <a:spcPts val="0"/>
              </a:spcAft>
              <a:buClr>
                <a:schemeClr val="dk1"/>
              </a:buClr>
              <a:buSzPts val="900"/>
              <a:buFont typeface="DM Sans Light"/>
              <a:buChar char="●"/>
            </a:pPr>
            <a:r>
              <a:rPr lang="en" sz="900">
                <a:solidFill>
                  <a:schemeClr val="dk1"/>
                </a:solidFill>
                <a:latin typeface="DM Sans Light"/>
                <a:ea typeface="DM Sans Light"/>
                <a:cs typeface="DM Sans Light"/>
                <a:sym typeface="DM Sans Light"/>
              </a:rPr>
              <a:t>Owns product strategy, evaluation design, and customer research with a focus on grounded AI experiences.</a:t>
            </a:r>
            <a:endParaRPr/>
          </a:p>
        </p:txBody>
      </p:sp>
      <p:sp>
        <p:nvSpPr>
          <p:cNvPr id="1005" name="Google Shape;1005;p112"/>
          <p:cNvSpPr txBox="1"/>
          <p:nvPr>
            <p:ph idx="22" type="subTitle"/>
          </p:nvPr>
        </p:nvSpPr>
        <p:spPr>
          <a:xfrm>
            <a:off x="2643513" y="3248209"/>
            <a:ext cx="1587900" cy="215400"/>
          </a:xfrm>
          <a:prstGeom prst="rect">
            <a:avLst/>
          </a:prstGeom>
          <a:noFill/>
          <a:ln>
            <a:noFill/>
          </a:ln>
        </p:spPr>
        <p:txBody>
          <a:bodyPr anchorCtr="0" anchor="t" bIns="0" lIns="0" spcFirstLastPara="1" rIns="0" wrap="square" tIns="0">
            <a:spAutoFit/>
          </a:bodyPr>
          <a:lstStyle/>
          <a:p>
            <a:pPr indent="-304800" lvl="0" marL="457200" rtl="0" algn="ctr">
              <a:lnSpc>
                <a:spcPct val="115000"/>
              </a:lnSpc>
              <a:spcBef>
                <a:spcPts val="0"/>
              </a:spcBef>
              <a:spcAft>
                <a:spcPts val="0"/>
              </a:spcAft>
              <a:buClr>
                <a:schemeClr val="accent1"/>
              </a:buClr>
              <a:buSzPts val="1400"/>
              <a:buNone/>
            </a:pPr>
            <a:r>
              <a:rPr lang="en">
                <a:solidFill>
                  <a:schemeClr val="accent1"/>
                </a:solidFill>
              </a:rPr>
              <a:t>Jonas Silva</a:t>
            </a:r>
            <a:endParaRPr/>
          </a:p>
        </p:txBody>
      </p:sp>
      <p:sp>
        <p:nvSpPr>
          <p:cNvPr id="1006" name="Google Shape;1006;p112"/>
          <p:cNvSpPr txBox="1"/>
          <p:nvPr>
            <p:ph idx="23" type="subTitle"/>
          </p:nvPr>
        </p:nvSpPr>
        <p:spPr>
          <a:xfrm>
            <a:off x="2643513" y="3050375"/>
            <a:ext cx="1587900" cy="219600"/>
          </a:xfrm>
          <a:prstGeom prst="rect">
            <a:avLst/>
          </a:prstGeom>
          <a:noFill/>
          <a:ln>
            <a:noFill/>
          </a:ln>
        </p:spPr>
        <p:txBody>
          <a:bodyPr anchorCtr="0" anchor="ctr" bIns="0" lIns="0" spcFirstLastPara="1" rIns="0" wrap="square" tIns="0">
            <a:noAutofit/>
          </a:bodyPr>
          <a:lstStyle/>
          <a:p>
            <a:pPr indent="-304800" lvl="0" marL="457200" rtl="0" algn="ctr">
              <a:lnSpc>
                <a:spcPct val="115000"/>
              </a:lnSpc>
              <a:spcBef>
                <a:spcPts val="0"/>
              </a:spcBef>
              <a:spcAft>
                <a:spcPts val="0"/>
              </a:spcAft>
              <a:buClr>
                <a:schemeClr val="dk1"/>
              </a:buClr>
              <a:buSzPts val="800"/>
              <a:buNone/>
            </a:pPr>
            <a:r>
              <a:rPr lang="en" sz="800">
                <a:solidFill>
                  <a:schemeClr val="dk1"/>
                </a:solidFill>
              </a:rPr>
              <a:t>Head of Customer Success</a:t>
            </a:r>
            <a:endParaRPr/>
          </a:p>
        </p:txBody>
      </p:sp>
      <p:sp>
        <p:nvSpPr>
          <p:cNvPr id="1007" name="Google Shape;1007;p112"/>
          <p:cNvSpPr txBox="1"/>
          <p:nvPr>
            <p:ph idx="24" type="subTitle"/>
          </p:nvPr>
        </p:nvSpPr>
        <p:spPr>
          <a:xfrm>
            <a:off x="2643513" y="4598973"/>
            <a:ext cx="1587900" cy="219600"/>
          </a:xfrm>
          <a:prstGeom prst="rect">
            <a:avLst/>
          </a:prstGeom>
          <a:noFill/>
          <a:ln>
            <a:noFill/>
          </a:ln>
        </p:spPr>
        <p:txBody>
          <a:bodyPr anchorCtr="0" anchor="ctr" bIns="0" lIns="0" spcFirstLastPara="1" rIns="0" wrap="square" tIns="0">
            <a:noAutofit/>
          </a:bodyPr>
          <a:lstStyle/>
          <a:p>
            <a:pPr indent="-304800" lvl="0" marL="457200" rtl="0" algn="ctr">
              <a:lnSpc>
                <a:spcPct val="115000"/>
              </a:lnSpc>
              <a:spcBef>
                <a:spcPts val="0"/>
              </a:spcBef>
              <a:spcAft>
                <a:spcPts val="0"/>
              </a:spcAft>
              <a:buClr>
                <a:schemeClr val="accent1"/>
              </a:buClr>
              <a:buSzPts val="900"/>
              <a:buFont typeface="DM Sans Light"/>
              <a:buNone/>
            </a:pPr>
            <a:r>
              <a:rPr lang="en" sz="900">
                <a:solidFill>
                  <a:schemeClr val="accent1"/>
                </a:solidFill>
                <a:latin typeface="DM Sans Light"/>
                <a:ea typeface="DM Sans Light"/>
                <a:cs typeface="DM Sans Light"/>
                <a:sym typeface="DM Sans Light"/>
              </a:rPr>
              <a:t>jonas.silva@deckpilot.ai</a:t>
            </a:r>
            <a:endParaRPr/>
          </a:p>
        </p:txBody>
      </p:sp>
      <p:sp>
        <p:nvSpPr>
          <p:cNvPr id="1008" name="Google Shape;1008;p112"/>
          <p:cNvSpPr txBox="1"/>
          <p:nvPr>
            <p:ph idx="4" type="body"/>
          </p:nvPr>
        </p:nvSpPr>
        <p:spPr>
          <a:xfrm>
            <a:off x="2643063" y="3754932"/>
            <a:ext cx="1588800" cy="688200"/>
          </a:xfrm>
          <a:prstGeom prst="rect">
            <a:avLst/>
          </a:prstGeom>
          <a:noFill/>
          <a:ln>
            <a:noFill/>
          </a:ln>
        </p:spPr>
        <p:txBody>
          <a:bodyPr anchorCtr="0" anchor="t" bIns="0" lIns="0" spcFirstLastPara="1" rIns="0" wrap="square" tIns="0">
            <a:noAutofit/>
          </a:bodyPr>
          <a:lstStyle/>
          <a:p>
            <a:pPr indent="-285750" lvl="0" marL="457200" rtl="0" algn="ctr">
              <a:lnSpc>
                <a:spcPct val="115000"/>
              </a:lnSpc>
              <a:spcBef>
                <a:spcPts val="0"/>
              </a:spcBef>
              <a:spcAft>
                <a:spcPts val="0"/>
              </a:spcAft>
              <a:buClr>
                <a:schemeClr val="dk1"/>
              </a:buClr>
              <a:buSzPts val="900"/>
              <a:buFont typeface="DM Sans Light"/>
              <a:buChar char="●"/>
            </a:pPr>
            <a:r>
              <a:rPr lang="en" sz="900">
                <a:solidFill>
                  <a:schemeClr val="dk1"/>
                </a:solidFill>
                <a:latin typeface="DM Sans Light"/>
                <a:ea typeface="DM Sans Light"/>
                <a:cs typeface="DM Sans Light"/>
                <a:sym typeface="DM Sans Light"/>
              </a:rPr>
              <a:t>Runs onboarding, adoption reviews, and content health programs for pilot and enterprise customers.</a:t>
            </a:r>
            <a:endParaRPr/>
          </a:p>
        </p:txBody>
      </p:sp>
      <p:sp>
        <p:nvSpPr>
          <p:cNvPr id="1009" name="Google Shape;1009;p112"/>
          <p:cNvSpPr/>
          <p:nvPr>
            <p:ph idx="5" type="pic"/>
          </p:nvPr>
        </p:nvSpPr>
        <p:spPr>
          <a:xfrm>
            <a:off x="2939188" y="1923334"/>
            <a:ext cx="991800" cy="991800"/>
          </a:xfrm>
          <a:prstGeom prst="rect">
            <a:avLst/>
          </a:prstGeom>
          <a:noFill/>
          <a:ln>
            <a:noFill/>
          </a:ln>
        </p:spPr>
      </p:sp>
      <p:sp>
        <p:nvSpPr>
          <p:cNvPr id="1010" name="Google Shape;1010;p112"/>
          <p:cNvSpPr/>
          <p:nvPr>
            <p:ph idx="6" type="pic"/>
          </p:nvPr>
        </p:nvSpPr>
        <p:spPr>
          <a:xfrm>
            <a:off x="5217238" y="1923334"/>
            <a:ext cx="991800" cy="991800"/>
          </a:xfrm>
          <a:prstGeom prst="rect">
            <a:avLst/>
          </a:prstGeom>
          <a:noFill/>
          <a:ln>
            <a:noFill/>
          </a:ln>
        </p:spPr>
      </p:sp>
      <p:sp>
        <p:nvSpPr>
          <p:cNvPr id="1011" name="Google Shape;1011;p112"/>
          <p:cNvSpPr/>
          <p:nvPr>
            <p:ph idx="7" type="pic"/>
          </p:nvPr>
        </p:nvSpPr>
        <p:spPr>
          <a:xfrm>
            <a:off x="7492938" y="1923334"/>
            <a:ext cx="991800" cy="991800"/>
          </a:xfrm>
          <a:prstGeom prst="rect">
            <a:avLst/>
          </a:prstGeom>
          <a:noFill/>
          <a:ln>
            <a:noFill/>
          </a:ln>
        </p:spPr>
      </p:sp>
      <p:pic>
        <p:nvPicPr>
          <p:cNvPr descr="A portrait of a smiling businesswoman" id="1012" name="Google Shape;1012;p112"/>
          <p:cNvPicPr preferRelativeResize="0"/>
          <p:nvPr>
            <p:ph idx="6" type="pic"/>
          </p:nvPr>
        </p:nvPicPr>
        <p:blipFill rotWithShape="1">
          <a:blip r:embed="rId4">
            <a:alphaModFix/>
          </a:blip>
          <a:srcRect b="0" l="17675" r="17675" t="0"/>
          <a:stretch/>
        </p:blipFill>
        <p:spPr>
          <a:xfrm>
            <a:off x="2941562" y="1923364"/>
            <a:ext cx="991800" cy="991798"/>
          </a:xfrm>
          <a:prstGeom prst="rect">
            <a:avLst/>
          </a:prstGeom>
          <a:noFill/>
          <a:ln>
            <a:noFill/>
          </a:ln>
        </p:spPr>
      </p:pic>
      <p:pic>
        <p:nvPicPr>
          <p:cNvPr descr="A portrait of a businesswoman in a modern office building. " id="1013" name="Google Shape;1013;p112"/>
          <p:cNvPicPr preferRelativeResize="0"/>
          <p:nvPr>
            <p:ph idx="7" type="pic"/>
          </p:nvPr>
        </p:nvPicPr>
        <p:blipFill rotWithShape="1">
          <a:blip r:embed="rId5">
            <a:alphaModFix/>
          </a:blip>
          <a:srcRect b="0" l="16676" r="16676" t="0"/>
          <a:stretch/>
        </p:blipFill>
        <p:spPr>
          <a:xfrm>
            <a:off x="5214241" y="1923364"/>
            <a:ext cx="991800" cy="991799"/>
          </a:xfrm>
          <a:prstGeom prst="rect">
            <a:avLst/>
          </a:prstGeom>
          <a:noFill/>
          <a:ln>
            <a:noFill/>
          </a:ln>
        </p:spPr>
      </p:pic>
      <p:pic>
        <p:nvPicPr>
          <p:cNvPr descr="A smiling businessman in an office. " id="1014" name="Google Shape;1014;p112"/>
          <p:cNvPicPr preferRelativeResize="0"/>
          <p:nvPr>
            <p:ph idx="8" type="pic"/>
          </p:nvPr>
        </p:nvPicPr>
        <p:blipFill rotWithShape="1">
          <a:blip r:embed="rId6">
            <a:alphaModFix/>
          </a:blip>
          <a:srcRect b="0" l="16676" r="16676" t="0"/>
          <a:stretch/>
        </p:blipFill>
        <p:spPr>
          <a:xfrm>
            <a:off x="7495034" y="1923364"/>
            <a:ext cx="991800" cy="9917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8" name="Shape 1018"/>
        <p:cNvGrpSpPr/>
        <p:nvPr/>
      </p:nvGrpSpPr>
      <p:grpSpPr>
        <a:xfrm>
          <a:off x="0" y="0"/>
          <a:ext cx="0" cy="0"/>
          <a:chOff x="0" y="0"/>
          <a:chExt cx="0" cy="0"/>
        </a:xfrm>
      </p:grpSpPr>
      <p:sp>
        <p:nvSpPr>
          <p:cNvPr id="1019" name="Google Shape;1019;p113"/>
          <p:cNvSpPr txBox="1"/>
          <p:nvPr>
            <p:ph idx="1" type="subTitle"/>
          </p:nvPr>
        </p:nvSpPr>
        <p:spPr>
          <a:xfrm>
            <a:off x="6750600" y="1253413"/>
            <a:ext cx="2026200" cy="1878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SzPts val="1000"/>
              <a:buNone/>
            </a:pPr>
            <a:r>
              <a:rPr lang="en" sz="1000"/>
              <a:t>Director of ML</a:t>
            </a:r>
            <a:endParaRPr/>
          </a:p>
        </p:txBody>
      </p:sp>
      <p:sp>
        <p:nvSpPr>
          <p:cNvPr id="1020" name="Google Shape;1020;p113"/>
          <p:cNvSpPr txBox="1"/>
          <p:nvPr>
            <p:ph idx="2" type="subTitle"/>
          </p:nvPr>
        </p:nvSpPr>
        <p:spPr>
          <a:xfrm>
            <a:off x="6750600" y="1054750"/>
            <a:ext cx="2026200" cy="219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SzPts val="1400"/>
              <a:buNone/>
            </a:pPr>
            <a:r>
              <a:rPr lang="en"/>
              <a:t>Priya Nair</a:t>
            </a:r>
            <a:endParaRPr/>
          </a:p>
        </p:txBody>
      </p:sp>
      <p:sp>
        <p:nvSpPr>
          <p:cNvPr id="1021" name="Google Shape;1021;p113"/>
          <p:cNvSpPr txBox="1"/>
          <p:nvPr>
            <p:ph idx="3" type="subTitle"/>
          </p:nvPr>
        </p:nvSpPr>
        <p:spPr>
          <a:xfrm>
            <a:off x="6750600" y="1427900"/>
            <a:ext cx="2026200" cy="219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SzPts val="900"/>
              <a:buFont typeface="DM Sans Light"/>
              <a:buNone/>
            </a:pPr>
            <a:r>
              <a:rPr lang="en" sz="900">
                <a:latin typeface="DM Sans Light"/>
                <a:ea typeface="DM Sans Light"/>
                <a:cs typeface="DM Sans Light"/>
                <a:sym typeface="DM Sans Light"/>
              </a:rPr>
              <a:t>priya.nair@deckpilot.ai</a:t>
            </a:r>
            <a:endParaRPr/>
          </a:p>
        </p:txBody>
      </p:sp>
      <p:pic>
        <p:nvPicPr>
          <p:cNvPr descr="A portrait of a woman in a pink shirt. " id="1022" name="Google Shape;1022;p113"/>
          <p:cNvPicPr preferRelativeResize="0"/>
          <p:nvPr>
            <p:ph idx="4" type="pic"/>
          </p:nvPr>
        </p:nvPicPr>
        <p:blipFill rotWithShape="1">
          <a:blip r:embed="rId3">
            <a:alphaModFix/>
          </a:blip>
          <a:srcRect b="12332" l="14690" r="0" t="2562"/>
          <a:stretch/>
        </p:blipFill>
        <p:spPr>
          <a:xfrm>
            <a:off x="6080709" y="1066100"/>
            <a:ext cx="530399" cy="530401"/>
          </a:xfrm>
          <a:prstGeom prst="rect">
            <a:avLst/>
          </a:prstGeom>
          <a:noFill/>
          <a:ln>
            <a:noFill/>
          </a:ln>
        </p:spPr>
      </p:pic>
      <p:sp>
        <p:nvSpPr>
          <p:cNvPr id="1023" name="Google Shape;1023;p113"/>
          <p:cNvSpPr txBox="1"/>
          <p:nvPr>
            <p:ph idx="5" type="subTitle"/>
          </p:nvPr>
        </p:nvSpPr>
        <p:spPr>
          <a:xfrm>
            <a:off x="3824550" y="1253413"/>
            <a:ext cx="2026200" cy="1878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SzPts val="1000"/>
              <a:buNone/>
            </a:pPr>
            <a:r>
              <a:rPr lang="en" sz="1000"/>
              <a:t>Solutions Architect</a:t>
            </a:r>
            <a:endParaRPr/>
          </a:p>
        </p:txBody>
      </p:sp>
      <p:sp>
        <p:nvSpPr>
          <p:cNvPr id="1024" name="Google Shape;1024;p113"/>
          <p:cNvSpPr txBox="1"/>
          <p:nvPr>
            <p:ph idx="6" type="subTitle"/>
          </p:nvPr>
        </p:nvSpPr>
        <p:spPr>
          <a:xfrm>
            <a:off x="3824550" y="1054750"/>
            <a:ext cx="2026200" cy="219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SzPts val="1400"/>
              <a:buNone/>
            </a:pPr>
            <a:r>
              <a:rPr lang="en"/>
              <a:t>Lucas Meyer</a:t>
            </a:r>
            <a:endParaRPr/>
          </a:p>
        </p:txBody>
      </p:sp>
      <p:sp>
        <p:nvSpPr>
          <p:cNvPr id="1025" name="Google Shape;1025;p113"/>
          <p:cNvSpPr txBox="1"/>
          <p:nvPr>
            <p:ph idx="7" type="subTitle"/>
          </p:nvPr>
        </p:nvSpPr>
        <p:spPr>
          <a:xfrm>
            <a:off x="3824550" y="1427900"/>
            <a:ext cx="2026200" cy="219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SzPts val="900"/>
              <a:buFont typeface="DM Sans Light"/>
              <a:buNone/>
            </a:pPr>
            <a:r>
              <a:rPr lang="en" sz="900">
                <a:latin typeface="DM Sans Light"/>
                <a:ea typeface="DM Sans Light"/>
                <a:cs typeface="DM Sans Light"/>
                <a:sym typeface="DM Sans Light"/>
              </a:rPr>
              <a:t>lucas.meyer@deckpilot.ai</a:t>
            </a:r>
            <a:endParaRPr/>
          </a:p>
        </p:txBody>
      </p:sp>
      <p:pic>
        <p:nvPicPr>
          <p:cNvPr descr="A man in formal business attire" id="1026" name="Google Shape;1026;p113"/>
          <p:cNvPicPr preferRelativeResize="0"/>
          <p:nvPr>
            <p:ph idx="8" type="pic"/>
          </p:nvPr>
        </p:nvPicPr>
        <p:blipFill rotWithShape="1">
          <a:blip r:embed="rId4">
            <a:alphaModFix/>
          </a:blip>
          <a:srcRect b="0" l="16676" r="16676" t="0"/>
          <a:stretch/>
        </p:blipFill>
        <p:spPr>
          <a:xfrm>
            <a:off x="3154659" y="1066100"/>
            <a:ext cx="530401" cy="530401"/>
          </a:xfrm>
          <a:prstGeom prst="rect">
            <a:avLst/>
          </a:prstGeom>
          <a:noFill/>
          <a:ln>
            <a:noFill/>
          </a:ln>
        </p:spPr>
      </p:pic>
      <p:sp>
        <p:nvSpPr>
          <p:cNvPr id="1027" name="Google Shape;1027;p113"/>
          <p:cNvSpPr txBox="1"/>
          <p:nvPr>
            <p:ph idx="9" type="subTitle"/>
          </p:nvPr>
        </p:nvSpPr>
        <p:spPr>
          <a:xfrm>
            <a:off x="6750600" y="2163178"/>
            <a:ext cx="2026200" cy="1878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SzPts val="1000"/>
              <a:buNone/>
            </a:pPr>
            <a:r>
              <a:rPr lang="en" sz="1000"/>
              <a:t>RevOps Lead</a:t>
            </a:r>
            <a:endParaRPr/>
          </a:p>
        </p:txBody>
      </p:sp>
      <p:sp>
        <p:nvSpPr>
          <p:cNvPr id="1028" name="Google Shape;1028;p113"/>
          <p:cNvSpPr txBox="1"/>
          <p:nvPr>
            <p:ph idx="13" type="subTitle"/>
          </p:nvPr>
        </p:nvSpPr>
        <p:spPr>
          <a:xfrm>
            <a:off x="6750600" y="1964514"/>
            <a:ext cx="2026200" cy="219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SzPts val="1400"/>
              <a:buNone/>
            </a:pPr>
            <a:r>
              <a:rPr lang="en"/>
              <a:t>Sofia Kim</a:t>
            </a:r>
            <a:endParaRPr/>
          </a:p>
        </p:txBody>
      </p:sp>
      <p:sp>
        <p:nvSpPr>
          <p:cNvPr id="1029" name="Google Shape;1029;p113"/>
          <p:cNvSpPr txBox="1"/>
          <p:nvPr>
            <p:ph idx="14" type="subTitle"/>
          </p:nvPr>
        </p:nvSpPr>
        <p:spPr>
          <a:xfrm>
            <a:off x="6750600" y="2337664"/>
            <a:ext cx="2026200" cy="219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SzPts val="900"/>
              <a:buFont typeface="DM Sans Light"/>
              <a:buNone/>
            </a:pPr>
            <a:r>
              <a:rPr lang="en" sz="900">
                <a:latin typeface="DM Sans Light"/>
                <a:ea typeface="DM Sans Light"/>
                <a:cs typeface="DM Sans Light"/>
                <a:sym typeface="DM Sans Light"/>
              </a:rPr>
              <a:t>sofia.kim@deckpilot.ai</a:t>
            </a:r>
            <a:endParaRPr/>
          </a:p>
        </p:txBody>
      </p:sp>
      <p:pic>
        <p:nvPicPr>
          <p:cNvPr descr="A portrait of a woman in a modern office. " id="1030" name="Google Shape;1030;p113"/>
          <p:cNvPicPr preferRelativeResize="0"/>
          <p:nvPr>
            <p:ph idx="15" type="pic"/>
          </p:nvPr>
        </p:nvPicPr>
        <p:blipFill rotWithShape="1">
          <a:blip r:embed="rId5">
            <a:alphaModFix/>
          </a:blip>
          <a:srcRect b="0" l="17675" r="17675" t="0"/>
          <a:stretch/>
        </p:blipFill>
        <p:spPr>
          <a:xfrm>
            <a:off x="6080709" y="1975864"/>
            <a:ext cx="530401" cy="530401"/>
          </a:xfrm>
          <a:prstGeom prst="rect">
            <a:avLst/>
          </a:prstGeom>
          <a:noFill/>
          <a:ln>
            <a:noFill/>
          </a:ln>
        </p:spPr>
      </p:pic>
      <p:sp>
        <p:nvSpPr>
          <p:cNvPr id="1031" name="Google Shape;1031;p113"/>
          <p:cNvSpPr txBox="1"/>
          <p:nvPr>
            <p:ph idx="16" type="subTitle"/>
          </p:nvPr>
        </p:nvSpPr>
        <p:spPr>
          <a:xfrm>
            <a:off x="3824550" y="2163178"/>
            <a:ext cx="2026200" cy="1878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SzPts val="1000"/>
              <a:buNone/>
            </a:pPr>
            <a:r>
              <a:rPr lang="en" sz="1000"/>
              <a:t>Data Analyst</a:t>
            </a:r>
            <a:endParaRPr/>
          </a:p>
        </p:txBody>
      </p:sp>
      <p:sp>
        <p:nvSpPr>
          <p:cNvPr id="1032" name="Google Shape;1032;p113"/>
          <p:cNvSpPr txBox="1"/>
          <p:nvPr>
            <p:ph idx="17" type="subTitle"/>
          </p:nvPr>
        </p:nvSpPr>
        <p:spPr>
          <a:xfrm>
            <a:off x="3824550" y="1964514"/>
            <a:ext cx="2026200" cy="219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SzPts val="1400"/>
              <a:buNone/>
            </a:pPr>
            <a:r>
              <a:rPr lang="en"/>
              <a:t>Daniel Reed</a:t>
            </a:r>
            <a:endParaRPr/>
          </a:p>
        </p:txBody>
      </p:sp>
      <p:sp>
        <p:nvSpPr>
          <p:cNvPr id="1033" name="Google Shape;1033;p113"/>
          <p:cNvSpPr txBox="1"/>
          <p:nvPr>
            <p:ph idx="18" type="subTitle"/>
          </p:nvPr>
        </p:nvSpPr>
        <p:spPr>
          <a:xfrm>
            <a:off x="3824550" y="2337664"/>
            <a:ext cx="2026200" cy="219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SzPts val="900"/>
              <a:buFont typeface="DM Sans Light"/>
              <a:buNone/>
            </a:pPr>
            <a:r>
              <a:rPr lang="en" sz="900">
                <a:latin typeface="DM Sans Light"/>
                <a:ea typeface="DM Sans Light"/>
                <a:cs typeface="DM Sans Light"/>
                <a:sym typeface="DM Sans Light"/>
              </a:rPr>
              <a:t>daniel.reed@deckpilot.ai</a:t>
            </a:r>
            <a:endParaRPr/>
          </a:p>
        </p:txBody>
      </p:sp>
      <p:pic>
        <p:nvPicPr>
          <p:cNvPr descr="A businesswoman in a modern office building. " id="1034" name="Google Shape;1034;p113"/>
          <p:cNvPicPr preferRelativeResize="0"/>
          <p:nvPr>
            <p:ph idx="19" type="pic"/>
          </p:nvPr>
        </p:nvPicPr>
        <p:blipFill rotWithShape="1">
          <a:blip r:embed="rId6">
            <a:alphaModFix/>
          </a:blip>
          <a:srcRect b="0" l="16676" r="16676" t="0"/>
          <a:stretch/>
        </p:blipFill>
        <p:spPr>
          <a:xfrm>
            <a:off x="3154659" y="1975864"/>
            <a:ext cx="530401" cy="530401"/>
          </a:xfrm>
          <a:prstGeom prst="rect">
            <a:avLst/>
          </a:prstGeom>
          <a:noFill/>
          <a:ln>
            <a:noFill/>
          </a:ln>
        </p:spPr>
      </p:pic>
      <p:sp>
        <p:nvSpPr>
          <p:cNvPr id="1035" name="Google Shape;1035;p113"/>
          <p:cNvSpPr txBox="1"/>
          <p:nvPr>
            <p:ph idx="20" type="subTitle"/>
          </p:nvPr>
        </p:nvSpPr>
        <p:spPr>
          <a:xfrm>
            <a:off x="6750600" y="3071165"/>
            <a:ext cx="2026200" cy="1878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SzPts val="1000"/>
              <a:buNone/>
            </a:pPr>
            <a:r>
              <a:rPr lang="en" sz="1000"/>
              <a:t>QA Lead</a:t>
            </a:r>
            <a:endParaRPr/>
          </a:p>
        </p:txBody>
      </p:sp>
      <p:sp>
        <p:nvSpPr>
          <p:cNvPr id="1036" name="Google Shape;1036;p113"/>
          <p:cNvSpPr txBox="1"/>
          <p:nvPr>
            <p:ph idx="21" type="subTitle"/>
          </p:nvPr>
        </p:nvSpPr>
        <p:spPr>
          <a:xfrm>
            <a:off x="6750600" y="2872502"/>
            <a:ext cx="2026200" cy="219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SzPts val="1400"/>
              <a:buNone/>
            </a:pPr>
            <a:r>
              <a:rPr lang="en"/>
              <a:t>Amina Yusuf</a:t>
            </a:r>
            <a:endParaRPr/>
          </a:p>
        </p:txBody>
      </p:sp>
      <p:sp>
        <p:nvSpPr>
          <p:cNvPr id="1037" name="Google Shape;1037;p113"/>
          <p:cNvSpPr txBox="1"/>
          <p:nvPr>
            <p:ph idx="22" type="subTitle"/>
          </p:nvPr>
        </p:nvSpPr>
        <p:spPr>
          <a:xfrm>
            <a:off x="6750600" y="3245652"/>
            <a:ext cx="2026200" cy="219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SzPts val="900"/>
              <a:buFont typeface="DM Sans Light"/>
              <a:buNone/>
            </a:pPr>
            <a:r>
              <a:rPr lang="en" sz="900">
                <a:latin typeface="DM Sans Light"/>
                <a:ea typeface="DM Sans Light"/>
                <a:cs typeface="DM Sans Light"/>
                <a:sym typeface="DM Sans Light"/>
              </a:rPr>
              <a:t>amina.yusuf@deckpilot.ai</a:t>
            </a:r>
            <a:endParaRPr/>
          </a:p>
        </p:txBody>
      </p:sp>
      <p:pic>
        <p:nvPicPr>
          <p:cNvPr descr="A smiling man in a suit. " id="1038" name="Google Shape;1038;p113"/>
          <p:cNvPicPr preferRelativeResize="0"/>
          <p:nvPr>
            <p:ph idx="23" type="pic"/>
          </p:nvPr>
        </p:nvPicPr>
        <p:blipFill rotWithShape="1">
          <a:blip r:embed="rId7">
            <a:alphaModFix/>
          </a:blip>
          <a:srcRect b="0" l="16676" r="16676" t="0"/>
          <a:stretch/>
        </p:blipFill>
        <p:spPr>
          <a:xfrm>
            <a:off x="6080709" y="2883852"/>
            <a:ext cx="530401" cy="530401"/>
          </a:xfrm>
          <a:prstGeom prst="rect">
            <a:avLst/>
          </a:prstGeom>
          <a:noFill/>
          <a:ln>
            <a:noFill/>
          </a:ln>
        </p:spPr>
      </p:pic>
      <p:sp>
        <p:nvSpPr>
          <p:cNvPr id="1039" name="Google Shape;1039;p113"/>
          <p:cNvSpPr txBox="1"/>
          <p:nvPr>
            <p:ph idx="24" type="subTitle"/>
          </p:nvPr>
        </p:nvSpPr>
        <p:spPr>
          <a:xfrm>
            <a:off x="3824550" y="3071165"/>
            <a:ext cx="2026200" cy="1878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SzPts val="1000"/>
              <a:buNone/>
            </a:pPr>
            <a:r>
              <a:rPr lang="en" sz="1000"/>
              <a:t>UX Researcher</a:t>
            </a:r>
            <a:endParaRPr/>
          </a:p>
        </p:txBody>
      </p:sp>
      <p:sp>
        <p:nvSpPr>
          <p:cNvPr id="1040" name="Google Shape;1040;p113"/>
          <p:cNvSpPr txBox="1"/>
          <p:nvPr>
            <p:ph idx="25" type="subTitle"/>
          </p:nvPr>
        </p:nvSpPr>
        <p:spPr>
          <a:xfrm>
            <a:off x="3824550" y="2872502"/>
            <a:ext cx="2026200" cy="219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SzPts val="1400"/>
              <a:buNone/>
            </a:pPr>
            <a:r>
              <a:rPr lang="en"/>
              <a:t>Mateo Alvarez</a:t>
            </a:r>
            <a:endParaRPr/>
          </a:p>
        </p:txBody>
      </p:sp>
      <p:sp>
        <p:nvSpPr>
          <p:cNvPr id="1041" name="Google Shape;1041;p113"/>
          <p:cNvSpPr txBox="1"/>
          <p:nvPr>
            <p:ph idx="26" type="subTitle"/>
          </p:nvPr>
        </p:nvSpPr>
        <p:spPr>
          <a:xfrm>
            <a:off x="3824550" y="3245652"/>
            <a:ext cx="2026200" cy="219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SzPts val="900"/>
              <a:buFont typeface="DM Sans Light"/>
              <a:buNone/>
            </a:pPr>
            <a:r>
              <a:rPr lang="en" sz="900">
                <a:latin typeface="DM Sans Light"/>
                <a:ea typeface="DM Sans Light"/>
                <a:cs typeface="DM Sans Light"/>
                <a:sym typeface="DM Sans Light"/>
              </a:rPr>
              <a:t>mateo.alvarez@deckpilot.ai</a:t>
            </a:r>
            <a:endParaRPr/>
          </a:p>
        </p:txBody>
      </p:sp>
      <p:pic>
        <p:nvPicPr>
          <p:cNvPr descr="A man in formal business attire, smiling for the camera. " id="1042" name="Google Shape;1042;p113"/>
          <p:cNvPicPr preferRelativeResize="0"/>
          <p:nvPr>
            <p:ph idx="27" type="pic"/>
          </p:nvPr>
        </p:nvPicPr>
        <p:blipFill rotWithShape="1">
          <a:blip r:embed="rId8">
            <a:alphaModFix/>
          </a:blip>
          <a:srcRect b="0" l="25125" r="8177" t="0"/>
          <a:stretch/>
        </p:blipFill>
        <p:spPr>
          <a:xfrm>
            <a:off x="3154659" y="2883852"/>
            <a:ext cx="530401" cy="530401"/>
          </a:xfrm>
          <a:prstGeom prst="rect">
            <a:avLst/>
          </a:prstGeom>
          <a:noFill/>
          <a:ln>
            <a:noFill/>
          </a:ln>
        </p:spPr>
      </p:pic>
      <p:sp>
        <p:nvSpPr>
          <p:cNvPr id="1043" name="Google Shape;1043;p113"/>
          <p:cNvSpPr txBox="1"/>
          <p:nvPr>
            <p:ph idx="28" type="subTitle"/>
          </p:nvPr>
        </p:nvSpPr>
        <p:spPr>
          <a:xfrm>
            <a:off x="6750600" y="3992369"/>
            <a:ext cx="2026200" cy="1878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SzPts val="1000"/>
              <a:buNone/>
            </a:pPr>
            <a:r>
              <a:rPr lang="en" sz="1000"/>
              <a:t>Content Strategist</a:t>
            </a:r>
            <a:endParaRPr/>
          </a:p>
        </p:txBody>
      </p:sp>
      <p:sp>
        <p:nvSpPr>
          <p:cNvPr id="1044" name="Google Shape;1044;p113"/>
          <p:cNvSpPr txBox="1"/>
          <p:nvPr>
            <p:ph idx="29" type="subTitle"/>
          </p:nvPr>
        </p:nvSpPr>
        <p:spPr>
          <a:xfrm>
            <a:off x="6750600" y="3793706"/>
            <a:ext cx="2026200" cy="219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SzPts val="1400"/>
              <a:buNone/>
            </a:pPr>
            <a:r>
              <a:rPr lang="en"/>
              <a:t>Nina Volkov</a:t>
            </a:r>
            <a:endParaRPr/>
          </a:p>
        </p:txBody>
      </p:sp>
      <p:sp>
        <p:nvSpPr>
          <p:cNvPr id="1045" name="Google Shape;1045;p113"/>
          <p:cNvSpPr txBox="1"/>
          <p:nvPr>
            <p:ph idx="30" type="subTitle"/>
          </p:nvPr>
        </p:nvSpPr>
        <p:spPr>
          <a:xfrm>
            <a:off x="6750600" y="4166856"/>
            <a:ext cx="2026200" cy="219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SzPts val="900"/>
              <a:buFont typeface="DM Sans Light"/>
              <a:buNone/>
            </a:pPr>
            <a:r>
              <a:rPr lang="en" sz="900">
                <a:latin typeface="DM Sans Light"/>
                <a:ea typeface="DM Sans Light"/>
                <a:cs typeface="DM Sans Light"/>
                <a:sym typeface="DM Sans Light"/>
              </a:rPr>
              <a:t>nina.volkov@deckpilot.ai</a:t>
            </a:r>
            <a:endParaRPr/>
          </a:p>
        </p:txBody>
      </p:sp>
      <p:pic>
        <p:nvPicPr>
          <p:cNvPr descr="A woman wearing glasses and a black sweater. " id="1046" name="Google Shape;1046;p113"/>
          <p:cNvPicPr preferRelativeResize="0"/>
          <p:nvPr>
            <p:ph idx="31" type="pic"/>
          </p:nvPr>
        </p:nvPicPr>
        <p:blipFill rotWithShape="1">
          <a:blip r:embed="rId9">
            <a:alphaModFix/>
          </a:blip>
          <a:srcRect b="10290" l="28077" r="11254" t="-1514"/>
          <a:stretch/>
        </p:blipFill>
        <p:spPr>
          <a:xfrm>
            <a:off x="6080709" y="3805056"/>
            <a:ext cx="530401" cy="530400"/>
          </a:xfrm>
          <a:prstGeom prst="rect">
            <a:avLst/>
          </a:prstGeom>
          <a:noFill/>
          <a:ln>
            <a:noFill/>
          </a:ln>
        </p:spPr>
      </p:pic>
      <p:sp>
        <p:nvSpPr>
          <p:cNvPr id="1047" name="Google Shape;1047;p113"/>
          <p:cNvSpPr txBox="1"/>
          <p:nvPr>
            <p:ph idx="32" type="subTitle"/>
          </p:nvPr>
        </p:nvSpPr>
        <p:spPr>
          <a:xfrm>
            <a:off x="3824550" y="3992369"/>
            <a:ext cx="2026200" cy="1878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SzPts val="1000"/>
              <a:buNone/>
            </a:pPr>
            <a:r>
              <a:rPr lang="en" sz="1000"/>
              <a:t>Partnerships Manager</a:t>
            </a:r>
            <a:endParaRPr/>
          </a:p>
        </p:txBody>
      </p:sp>
      <p:sp>
        <p:nvSpPr>
          <p:cNvPr id="1048" name="Google Shape;1048;p113"/>
          <p:cNvSpPr txBox="1"/>
          <p:nvPr>
            <p:ph idx="33" type="subTitle"/>
          </p:nvPr>
        </p:nvSpPr>
        <p:spPr>
          <a:xfrm>
            <a:off x="3824550" y="3793706"/>
            <a:ext cx="2026200" cy="219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SzPts val="1400"/>
              <a:buNone/>
            </a:pPr>
            <a:r>
              <a:rPr lang="en"/>
              <a:t>Henry Cole</a:t>
            </a:r>
            <a:endParaRPr/>
          </a:p>
        </p:txBody>
      </p:sp>
      <p:sp>
        <p:nvSpPr>
          <p:cNvPr id="1049" name="Google Shape;1049;p113"/>
          <p:cNvSpPr txBox="1"/>
          <p:nvPr>
            <p:ph idx="34" type="subTitle"/>
          </p:nvPr>
        </p:nvSpPr>
        <p:spPr>
          <a:xfrm>
            <a:off x="3824550" y="4166856"/>
            <a:ext cx="2026200" cy="219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SzPts val="900"/>
              <a:buFont typeface="DM Sans Light"/>
              <a:buNone/>
            </a:pPr>
            <a:r>
              <a:rPr lang="en" sz="900">
                <a:latin typeface="DM Sans Light"/>
                <a:ea typeface="DM Sans Light"/>
                <a:cs typeface="DM Sans Light"/>
                <a:sym typeface="DM Sans Light"/>
              </a:rPr>
              <a:t>henry.cole@deckpilot.ai</a:t>
            </a:r>
            <a:endParaRPr/>
          </a:p>
        </p:txBody>
      </p:sp>
      <p:pic>
        <p:nvPicPr>
          <p:cNvPr descr="A portrait of a business woman wearing glasses. " id="1050" name="Google Shape;1050;p113"/>
          <p:cNvPicPr preferRelativeResize="0"/>
          <p:nvPr>
            <p:ph idx="35" type="pic"/>
          </p:nvPr>
        </p:nvPicPr>
        <p:blipFill rotWithShape="1">
          <a:blip r:embed="rId10">
            <a:alphaModFix/>
          </a:blip>
          <a:srcRect b="14903" l="39752" r="11633" t="12153"/>
          <a:stretch/>
        </p:blipFill>
        <p:spPr>
          <a:xfrm>
            <a:off x="3154659" y="3805056"/>
            <a:ext cx="530401" cy="530401"/>
          </a:xfrm>
          <a:prstGeom prst="rect">
            <a:avLst/>
          </a:prstGeom>
          <a:noFill/>
          <a:ln>
            <a:noFill/>
          </a:ln>
        </p:spPr>
      </p:pic>
      <p:sp>
        <p:nvSpPr>
          <p:cNvPr id="1051" name="Google Shape;1051;p113"/>
          <p:cNvSpPr txBox="1"/>
          <p:nvPr>
            <p:ph type="title"/>
          </p:nvPr>
        </p:nvSpPr>
        <p:spPr>
          <a:xfrm>
            <a:off x="361975" y="962100"/>
            <a:ext cx="2450700" cy="4986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SzPts val="3000"/>
              <a:buNone/>
            </a:pPr>
            <a:r>
              <a:rPr lang="en" sz="3600"/>
              <a:t>Our team</a:t>
            </a:r>
            <a:endParaRPr/>
          </a:p>
        </p:txBody>
      </p:sp>
      <p:sp>
        <p:nvSpPr>
          <p:cNvPr id="1052" name="Google Shape;1052;p11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p>
            <a:pPr indent="0" lvl="0" marL="0" rtl="0" algn="r">
              <a:lnSpc>
                <a:spcPct val="100000"/>
              </a:lnSpc>
              <a:spcBef>
                <a:spcPts val="0"/>
              </a:spcBef>
              <a:spcAft>
                <a:spcPts val="0"/>
              </a:spcAft>
              <a:buSzPts val="700"/>
              <a:buNone/>
            </a:pPr>
            <a:r>
              <a:rPr lang="en" sz="700">
                <a:solidFill>
                  <a:schemeClr val="lt1"/>
                </a:solidFill>
                <a:latin typeface="DM Sans"/>
                <a:ea typeface="DM Sans"/>
                <a:cs typeface="DM Sans"/>
                <a:sym typeface="DM Sans"/>
              </a:rPr>
              <a:t>‹#›</a:t>
            </a:r>
            <a:endParaRPr/>
          </a:p>
        </p:txBody>
      </p:sp>
      <p:sp>
        <p:nvSpPr>
          <p:cNvPr id="1053" name="Google Shape;1053;p113"/>
          <p:cNvSpPr txBox="1"/>
          <p:nvPr>
            <p:ph idx="36" type="subTitle"/>
          </p:nvPr>
        </p:nvSpPr>
        <p:spPr>
          <a:xfrm>
            <a:off x="361975" y="217725"/>
            <a:ext cx="4163100" cy="237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SzPts val="700"/>
              <a:buFont typeface="DM Sans"/>
              <a:buNone/>
            </a:pPr>
            <a:r>
              <a:rPr lang="en" sz="700">
                <a:latin typeface="DM Sans"/>
                <a:ea typeface="DM Sans"/>
                <a:cs typeface="DM Sans"/>
                <a:sym typeface="DM Sans"/>
              </a:rPr>
              <a:t>DeckPilot Labs</a:t>
            </a:r>
            <a:endParaRPr/>
          </a:p>
        </p:txBody>
      </p:sp>
      <p:cxnSp>
        <p:nvCxnSpPr>
          <p:cNvPr id="1054" name="Google Shape;1054;p113"/>
          <p:cNvCxnSpPr/>
          <p:nvPr/>
        </p:nvCxnSpPr>
        <p:spPr>
          <a:xfrm>
            <a:off x="6085975" y="1801050"/>
            <a:ext cx="2697000" cy="0"/>
          </a:xfrm>
          <a:prstGeom prst="straightConnector1">
            <a:avLst/>
          </a:prstGeom>
          <a:noFill/>
          <a:ln cap="flat" cmpd="sng" w="9525">
            <a:solidFill>
              <a:schemeClr val="accent6"/>
            </a:solidFill>
            <a:prstDash val="solid"/>
            <a:round/>
            <a:headEnd len="sm" w="sm" type="none"/>
            <a:tailEnd len="sm" w="sm" type="none"/>
          </a:ln>
        </p:spPr>
      </p:cxnSp>
      <p:cxnSp>
        <p:nvCxnSpPr>
          <p:cNvPr id="1055" name="Google Shape;1055;p113"/>
          <p:cNvCxnSpPr/>
          <p:nvPr/>
        </p:nvCxnSpPr>
        <p:spPr>
          <a:xfrm>
            <a:off x="3176550" y="1801050"/>
            <a:ext cx="2697000" cy="0"/>
          </a:xfrm>
          <a:prstGeom prst="straightConnector1">
            <a:avLst/>
          </a:prstGeom>
          <a:noFill/>
          <a:ln cap="flat" cmpd="sng" w="9525">
            <a:solidFill>
              <a:schemeClr val="accent6"/>
            </a:solidFill>
            <a:prstDash val="solid"/>
            <a:round/>
            <a:headEnd len="sm" w="sm" type="none"/>
            <a:tailEnd len="sm" w="sm" type="none"/>
          </a:ln>
        </p:spPr>
      </p:cxnSp>
      <p:cxnSp>
        <p:nvCxnSpPr>
          <p:cNvPr id="1056" name="Google Shape;1056;p113"/>
          <p:cNvCxnSpPr/>
          <p:nvPr/>
        </p:nvCxnSpPr>
        <p:spPr>
          <a:xfrm>
            <a:off x="6085975" y="2716789"/>
            <a:ext cx="2697000" cy="0"/>
          </a:xfrm>
          <a:prstGeom prst="straightConnector1">
            <a:avLst/>
          </a:prstGeom>
          <a:noFill/>
          <a:ln cap="flat" cmpd="sng" w="9525">
            <a:solidFill>
              <a:schemeClr val="accent6"/>
            </a:solidFill>
            <a:prstDash val="solid"/>
            <a:round/>
            <a:headEnd len="sm" w="sm" type="none"/>
            <a:tailEnd len="sm" w="sm" type="none"/>
          </a:ln>
        </p:spPr>
      </p:cxnSp>
      <p:cxnSp>
        <p:nvCxnSpPr>
          <p:cNvPr id="1057" name="Google Shape;1057;p113"/>
          <p:cNvCxnSpPr/>
          <p:nvPr/>
        </p:nvCxnSpPr>
        <p:spPr>
          <a:xfrm>
            <a:off x="3176550" y="2716789"/>
            <a:ext cx="2697000" cy="0"/>
          </a:xfrm>
          <a:prstGeom prst="straightConnector1">
            <a:avLst/>
          </a:prstGeom>
          <a:noFill/>
          <a:ln cap="flat" cmpd="sng" w="9525">
            <a:solidFill>
              <a:schemeClr val="accent6"/>
            </a:solidFill>
            <a:prstDash val="solid"/>
            <a:round/>
            <a:headEnd len="sm" w="sm" type="none"/>
            <a:tailEnd len="sm" w="sm" type="none"/>
          </a:ln>
        </p:spPr>
      </p:cxnSp>
      <p:cxnSp>
        <p:nvCxnSpPr>
          <p:cNvPr id="1058" name="Google Shape;1058;p113"/>
          <p:cNvCxnSpPr/>
          <p:nvPr/>
        </p:nvCxnSpPr>
        <p:spPr>
          <a:xfrm>
            <a:off x="6085975" y="3632529"/>
            <a:ext cx="2697000" cy="0"/>
          </a:xfrm>
          <a:prstGeom prst="straightConnector1">
            <a:avLst/>
          </a:prstGeom>
          <a:noFill/>
          <a:ln cap="flat" cmpd="sng" w="9525">
            <a:solidFill>
              <a:schemeClr val="accent6"/>
            </a:solidFill>
            <a:prstDash val="solid"/>
            <a:round/>
            <a:headEnd len="sm" w="sm" type="none"/>
            <a:tailEnd len="sm" w="sm" type="none"/>
          </a:ln>
        </p:spPr>
      </p:cxnSp>
      <p:cxnSp>
        <p:nvCxnSpPr>
          <p:cNvPr id="1059" name="Google Shape;1059;p113"/>
          <p:cNvCxnSpPr/>
          <p:nvPr/>
        </p:nvCxnSpPr>
        <p:spPr>
          <a:xfrm>
            <a:off x="3176550" y="3632529"/>
            <a:ext cx="2697000" cy="0"/>
          </a:xfrm>
          <a:prstGeom prst="straightConnector1">
            <a:avLst/>
          </a:prstGeom>
          <a:noFill/>
          <a:ln cap="flat" cmpd="sng" w="9525">
            <a:solidFill>
              <a:schemeClr val="accent6"/>
            </a:solidFill>
            <a:prstDash val="solid"/>
            <a:round/>
            <a:headEnd len="sm" w="sm" type="none"/>
            <a:tailEnd len="sm" w="sm" type="none"/>
          </a:ln>
        </p:spPr>
      </p:cxnSp>
      <p:cxnSp>
        <p:nvCxnSpPr>
          <p:cNvPr id="1060" name="Google Shape;1060;p113"/>
          <p:cNvCxnSpPr/>
          <p:nvPr/>
        </p:nvCxnSpPr>
        <p:spPr>
          <a:xfrm>
            <a:off x="6085975" y="4548268"/>
            <a:ext cx="2697000" cy="0"/>
          </a:xfrm>
          <a:prstGeom prst="straightConnector1">
            <a:avLst/>
          </a:prstGeom>
          <a:noFill/>
          <a:ln cap="flat" cmpd="sng" w="9525">
            <a:solidFill>
              <a:schemeClr val="accent6"/>
            </a:solidFill>
            <a:prstDash val="solid"/>
            <a:round/>
            <a:headEnd len="sm" w="sm" type="none"/>
            <a:tailEnd len="sm" w="sm" type="none"/>
          </a:ln>
        </p:spPr>
      </p:cxnSp>
      <p:cxnSp>
        <p:nvCxnSpPr>
          <p:cNvPr id="1061" name="Google Shape;1061;p113"/>
          <p:cNvCxnSpPr/>
          <p:nvPr/>
        </p:nvCxnSpPr>
        <p:spPr>
          <a:xfrm>
            <a:off x="3176550" y="4548268"/>
            <a:ext cx="2697000" cy="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5" name="Shape 1065"/>
        <p:cNvGrpSpPr/>
        <p:nvPr/>
      </p:nvGrpSpPr>
      <p:grpSpPr>
        <a:xfrm>
          <a:off x="0" y="0"/>
          <a:ext cx="0" cy="0"/>
          <a:chOff x="0" y="0"/>
          <a:chExt cx="0" cy="0"/>
        </a:xfrm>
      </p:grpSpPr>
      <p:sp>
        <p:nvSpPr>
          <p:cNvPr id="1066" name="Google Shape;1066;p114"/>
          <p:cNvSpPr txBox="1"/>
          <p:nvPr>
            <p:ph type="title"/>
          </p:nvPr>
        </p:nvSpPr>
        <p:spPr>
          <a:xfrm>
            <a:off x="4975925" y="989088"/>
            <a:ext cx="3783600" cy="5877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3000"/>
              <a:buNone/>
            </a:pPr>
            <a:r>
              <a:rPr lang="en" sz="3600"/>
              <a:t>Maya Chen</a:t>
            </a:r>
            <a:endParaRPr/>
          </a:p>
        </p:txBody>
      </p:sp>
      <p:pic>
        <p:nvPicPr>
          <p:cNvPr descr="A portrait of a man in profile, silhouetted against a dark blue background. " id="1067" name="Google Shape;1067;p114"/>
          <p:cNvPicPr preferRelativeResize="0"/>
          <p:nvPr>
            <p:ph idx="2" type="pic"/>
          </p:nvPr>
        </p:nvPicPr>
        <p:blipFill rotWithShape="1">
          <a:blip r:embed="rId3">
            <a:alphaModFix/>
          </a:blip>
          <a:srcRect b="16892" l="0" r="0" t="7999"/>
          <a:stretch/>
        </p:blipFill>
        <p:spPr>
          <a:xfrm flipH="1">
            <a:off x="953803" y="1066100"/>
            <a:ext cx="2664299" cy="3002701"/>
          </a:xfrm>
          <a:prstGeom prst="rect">
            <a:avLst/>
          </a:prstGeom>
          <a:noFill/>
          <a:ln>
            <a:noFill/>
          </a:ln>
        </p:spPr>
      </p:pic>
      <p:sp>
        <p:nvSpPr>
          <p:cNvPr id="1068" name="Google Shape;1068;p114"/>
          <p:cNvSpPr txBox="1"/>
          <p:nvPr>
            <p:ph idx="1" type="body"/>
          </p:nvPr>
        </p:nvSpPr>
        <p:spPr>
          <a:xfrm>
            <a:off x="4975925" y="4125662"/>
            <a:ext cx="3783600" cy="461700"/>
          </a:xfrm>
          <a:prstGeom prst="rect">
            <a:avLst/>
          </a:prstGeom>
          <a:noFill/>
          <a:ln>
            <a:noFill/>
          </a:ln>
        </p:spPr>
        <p:txBody>
          <a:bodyPr anchorCtr="0" anchor="b" bIns="0" lIns="0" spcFirstLastPara="1" rIns="0" wrap="square" tIns="0">
            <a:noAutofit/>
          </a:bodyPr>
          <a:lstStyle/>
          <a:p>
            <a:pPr indent="-292100" lvl="0" marL="457200" rtl="0" algn="l">
              <a:lnSpc>
                <a:spcPct val="115000"/>
              </a:lnSpc>
              <a:spcBef>
                <a:spcPts val="0"/>
              </a:spcBef>
              <a:spcAft>
                <a:spcPts val="0"/>
              </a:spcAft>
              <a:buClr>
                <a:schemeClr val="lt1"/>
              </a:buClr>
              <a:buSzPts val="1000"/>
              <a:buFont typeface="DM Sans Light"/>
              <a:buChar char="●"/>
            </a:pPr>
            <a:r>
              <a:rPr lang="en" sz="1000">
                <a:latin typeface="DM Sans Light"/>
                <a:ea typeface="DM Sans Light"/>
                <a:cs typeface="DM Sans Light"/>
                <a:sym typeface="DM Sans Light"/>
              </a:rPr>
              <a:t>Contact</a:t>
            </a:r>
            <a:endParaRPr/>
          </a:p>
          <a:p>
            <a:pPr indent="-292100" lvl="0" marL="457200" rtl="0" algn="l">
              <a:lnSpc>
                <a:spcPct val="115000"/>
              </a:lnSpc>
              <a:spcBef>
                <a:spcPts val="0"/>
              </a:spcBef>
              <a:spcAft>
                <a:spcPts val="0"/>
              </a:spcAft>
              <a:buClr>
                <a:schemeClr val="lt1"/>
              </a:buClr>
              <a:buSzPts val="1000"/>
              <a:buFont typeface="DM Sans Light"/>
              <a:buChar char="●"/>
            </a:pPr>
            <a:r>
              <a:rPr lang="en" sz="1000">
                <a:latin typeface="DM Sans Light"/>
                <a:ea typeface="DM Sans Light"/>
                <a:cs typeface="DM Sans Light"/>
                <a:sym typeface="DM Sans Light"/>
              </a:rPr>
              <a:t>maya.chen@deckpilot.ai</a:t>
            </a:r>
            <a:endParaRPr/>
          </a:p>
        </p:txBody>
      </p:sp>
      <p:sp>
        <p:nvSpPr>
          <p:cNvPr id="1069" name="Google Shape;1069;p11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p>
            <a:pPr indent="0" lvl="0" marL="0" rtl="0" algn="r">
              <a:lnSpc>
                <a:spcPct val="100000"/>
              </a:lnSpc>
              <a:spcBef>
                <a:spcPts val="0"/>
              </a:spcBef>
              <a:spcAft>
                <a:spcPts val="0"/>
              </a:spcAft>
              <a:buSzPts val="700"/>
              <a:buNone/>
            </a:pPr>
            <a:r>
              <a:rPr lang="en" sz="700">
                <a:solidFill>
                  <a:schemeClr val="lt1"/>
                </a:solidFill>
                <a:latin typeface="DM Sans"/>
                <a:ea typeface="DM Sans"/>
                <a:cs typeface="DM Sans"/>
                <a:sym typeface="DM Sans"/>
              </a:rPr>
              <a:t>‹#›</a:t>
            </a:r>
            <a:endParaRPr/>
          </a:p>
        </p:txBody>
      </p:sp>
      <p:sp>
        <p:nvSpPr>
          <p:cNvPr id="1070" name="Google Shape;1070;p114"/>
          <p:cNvSpPr txBox="1"/>
          <p:nvPr>
            <p:ph idx="3" type="body"/>
          </p:nvPr>
        </p:nvSpPr>
        <p:spPr>
          <a:xfrm>
            <a:off x="4975925" y="1943891"/>
            <a:ext cx="3783600" cy="1243200"/>
          </a:xfrm>
          <a:prstGeom prst="rect">
            <a:avLst/>
          </a:prstGeom>
          <a:noFill/>
          <a:ln>
            <a:noFill/>
          </a:ln>
        </p:spPr>
        <p:txBody>
          <a:bodyPr anchorCtr="0" anchor="t" bIns="0" lIns="0" spcFirstLastPara="1" rIns="0" wrap="square" tIns="0">
            <a:noAutofit/>
          </a:bodyPr>
          <a:lstStyle/>
          <a:p>
            <a:pPr indent="-330200" lvl="0" marL="457200" rtl="0" algn="l">
              <a:lnSpc>
                <a:spcPct val="115000"/>
              </a:lnSpc>
              <a:spcBef>
                <a:spcPts val="0"/>
              </a:spcBef>
              <a:spcAft>
                <a:spcPts val="0"/>
              </a:spcAft>
              <a:buClr>
                <a:schemeClr val="lt1"/>
              </a:buClr>
              <a:buSzPts val="1600"/>
              <a:buFont typeface="Newsreader"/>
              <a:buChar char="●"/>
            </a:pPr>
            <a:r>
              <a:rPr lang="en" sz="1600">
                <a:latin typeface="Newsreader"/>
                <a:ea typeface="Newsreader"/>
                <a:cs typeface="Newsreader"/>
                <a:sym typeface="Newsreader"/>
              </a:rPr>
              <a:t>Maya is the founder and executive sponsor for product reliability. She reviews unresolved queries every Friday and signs off on evaluation metrics before each release.</a:t>
            </a:r>
            <a:endParaRPr/>
          </a:p>
        </p:txBody>
      </p:sp>
      <p:sp>
        <p:nvSpPr>
          <p:cNvPr id="1071" name="Google Shape;1071;p114"/>
          <p:cNvSpPr txBox="1"/>
          <p:nvPr>
            <p:ph idx="4" type="subTitle"/>
          </p:nvPr>
        </p:nvSpPr>
        <p:spPr>
          <a:xfrm>
            <a:off x="4975925" y="732775"/>
            <a:ext cx="3783600" cy="153900"/>
          </a:xfrm>
          <a:prstGeom prst="rect">
            <a:avLst/>
          </a:prstGeom>
          <a:noFill/>
          <a:ln>
            <a:noFill/>
          </a:ln>
        </p:spPr>
        <p:txBody>
          <a:bodyPr anchorCtr="0" anchor="b" bIns="0" lIns="0" spcFirstLastPara="1" rIns="0" wrap="square" tIns="0">
            <a:spAutoFit/>
          </a:bodyPr>
          <a:lstStyle/>
          <a:p>
            <a:pPr indent="-304800" lvl="0" marL="457200" rtl="0" algn="l">
              <a:lnSpc>
                <a:spcPct val="115000"/>
              </a:lnSpc>
              <a:spcBef>
                <a:spcPts val="0"/>
              </a:spcBef>
              <a:spcAft>
                <a:spcPts val="0"/>
              </a:spcAft>
              <a:buSzPts val="1000"/>
              <a:buFont typeface="DM Sans Light"/>
              <a:buNone/>
            </a:pPr>
            <a:r>
              <a:rPr lang="en" sz="1000">
                <a:latin typeface="DM Sans Light"/>
                <a:ea typeface="DM Sans Light"/>
                <a:cs typeface="DM Sans Light"/>
                <a:sym typeface="DM Sans Light"/>
              </a:rPr>
              <a:t>SPOTLIGHT</a:t>
            </a:r>
            <a:endParaRPr/>
          </a:p>
        </p:txBody>
      </p:sp>
      <p:sp>
        <p:nvSpPr>
          <p:cNvPr id="1072" name="Google Shape;1072;p114"/>
          <p:cNvSpPr txBox="1"/>
          <p:nvPr>
            <p:ph idx="5" type="subTitle"/>
          </p:nvPr>
        </p:nvSpPr>
        <p:spPr>
          <a:xfrm>
            <a:off x="4975925" y="1546132"/>
            <a:ext cx="3783600" cy="1386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SzPts val="900"/>
              <a:buNone/>
            </a:pPr>
            <a:r>
              <a:rPr lang="en" sz="900"/>
              <a:t>CEO &amp; Founder</a:t>
            </a:r>
            <a:endParaRPr/>
          </a:p>
        </p:txBody>
      </p:sp>
      <p:sp>
        <p:nvSpPr>
          <p:cNvPr id="1073" name="Google Shape;1073;p114"/>
          <p:cNvSpPr txBox="1"/>
          <p:nvPr>
            <p:ph idx="6" type="subTitle"/>
          </p:nvPr>
        </p:nvSpPr>
        <p:spPr>
          <a:xfrm>
            <a:off x="361975" y="217725"/>
            <a:ext cx="4163100" cy="237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Clr>
                <a:schemeClr val="dk1"/>
              </a:buClr>
              <a:buSzPts val="700"/>
              <a:buFont typeface="DM Sans"/>
              <a:buNone/>
            </a:pPr>
            <a:r>
              <a:rPr lang="en" sz="700">
                <a:solidFill>
                  <a:schemeClr val="dk1"/>
                </a:solidFill>
                <a:latin typeface="DM Sans"/>
                <a:ea typeface="DM Sans"/>
                <a:cs typeface="DM Sans"/>
                <a:sym typeface="DM Sans"/>
              </a:rPr>
              <a:t>DeckPilot Labs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sp>
        <p:nvSpPr>
          <p:cNvPr id="1078" name="Google Shape;1078;p115"/>
          <p:cNvSpPr txBox="1"/>
          <p:nvPr>
            <p:ph type="title"/>
          </p:nvPr>
        </p:nvSpPr>
        <p:spPr>
          <a:xfrm>
            <a:off x="361975" y="988550"/>
            <a:ext cx="5356800" cy="135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3000"/>
              <a:buNone/>
            </a:pPr>
            <a:r>
              <a:rPr lang="en" sz="2200"/>
              <a:t>Make every presentation queryable, reliable, and useful after the meeting ends.</a:t>
            </a:r>
            <a:endParaRPr/>
          </a:p>
        </p:txBody>
      </p:sp>
      <p:sp>
        <p:nvSpPr>
          <p:cNvPr id="1079" name="Google Shape;1079;p115"/>
          <p:cNvSpPr txBox="1"/>
          <p:nvPr>
            <p:ph idx="1" type="body"/>
          </p:nvPr>
        </p:nvSpPr>
        <p:spPr>
          <a:xfrm>
            <a:off x="361975" y="3541582"/>
            <a:ext cx="3777000" cy="1044300"/>
          </a:xfrm>
          <a:prstGeom prst="rect">
            <a:avLst/>
          </a:prstGeom>
          <a:noFill/>
          <a:ln>
            <a:noFill/>
          </a:ln>
        </p:spPr>
        <p:txBody>
          <a:bodyPr anchorCtr="0" anchor="b" bIns="0" lIns="0" spcFirstLastPara="1" rIns="0" wrap="square" tIns="0">
            <a:noAutofit/>
          </a:bodyPr>
          <a:lstStyle/>
          <a:p>
            <a:pPr indent="-292100" lvl="0" marL="457200" rtl="0" algn="l">
              <a:lnSpc>
                <a:spcPct val="115000"/>
              </a:lnSpc>
              <a:spcBef>
                <a:spcPts val="0"/>
              </a:spcBef>
              <a:spcAft>
                <a:spcPts val="0"/>
              </a:spcAft>
              <a:buClr>
                <a:schemeClr val="lt1"/>
              </a:buClr>
              <a:buSzPts val="1000"/>
              <a:buFont typeface="DM Sans Light"/>
              <a:buChar char="●"/>
            </a:pPr>
            <a:r>
              <a:rPr lang="en" sz="1000">
                <a:latin typeface="DM Sans Light"/>
                <a:ea typeface="DM Sans Light"/>
                <a:cs typeface="DM Sans Light"/>
                <a:sym typeface="DM Sans Light"/>
              </a:rPr>
              <a:t>DeckPilot turns PDF, PPT, and PPTX files into an assistant that answers questions with slide references, fast summaries, and reusable knowledge.</a:t>
            </a:r>
            <a:endParaRPr/>
          </a:p>
        </p:txBody>
      </p:sp>
      <p:sp>
        <p:nvSpPr>
          <p:cNvPr id="1080" name="Google Shape;1080;p11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p>
            <a:pPr indent="0" lvl="0" marL="0" rtl="0" algn="r">
              <a:lnSpc>
                <a:spcPct val="100000"/>
              </a:lnSpc>
              <a:spcBef>
                <a:spcPts val="0"/>
              </a:spcBef>
              <a:spcAft>
                <a:spcPts val="0"/>
              </a:spcAft>
              <a:buSzPts val="700"/>
              <a:buNone/>
            </a:pPr>
            <a:r>
              <a:rPr lang="en" sz="700">
                <a:solidFill>
                  <a:schemeClr val="lt1"/>
                </a:solidFill>
                <a:latin typeface="DM Sans"/>
                <a:ea typeface="DM Sans"/>
                <a:cs typeface="DM Sans"/>
                <a:sym typeface="DM Sans"/>
              </a:rPr>
              <a:t>‹#›</a:t>
            </a:r>
            <a:endParaRPr/>
          </a:p>
        </p:txBody>
      </p:sp>
      <p:sp>
        <p:nvSpPr>
          <p:cNvPr id="1081" name="Google Shape;1081;p115"/>
          <p:cNvSpPr txBox="1"/>
          <p:nvPr>
            <p:ph idx="3" type="subTitle"/>
          </p:nvPr>
        </p:nvSpPr>
        <p:spPr>
          <a:xfrm>
            <a:off x="361975" y="217725"/>
            <a:ext cx="4163100" cy="237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SzPts val="700"/>
              <a:buFont typeface="DM Sans"/>
              <a:buNone/>
            </a:pPr>
            <a:r>
              <a:rPr lang="en" sz="700">
                <a:latin typeface="DM Sans"/>
                <a:ea typeface="DM Sans"/>
                <a:cs typeface="DM Sans"/>
                <a:sym typeface="DM Sans"/>
              </a:rPr>
              <a:t>DeckPilot Labs</a:t>
            </a:r>
            <a:endParaRPr/>
          </a:p>
        </p:txBody>
      </p:sp>
      <p:pic>
        <p:nvPicPr>
          <p:cNvPr descr="A glass ceiling" id="1082" name="Google Shape;1082;p115"/>
          <p:cNvPicPr preferRelativeResize="0"/>
          <p:nvPr/>
        </p:nvPicPr>
        <p:blipFill rotWithShape="1">
          <a:blip r:embed="rId3">
            <a:alphaModFix/>
          </a:blip>
          <a:srcRect b="10956" l="0" r="0" t="10956"/>
          <a:stretch/>
        </p:blipFill>
        <p:spPr>
          <a:xfrm>
            <a:off x="6289150" y="1793125"/>
            <a:ext cx="2853300" cy="3350400"/>
          </a:xfrm>
          <a:prstGeom prst="rect">
            <a:avLst/>
          </a:prstGeom>
          <a:noFill/>
          <a:ln>
            <a:noFill/>
          </a:ln>
        </p:spPr>
      </p:pic>
      <p:cxnSp>
        <p:nvCxnSpPr>
          <p:cNvPr id="1083" name="Google Shape;1083;p115"/>
          <p:cNvCxnSpPr/>
          <p:nvPr/>
        </p:nvCxnSpPr>
        <p:spPr>
          <a:xfrm>
            <a:off x="356100" y="3843349"/>
            <a:ext cx="5362800" cy="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p11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p>
            <a:pPr indent="0" lvl="0" marL="0" rtl="0" algn="r">
              <a:lnSpc>
                <a:spcPct val="100000"/>
              </a:lnSpc>
              <a:spcBef>
                <a:spcPts val="0"/>
              </a:spcBef>
              <a:spcAft>
                <a:spcPts val="0"/>
              </a:spcAft>
              <a:buSzPts val="700"/>
              <a:buNone/>
            </a:pPr>
            <a:r>
              <a:rPr lang="en" sz="700">
                <a:solidFill>
                  <a:schemeClr val="lt1"/>
                </a:solidFill>
                <a:latin typeface="DM Sans"/>
                <a:ea typeface="DM Sans"/>
                <a:cs typeface="DM Sans"/>
                <a:sym typeface="DM Sans"/>
              </a:rPr>
              <a:t>‹#›</a:t>
            </a:r>
            <a:endParaRPr/>
          </a:p>
        </p:txBody>
      </p:sp>
      <p:sp>
        <p:nvSpPr>
          <p:cNvPr id="1089" name="Google Shape;1089;p116"/>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SzPts val="700"/>
              <a:buFont typeface="DM Sans"/>
              <a:buNone/>
            </a:pPr>
            <a:r>
              <a:rPr lang="en" sz="700">
                <a:latin typeface="DM Sans"/>
                <a:ea typeface="DM Sans"/>
                <a:cs typeface="DM Sans"/>
                <a:sym typeface="DM Sans"/>
              </a:rPr>
              <a:t>DeckPilot Labs</a:t>
            </a:r>
            <a:endParaRPr/>
          </a:p>
        </p:txBody>
      </p:sp>
      <p:sp>
        <p:nvSpPr>
          <p:cNvPr id="1090" name="Google Shape;1090;p116"/>
          <p:cNvSpPr txBox="1"/>
          <p:nvPr>
            <p:ph idx="2" type="body"/>
          </p:nvPr>
        </p:nvSpPr>
        <p:spPr>
          <a:xfrm>
            <a:off x="1957800" y="4195275"/>
            <a:ext cx="5228400" cy="390600"/>
          </a:xfrm>
          <a:prstGeom prst="rect">
            <a:avLst/>
          </a:prstGeom>
          <a:noFill/>
          <a:ln>
            <a:noFill/>
          </a:ln>
        </p:spPr>
        <p:txBody>
          <a:bodyPr anchorCtr="0" anchor="b" bIns="0" lIns="0" spcFirstLastPara="1" rIns="0" wrap="square" tIns="0">
            <a:noAutofit/>
          </a:bodyPr>
          <a:lstStyle/>
          <a:p>
            <a:pPr indent="-292100" lvl="0" marL="457200" rtl="0" algn="ctr">
              <a:lnSpc>
                <a:spcPct val="115000"/>
              </a:lnSpc>
              <a:spcBef>
                <a:spcPts val="0"/>
              </a:spcBef>
              <a:spcAft>
                <a:spcPts val="0"/>
              </a:spcAft>
              <a:buClr>
                <a:schemeClr val="lt1"/>
              </a:buClr>
              <a:buSzPts val="1000"/>
              <a:buFont typeface="DM Sans Light"/>
              <a:buChar char="●"/>
            </a:pPr>
            <a:r>
              <a:rPr lang="en" sz="1000">
                <a:latin typeface="DM Sans Light"/>
                <a:ea typeface="DM Sans Light"/>
                <a:cs typeface="DM Sans Light"/>
                <a:sym typeface="DM Sans Light"/>
              </a:rPr>
              <a:t>We help sales, enablement, training, and customer success teams reuse what is already inside their decks instead of recreating answers from scratch.</a:t>
            </a:r>
            <a:endParaRPr/>
          </a:p>
        </p:txBody>
      </p:sp>
      <p:sp>
        <p:nvSpPr>
          <p:cNvPr id="1091" name="Google Shape;1091;p116"/>
          <p:cNvSpPr txBox="1"/>
          <p:nvPr>
            <p:ph idx="3" type="subTitle"/>
          </p:nvPr>
        </p:nvSpPr>
        <p:spPr>
          <a:xfrm>
            <a:off x="2490450" y="732775"/>
            <a:ext cx="4163100" cy="153900"/>
          </a:xfrm>
          <a:prstGeom prst="rect">
            <a:avLst/>
          </a:prstGeom>
          <a:noFill/>
          <a:ln>
            <a:noFill/>
          </a:ln>
        </p:spPr>
        <p:txBody>
          <a:bodyPr anchorCtr="0" anchor="b" bIns="0" lIns="0" spcFirstLastPara="1" rIns="0" wrap="square" tIns="0">
            <a:spAutoFit/>
          </a:bodyPr>
          <a:lstStyle/>
          <a:p>
            <a:pPr indent="-304800" lvl="0" marL="457200" rtl="0" algn="ctr">
              <a:lnSpc>
                <a:spcPct val="115000"/>
              </a:lnSpc>
              <a:spcBef>
                <a:spcPts val="0"/>
              </a:spcBef>
              <a:spcAft>
                <a:spcPts val="0"/>
              </a:spcAft>
              <a:buSzPts val="1000"/>
              <a:buFont typeface="DM Sans Light"/>
              <a:buNone/>
            </a:pPr>
            <a:r>
              <a:rPr lang="en" sz="1000">
                <a:latin typeface="DM Sans Light"/>
                <a:ea typeface="DM Sans Light"/>
                <a:cs typeface="DM Sans Light"/>
                <a:sym typeface="DM Sans Light"/>
              </a:rPr>
              <a:t>OUR MISSION</a:t>
            </a:r>
            <a:endParaRPr/>
          </a:p>
        </p:txBody>
      </p:sp>
      <p:sp>
        <p:nvSpPr>
          <p:cNvPr id="1092" name="Google Shape;1092;p116"/>
          <p:cNvSpPr txBox="1"/>
          <p:nvPr>
            <p:ph type="title"/>
          </p:nvPr>
        </p:nvSpPr>
        <p:spPr>
          <a:xfrm>
            <a:off x="719450" y="988550"/>
            <a:ext cx="7705200" cy="10158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SzPts val="3000"/>
              <a:buNone/>
            </a:pPr>
            <a:r>
              <a:rPr lang="en" sz="2200"/>
              <a:t>Turn static presentations into grounded conversations that save time, reduce version confusion, and keep important facts accessible.</a:t>
            </a:r>
            <a:endParaRPr/>
          </a:p>
        </p:txBody>
      </p:sp>
      <p:pic>
        <p:nvPicPr>
          <p:cNvPr descr="The glass and metal facade of a skyscraper. " id="1093" name="Google Shape;1093;p116"/>
          <p:cNvPicPr preferRelativeResize="0"/>
          <p:nvPr/>
        </p:nvPicPr>
        <p:blipFill rotWithShape="1">
          <a:blip r:embed="rId3">
            <a:alphaModFix/>
          </a:blip>
          <a:srcRect b="782" l="22903" r="22914" t="1495"/>
          <a:stretch/>
        </p:blipFill>
        <p:spPr>
          <a:xfrm>
            <a:off x="3982600" y="2427950"/>
            <a:ext cx="1179000" cy="1417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p11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p>
            <a:pPr indent="0" lvl="0" marL="0" rtl="0" algn="r">
              <a:lnSpc>
                <a:spcPct val="100000"/>
              </a:lnSpc>
              <a:spcBef>
                <a:spcPts val="0"/>
              </a:spcBef>
              <a:spcAft>
                <a:spcPts val="0"/>
              </a:spcAft>
              <a:buSzPts val="700"/>
              <a:buNone/>
            </a:pPr>
            <a:r>
              <a:rPr lang="en" sz="700">
                <a:solidFill>
                  <a:schemeClr val="dk1"/>
                </a:solidFill>
                <a:latin typeface="DM Sans"/>
                <a:ea typeface="DM Sans"/>
                <a:cs typeface="DM Sans"/>
                <a:sym typeface="DM Sans"/>
              </a:rPr>
              <a:t>‹#›</a:t>
            </a:r>
            <a:endParaRPr/>
          </a:p>
        </p:txBody>
      </p:sp>
      <p:sp>
        <p:nvSpPr>
          <p:cNvPr id="1099" name="Google Shape;1099;p117"/>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Clr>
                <a:schemeClr val="dk1"/>
              </a:buClr>
              <a:buSzPts val="700"/>
              <a:buFont typeface="DM Sans"/>
              <a:buNone/>
            </a:pPr>
            <a:r>
              <a:rPr lang="en" sz="700">
                <a:solidFill>
                  <a:schemeClr val="dk1"/>
                </a:solidFill>
                <a:latin typeface="DM Sans"/>
                <a:ea typeface="DM Sans"/>
                <a:cs typeface="DM Sans"/>
                <a:sym typeface="DM Sans"/>
              </a:rPr>
              <a:t>DeckPilot Labs</a:t>
            </a:r>
            <a:endParaRPr/>
          </a:p>
        </p:txBody>
      </p:sp>
      <p:sp>
        <p:nvSpPr>
          <p:cNvPr id="1100" name="Google Shape;1100;p117"/>
          <p:cNvSpPr txBox="1"/>
          <p:nvPr>
            <p:ph type="title"/>
          </p:nvPr>
        </p:nvSpPr>
        <p:spPr>
          <a:xfrm>
            <a:off x="1453650" y="1325938"/>
            <a:ext cx="6236700" cy="2011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3000"/>
              <a:buNone/>
            </a:pPr>
            <a:r>
              <a:rPr lang="en" sz="2500">
                <a:solidFill>
                  <a:schemeClr val="dk1"/>
                </a:solidFill>
              </a:rPr>
              <a:t>“A presentation should keep working after the meeting. If the content is important enough to present, it should be easy to ask about later.”</a:t>
            </a:r>
            <a:endParaRPr/>
          </a:p>
        </p:txBody>
      </p:sp>
      <p:pic>
        <p:nvPicPr>
          <p:cNvPr descr="A portrait of a man in profile, silhouetted against a dark blue background. " id="1101" name="Google Shape;1101;p117"/>
          <p:cNvPicPr preferRelativeResize="0"/>
          <p:nvPr>
            <p:ph idx="2" type="pic"/>
          </p:nvPr>
        </p:nvPicPr>
        <p:blipFill rotWithShape="1">
          <a:blip r:embed="rId3">
            <a:alphaModFix/>
          </a:blip>
          <a:srcRect b="27619" l="0" r="0" t="5732"/>
          <a:stretch/>
        </p:blipFill>
        <p:spPr>
          <a:xfrm>
            <a:off x="1442350" y="3492500"/>
            <a:ext cx="408900" cy="408900"/>
          </a:xfrm>
          <a:prstGeom prst="ellipse">
            <a:avLst/>
          </a:prstGeom>
          <a:noFill/>
          <a:ln>
            <a:noFill/>
          </a:ln>
        </p:spPr>
      </p:pic>
      <p:sp>
        <p:nvSpPr>
          <p:cNvPr id="1102" name="Google Shape;1102;p117"/>
          <p:cNvSpPr txBox="1"/>
          <p:nvPr>
            <p:ph idx="3" type="subTitle"/>
          </p:nvPr>
        </p:nvSpPr>
        <p:spPr>
          <a:xfrm>
            <a:off x="1957375" y="3536000"/>
            <a:ext cx="2661600" cy="1878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Clr>
                <a:schemeClr val="dk1"/>
              </a:buClr>
              <a:buSzPts val="1000"/>
              <a:buFont typeface="DM Sans SemiBold"/>
              <a:buNone/>
            </a:pPr>
            <a:r>
              <a:rPr lang="en" sz="1000">
                <a:solidFill>
                  <a:schemeClr val="dk1"/>
                </a:solidFill>
                <a:latin typeface="DM Sans SemiBold"/>
                <a:ea typeface="DM Sans SemiBold"/>
                <a:cs typeface="DM Sans SemiBold"/>
                <a:sym typeface="DM Sans SemiBold"/>
              </a:rPr>
              <a:t>Maya Chen</a:t>
            </a:r>
            <a:endParaRPr/>
          </a:p>
        </p:txBody>
      </p:sp>
      <p:sp>
        <p:nvSpPr>
          <p:cNvPr id="1103" name="Google Shape;1103;p117"/>
          <p:cNvSpPr txBox="1"/>
          <p:nvPr>
            <p:ph idx="4" type="subTitle"/>
          </p:nvPr>
        </p:nvSpPr>
        <p:spPr>
          <a:xfrm>
            <a:off x="1957375" y="3678443"/>
            <a:ext cx="2661600" cy="1878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Clr>
                <a:schemeClr val="dk1"/>
              </a:buClr>
              <a:buSzPts val="1000"/>
              <a:buFont typeface="DM Sans Light"/>
              <a:buNone/>
            </a:pPr>
            <a:r>
              <a:rPr lang="en" sz="1000">
                <a:solidFill>
                  <a:schemeClr val="dk1"/>
                </a:solidFill>
                <a:latin typeface="DM Sans Light"/>
                <a:ea typeface="DM Sans Light"/>
                <a:cs typeface="DM Sans Light"/>
                <a:sym typeface="DM Sans Light"/>
              </a:rPr>
              <a:t>CEO</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p11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p>
            <a:pPr indent="0" lvl="0" marL="0" rtl="0" algn="r">
              <a:lnSpc>
                <a:spcPct val="100000"/>
              </a:lnSpc>
              <a:spcBef>
                <a:spcPts val="0"/>
              </a:spcBef>
              <a:spcAft>
                <a:spcPts val="0"/>
              </a:spcAft>
              <a:buSzPts val="700"/>
              <a:buNone/>
            </a:pPr>
            <a:r>
              <a:rPr lang="en" sz="700">
                <a:solidFill>
                  <a:schemeClr val="lt1"/>
                </a:solidFill>
                <a:latin typeface="DM Sans"/>
                <a:ea typeface="DM Sans"/>
                <a:cs typeface="DM Sans"/>
                <a:sym typeface="DM Sans"/>
              </a:rPr>
              <a:t>‹#›</a:t>
            </a:r>
            <a:endParaRPr/>
          </a:p>
        </p:txBody>
      </p:sp>
      <p:sp>
        <p:nvSpPr>
          <p:cNvPr id="1109" name="Google Shape;1109;p118"/>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SzPts val="700"/>
              <a:buFont typeface="DM Sans"/>
              <a:buNone/>
            </a:pPr>
            <a:r>
              <a:rPr lang="en" sz="700">
                <a:latin typeface="DM Sans"/>
                <a:ea typeface="DM Sans"/>
                <a:cs typeface="DM Sans"/>
                <a:sym typeface="DM Sans"/>
              </a:rPr>
              <a:t>DeckPilot Labs</a:t>
            </a:r>
            <a:endParaRPr/>
          </a:p>
        </p:txBody>
      </p:sp>
      <p:sp>
        <p:nvSpPr>
          <p:cNvPr id="1110" name="Google Shape;1110;p118"/>
          <p:cNvSpPr txBox="1"/>
          <p:nvPr>
            <p:ph type="title"/>
          </p:nvPr>
        </p:nvSpPr>
        <p:spPr>
          <a:xfrm>
            <a:off x="1453650" y="1325938"/>
            <a:ext cx="6236700" cy="2011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3000"/>
              <a:buNone/>
            </a:pPr>
            <a:r>
              <a:rPr lang="en" sz="2500"/>
              <a:t>“Reliable retrieval matters more than a flashy demo. Users trust the assistant only when it can point back to the right slide.”</a:t>
            </a:r>
            <a:endParaRPr/>
          </a:p>
        </p:txBody>
      </p:sp>
      <p:pic>
        <p:nvPicPr>
          <p:cNvPr descr="A portrait of a man in profile, silhouetted against a dark blue background. " id="1111" name="Google Shape;1111;p118"/>
          <p:cNvPicPr preferRelativeResize="0"/>
          <p:nvPr>
            <p:ph idx="2" type="pic"/>
          </p:nvPr>
        </p:nvPicPr>
        <p:blipFill rotWithShape="1">
          <a:blip r:embed="rId3">
            <a:alphaModFix/>
          </a:blip>
          <a:srcRect b="27619" l="0" r="0" t="5732"/>
          <a:stretch/>
        </p:blipFill>
        <p:spPr>
          <a:xfrm>
            <a:off x="1442350" y="3492500"/>
            <a:ext cx="408900" cy="408900"/>
          </a:xfrm>
          <a:prstGeom prst="ellipse">
            <a:avLst/>
          </a:prstGeom>
          <a:noFill/>
          <a:ln>
            <a:noFill/>
          </a:ln>
        </p:spPr>
      </p:pic>
      <p:sp>
        <p:nvSpPr>
          <p:cNvPr id="1112" name="Google Shape;1112;p118"/>
          <p:cNvSpPr txBox="1"/>
          <p:nvPr>
            <p:ph idx="3" type="subTitle"/>
          </p:nvPr>
        </p:nvSpPr>
        <p:spPr>
          <a:xfrm>
            <a:off x="1957375" y="3536000"/>
            <a:ext cx="2661600" cy="1878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SzPts val="1000"/>
              <a:buFont typeface="DM Sans SemiBold"/>
              <a:buNone/>
            </a:pPr>
            <a:r>
              <a:rPr lang="en" sz="1000">
                <a:latin typeface="DM Sans SemiBold"/>
                <a:ea typeface="DM Sans SemiBold"/>
                <a:cs typeface="DM Sans SemiBold"/>
                <a:sym typeface="DM Sans SemiBold"/>
              </a:rPr>
              <a:t>Omar Haddad</a:t>
            </a:r>
            <a:endParaRPr/>
          </a:p>
        </p:txBody>
      </p:sp>
      <p:sp>
        <p:nvSpPr>
          <p:cNvPr id="1113" name="Google Shape;1113;p118"/>
          <p:cNvSpPr txBox="1"/>
          <p:nvPr>
            <p:ph idx="4" type="subTitle"/>
          </p:nvPr>
        </p:nvSpPr>
        <p:spPr>
          <a:xfrm>
            <a:off x="1957375" y="3678443"/>
            <a:ext cx="2661600" cy="1878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SzPts val="1000"/>
              <a:buFont typeface="DM Sans Light"/>
              <a:buNone/>
            </a:pPr>
            <a:r>
              <a:rPr lang="en" sz="1000">
                <a:latin typeface="DM Sans Light"/>
                <a:ea typeface="DM Sans Light"/>
                <a:cs typeface="DM Sans Light"/>
                <a:sym typeface="DM Sans Light"/>
              </a:rPr>
              <a:t>CTO</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p11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p>
            <a:pPr indent="0" lvl="0" marL="0" rtl="0" algn="r">
              <a:lnSpc>
                <a:spcPct val="100000"/>
              </a:lnSpc>
              <a:spcBef>
                <a:spcPts val="0"/>
              </a:spcBef>
              <a:spcAft>
                <a:spcPts val="0"/>
              </a:spcAft>
              <a:buSzPts val="700"/>
              <a:buNone/>
            </a:pPr>
            <a:r>
              <a:rPr lang="en" sz="700">
                <a:solidFill>
                  <a:schemeClr val="lt1"/>
                </a:solidFill>
                <a:latin typeface="DM Sans"/>
                <a:ea typeface="DM Sans"/>
                <a:cs typeface="DM Sans"/>
                <a:sym typeface="DM Sans"/>
              </a:rPr>
              <a:t>‹#›</a:t>
            </a:r>
            <a:endParaRPr/>
          </a:p>
        </p:txBody>
      </p:sp>
      <p:sp>
        <p:nvSpPr>
          <p:cNvPr id="1119" name="Google Shape;1119;p119"/>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SzPts val="700"/>
              <a:buFont typeface="DM Sans"/>
              <a:buNone/>
            </a:pPr>
            <a:r>
              <a:rPr lang="en" sz="700">
                <a:latin typeface="DM Sans"/>
                <a:ea typeface="DM Sans"/>
                <a:cs typeface="DM Sans"/>
                <a:sym typeface="DM Sans"/>
              </a:rPr>
              <a:t>DeckPilot Labs</a:t>
            </a:r>
            <a:endParaRPr/>
          </a:p>
        </p:txBody>
      </p:sp>
      <p:sp>
        <p:nvSpPr>
          <p:cNvPr id="1120" name="Google Shape;1120;p119"/>
          <p:cNvSpPr txBox="1"/>
          <p:nvPr>
            <p:ph idx="2" type="subTitle"/>
          </p:nvPr>
        </p:nvSpPr>
        <p:spPr>
          <a:xfrm>
            <a:off x="3154650" y="1051772"/>
            <a:ext cx="4163100" cy="153900"/>
          </a:xfrm>
          <a:prstGeom prst="rect">
            <a:avLst/>
          </a:prstGeom>
          <a:noFill/>
          <a:ln>
            <a:noFill/>
          </a:ln>
        </p:spPr>
        <p:txBody>
          <a:bodyPr anchorCtr="0" anchor="b" bIns="0" lIns="0" spcFirstLastPara="1" rIns="0" wrap="square" tIns="0">
            <a:spAutoFit/>
          </a:bodyPr>
          <a:lstStyle/>
          <a:p>
            <a:pPr indent="-304800" lvl="0" marL="457200" rtl="0" algn="l">
              <a:lnSpc>
                <a:spcPct val="115000"/>
              </a:lnSpc>
              <a:spcBef>
                <a:spcPts val="0"/>
              </a:spcBef>
              <a:spcAft>
                <a:spcPts val="0"/>
              </a:spcAft>
              <a:buSzPts val="1000"/>
              <a:buFont typeface="DM Sans"/>
              <a:buNone/>
            </a:pPr>
            <a:r>
              <a:rPr lang="en" sz="1000">
                <a:latin typeface="DM Sans"/>
                <a:ea typeface="DM Sans"/>
                <a:cs typeface="DM Sans"/>
                <a:sym typeface="DM Sans"/>
              </a:rPr>
              <a:t>THE PROBLEM</a:t>
            </a:r>
            <a:endParaRPr/>
          </a:p>
        </p:txBody>
      </p:sp>
      <p:sp>
        <p:nvSpPr>
          <p:cNvPr id="1121" name="Google Shape;1121;p119"/>
          <p:cNvSpPr txBox="1"/>
          <p:nvPr>
            <p:ph type="title"/>
          </p:nvPr>
        </p:nvSpPr>
        <p:spPr>
          <a:xfrm>
            <a:off x="3154650" y="1801500"/>
            <a:ext cx="5622000" cy="2832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3000"/>
              <a:buNone/>
            </a:pPr>
            <a:r>
              <a:rPr lang="en" sz="2800"/>
              <a:t>Teams store pricing, onboarding steps, policy updates, and launch details inside slide decks, but those facts become hard to find after the presentation. Common failures include duplicate versions, dense appendix slides, and repeated questions in Slack or email.</a:t>
            </a:r>
            <a:endParaRPr/>
          </a:p>
        </p:txBody>
      </p:sp>
      <p:sp>
        <p:nvSpPr>
          <p:cNvPr id="1122" name="Google Shape;1122;p119"/>
          <p:cNvSpPr/>
          <p:nvPr>
            <p:ph idx="3" type="pic"/>
          </p:nvPr>
        </p:nvSpPr>
        <p:spPr>
          <a:xfrm>
            <a:off x="361975" y="1066100"/>
            <a:ext cx="1967700" cy="1311600"/>
          </a:xfrm>
          <a:prstGeom prst="rect">
            <a:avLst/>
          </a:prstGeom>
          <a:noFill/>
          <a:ln>
            <a:noFill/>
          </a:ln>
        </p:spPr>
      </p:sp>
      <p:pic>
        <p:nvPicPr>
          <p:cNvPr descr="A modern glass office building with one open window" id="1123" name="Google Shape;1123;p119"/>
          <p:cNvPicPr preferRelativeResize="0"/>
          <p:nvPr>
            <p:ph idx="3" type="pic"/>
          </p:nvPr>
        </p:nvPicPr>
        <p:blipFill rotWithShape="1">
          <a:blip r:embed="rId3">
            <a:alphaModFix/>
          </a:blip>
          <a:srcRect b="0" l="0" r="10" t="0"/>
          <a:stretch/>
        </p:blipFill>
        <p:spPr>
          <a:xfrm>
            <a:off x="361975" y="1066100"/>
            <a:ext cx="1967698" cy="13116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p120"/>
          <p:cNvSpPr/>
          <p:nvPr/>
        </p:nvSpPr>
        <p:spPr>
          <a:xfrm>
            <a:off x="2286118" y="2314800"/>
            <a:ext cx="2294400" cy="2236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DM Sans"/>
              <a:ea typeface="DM Sans"/>
              <a:cs typeface="DM Sans"/>
              <a:sym typeface="DM Sans"/>
            </a:endParaRPr>
          </a:p>
        </p:txBody>
      </p:sp>
      <p:sp>
        <p:nvSpPr>
          <p:cNvPr id="1129" name="Google Shape;1129;p120"/>
          <p:cNvSpPr/>
          <p:nvPr/>
        </p:nvSpPr>
        <p:spPr>
          <a:xfrm>
            <a:off x="4565474" y="2314800"/>
            <a:ext cx="2294400" cy="2236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DM Sans"/>
              <a:ea typeface="DM Sans"/>
              <a:cs typeface="DM Sans"/>
              <a:sym typeface="DM Sans"/>
            </a:endParaRPr>
          </a:p>
        </p:txBody>
      </p:sp>
      <p:sp>
        <p:nvSpPr>
          <p:cNvPr id="1130" name="Google Shape;1130;p120"/>
          <p:cNvSpPr/>
          <p:nvPr/>
        </p:nvSpPr>
        <p:spPr>
          <a:xfrm>
            <a:off x="50" y="2314800"/>
            <a:ext cx="2294400" cy="2236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DM Sans"/>
              <a:ea typeface="DM Sans"/>
              <a:cs typeface="DM Sans"/>
              <a:sym typeface="DM Sans"/>
            </a:endParaRPr>
          </a:p>
        </p:txBody>
      </p:sp>
      <p:sp>
        <p:nvSpPr>
          <p:cNvPr id="1131" name="Google Shape;1131;p120"/>
          <p:cNvSpPr/>
          <p:nvPr/>
        </p:nvSpPr>
        <p:spPr>
          <a:xfrm>
            <a:off x="6849550" y="2314800"/>
            <a:ext cx="2294400" cy="2236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DM Sans"/>
              <a:ea typeface="DM Sans"/>
              <a:cs typeface="DM Sans"/>
              <a:sym typeface="DM Sans"/>
            </a:endParaRPr>
          </a:p>
        </p:txBody>
      </p:sp>
      <p:cxnSp>
        <p:nvCxnSpPr>
          <p:cNvPr id="1132" name="Google Shape;1132;p120"/>
          <p:cNvCxnSpPr/>
          <p:nvPr/>
        </p:nvCxnSpPr>
        <p:spPr>
          <a:xfrm>
            <a:off x="6849550" y="2298382"/>
            <a:ext cx="0" cy="2249700"/>
          </a:xfrm>
          <a:prstGeom prst="straightConnector1">
            <a:avLst/>
          </a:prstGeom>
          <a:noFill/>
          <a:ln cap="flat" cmpd="sng" w="19050">
            <a:solidFill>
              <a:schemeClr val="lt1"/>
            </a:solidFill>
            <a:prstDash val="solid"/>
            <a:round/>
            <a:headEnd len="sm" w="sm" type="none"/>
            <a:tailEnd len="sm" w="sm" type="none"/>
          </a:ln>
        </p:spPr>
      </p:cxnSp>
      <p:cxnSp>
        <p:nvCxnSpPr>
          <p:cNvPr id="1133" name="Google Shape;1133;p120"/>
          <p:cNvCxnSpPr/>
          <p:nvPr/>
        </p:nvCxnSpPr>
        <p:spPr>
          <a:xfrm>
            <a:off x="4565474" y="2298382"/>
            <a:ext cx="0" cy="2249700"/>
          </a:xfrm>
          <a:prstGeom prst="straightConnector1">
            <a:avLst/>
          </a:prstGeom>
          <a:noFill/>
          <a:ln cap="flat" cmpd="sng" w="19050">
            <a:solidFill>
              <a:schemeClr val="lt1"/>
            </a:solidFill>
            <a:prstDash val="solid"/>
            <a:round/>
            <a:headEnd len="sm" w="sm" type="none"/>
            <a:tailEnd len="sm" w="sm" type="none"/>
          </a:ln>
        </p:spPr>
      </p:cxnSp>
      <p:cxnSp>
        <p:nvCxnSpPr>
          <p:cNvPr id="1134" name="Google Shape;1134;p120"/>
          <p:cNvCxnSpPr/>
          <p:nvPr/>
        </p:nvCxnSpPr>
        <p:spPr>
          <a:xfrm>
            <a:off x="2286118" y="2298382"/>
            <a:ext cx="0" cy="2249700"/>
          </a:xfrm>
          <a:prstGeom prst="straightConnector1">
            <a:avLst/>
          </a:prstGeom>
          <a:noFill/>
          <a:ln cap="flat" cmpd="sng" w="19050">
            <a:solidFill>
              <a:schemeClr val="lt1"/>
            </a:solidFill>
            <a:prstDash val="solid"/>
            <a:round/>
            <a:headEnd len="sm" w="sm" type="none"/>
            <a:tailEnd len="sm" w="sm" type="none"/>
          </a:ln>
        </p:spPr>
      </p:cxnSp>
      <p:sp>
        <p:nvSpPr>
          <p:cNvPr id="1135" name="Google Shape;1135;p120"/>
          <p:cNvSpPr txBox="1"/>
          <p:nvPr>
            <p:ph idx="5" type="body"/>
          </p:nvPr>
        </p:nvSpPr>
        <p:spPr>
          <a:xfrm>
            <a:off x="4892126" y="3243275"/>
            <a:ext cx="1645800" cy="680100"/>
          </a:xfrm>
          <a:prstGeom prst="rect">
            <a:avLst/>
          </a:prstGeom>
          <a:noFill/>
          <a:ln>
            <a:noFill/>
          </a:ln>
        </p:spPr>
        <p:txBody>
          <a:bodyPr anchorCtr="0" anchor="t" bIns="0" lIns="0" spcFirstLastPara="1" rIns="0" wrap="square" tIns="0">
            <a:noAutofit/>
          </a:bodyPr>
          <a:lstStyle/>
          <a:p>
            <a:pPr indent="-292100" lvl="0" marL="457200" rtl="0" algn="l">
              <a:lnSpc>
                <a:spcPct val="115000"/>
              </a:lnSpc>
              <a:spcBef>
                <a:spcPts val="0"/>
              </a:spcBef>
              <a:spcAft>
                <a:spcPts val="0"/>
              </a:spcAft>
              <a:buClr>
                <a:schemeClr val="dk1"/>
              </a:buClr>
              <a:buSzPts val="1000"/>
              <a:buFont typeface="DM Sans Light"/>
              <a:buChar char="●"/>
            </a:pPr>
            <a:r>
              <a:rPr lang="en" sz="1000">
                <a:solidFill>
                  <a:schemeClr val="dk1"/>
                </a:solidFill>
                <a:latin typeface="DM Sans Light"/>
                <a:ea typeface="DM Sans Light"/>
                <a:cs typeface="DM Sans Light"/>
                <a:sym typeface="DM Sans Light"/>
              </a:rPr>
              <a:t>Identify the user groups that repeatedly ask questions after presentations and map the language they use.</a:t>
            </a:r>
            <a:endParaRPr/>
          </a:p>
        </p:txBody>
      </p:sp>
      <p:sp>
        <p:nvSpPr>
          <p:cNvPr id="1136" name="Google Shape;1136;p12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p>
            <a:pPr indent="0" lvl="0" marL="0" rtl="0" algn="r">
              <a:lnSpc>
                <a:spcPct val="100000"/>
              </a:lnSpc>
              <a:spcBef>
                <a:spcPts val="0"/>
              </a:spcBef>
              <a:spcAft>
                <a:spcPts val="0"/>
              </a:spcAft>
              <a:buSzPts val="700"/>
              <a:buNone/>
            </a:pPr>
            <a:r>
              <a:rPr lang="en" sz="700">
                <a:solidFill>
                  <a:schemeClr val="dk1"/>
                </a:solidFill>
                <a:latin typeface="DM Sans"/>
                <a:ea typeface="DM Sans"/>
                <a:cs typeface="DM Sans"/>
                <a:sym typeface="DM Sans"/>
              </a:rPr>
              <a:t>‹#›</a:t>
            </a:r>
            <a:endParaRPr/>
          </a:p>
        </p:txBody>
      </p:sp>
      <p:sp>
        <p:nvSpPr>
          <p:cNvPr id="1137" name="Google Shape;1137;p120"/>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Clr>
                <a:schemeClr val="dk1"/>
              </a:buClr>
              <a:buSzPts val="700"/>
              <a:buFont typeface="DM Sans"/>
              <a:buNone/>
            </a:pPr>
            <a:r>
              <a:rPr lang="en" sz="700">
                <a:solidFill>
                  <a:schemeClr val="dk1"/>
                </a:solidFill>
                <a:latin typeface="DM Sans"/>
                <a:ea typeface="DM Sans"/>
                <a:cs typeface="DM Sans"/>
                <a:sym typeface="DM Sans"/>
              </a:rPr>
              <a:t>DeckPilot Labs</a:t>
            </a:r>
            <a:endParaRPr/>
          </a:p>
        </p:txBody>
      </p:sp>
      <p:sp>
        <p:nvSpPr>
          <p:cNvPr id="1138" name="Google Shape;1138;p120"/>
          <p:cNvSpPr txBox="1"/>
          <p:nvPr>
            <p:ph idx="8" type="body"/>
          </p:nvPr>
        </p:nvSpPr>
        <p:spPr>
          <a:xfrm>
            <a:off x="2607050" y="3628800"/>
            <a:ext cx="1645800" cy="680100"/>
          </a:xfrm>
          <a:prstGeom prst="rect">
            <a:avLst/>
          </a:prstGeom>
          <a:noFill/>
          <a:ln>
            <a:noFill/>
          </a:ln>
        </p:spPr>
        <p:txBody>
          <a:bodyPr anchorCtr="0" anchor="t" bIns="0" lIns="0" spcFirstLastPara="1" rIns="0" wrap="square" tIns="0">
            <a:noAutofit/>
          </a:bodyPr>
          <a:lstStyle/>
          <a:p>
            <a:pPr indent="-292100" lvl="0" marL="457200" rtl="0" algn="l">
              <a:lnSpc>
                <a:spcPct val="100000"/>
              </a:lnSpc>
              <a:spcBef>
                <a:spcPts val="0"/>
              </a:spcBef>
              <a:spcAft>
                <a:spcPts val="0"/>
              </a:spcAft>
              <a:buClr>
                <a:schemeClr val="dk1"/>
              </a:buClr>
              <a:buSzPts val="1000"/>
              <a:buFont typeface="DM Sans Light"/>
              <a:buChar char="●"/>
            </a:pPr>
            <a:r>
              <a:rPr lang="en" sz="1000">
                <a:solidFill>
                  <a:schemeClr val="dk1"/>
                </a:solidFill>
                <a:latin typeface="DM Sans Light"/>
                <a:ea typeface="DM Sans Light"/>
                <a:cs typeface="DM Sans Light"/>
                <a:sym typeface="DM Sans Light"/>
              </a:rPr>
              <a:t>Upload validation supports PDF, PPT, and PPTX files up to 100 MB and 100 slides.</a:t>
            </a:r>
            <a:endParaRPr/>
          </a:p>
        </p:txBody>
      </p:sp>
      <p:sp>
        <p:nvSpPr>
          <p:cNvPr id="1139" name="Google Shape;1139;p120"/>
          <p:cNvSpPr txBox="1"/>
          <p:nvPr>
            <p:ph idx="6" type="subTitle"/>
          </p:nvPr>
        </p:nvSpPr>
        <p:spPr>
          <a:xfrm>
            <a:off x="4892138" y="2586820"/>
            <a:ext cx="1645800" cy="152400"/>
          </a:xfrm>
          <a:prstGeom prst="rect">
            <a:avLst/>
          </a:prstGeom>
          <a:noFill/>
          <a:ln>
            <a:noFill/>
          </a:ln>
        </p:spPr>
        <p:txBody>
          <a:bodyPr anchorCtr="0" anchor="b" bIns="0" lIns="0" spcFirstLastPara="1" rIns="0" wrap="square" tIns="0">
            <a:noAutofit/>
          </a:bodyPr>
          <a:lstStyle/>
          <a:p>
            <a:pPr indent="-304800" lvl="0" marL="457200" rtl="0" algn="l">
              <a:lnSpc>
                <a:spcPct val="115000"/>
              </a:lnSpc>
              <a:spcBef>
                <a:spcPts val="0"/>
              </a:spcBef>
              <a:spcAft>
                <a:spcPts val="0"/>
              </a:spcAft>
              <a:buClr>
                <a:schemeClr val="dk1"/>
              </a:buClr>
              <a:buSzPts val="1100"/>
              <a:buFont typeface="Newsreader SemiBold"/>
              <a:buNone/>
            </a:pPr>
            <a:r>
              <a:rPr lang="en" sz="1100">
                <a:solidFill>
                  <a:schemeClr val="dk1"/>
                </a:solidFill>
                <a:latin typeface="Newsreader SemiBold"/>
                <a:ea typeface="Newsreader SemiBold"/>
                <a:cs typeface="Newsreader SemiBold"/>
                <a:sym typeface="Newsreader SemiBold"/>
              </a:rPr>
              <a:t>03</a:t>
            </a:r>
            <a:endParaRPr/>
          </a:p>
        </p:txBody>
      </p:sp>
      <p:sp>
        <p:nvSpPr>
          <p:cNvPr id="1140" name="Google Shape;1140;p120"/>
          <p:cNvSpPr txBox="1"/>
          <p:nvPr>
            <p:ph idx="2" type="body"/>
          </p:nvPr>
        </p:nvSpPr>
        <p:spPr>
          <a:xfrm>
            <a:off x="7123175" y="3093000"/>
            <a:ext cx="1645800" cy="680100"/>
          </a:xfrm>
          <a:prstGeom prst="rect">
            <a:avLst/>
          </a:prstGeom>
          <a:noFill/>
          <a:ln>
            <a:noFill/>
          </a:ln>
        </p:spPr>
        <p:txBody>
          <a:bodyPr anchorCtr="0" anchor="t" bIns="0" lIns="0" spcFirstLastPara="1" rIns="0" wrap="square" tIns="0">
            <a:noAutofit/>
          </a:bodyPr>
          <a:lstStyle/>
          <a:p>
            <a:pPr indent="-292100" lvl="0" marL="457200" rtl="0" algn="l">
              <a:lnSpc>
                <a:spcPct val="115000"/>
              </a:lnSpc>
              <a:spcBef>
                <a:spcPts val="0"/>
              </a:spcBef>
              <a:spcAft>
                <a:spcPts val="0"/>
              </a:spcAft>
              <a:buClr>
                <a:schemeClr val="dk1"/>
              </a:buClr>
              <a:buSzPts val="1000"/>
              <a:buFont typeface="DM Sans Light"/>
              <a:buChar char="●"/>
            </a:pPr>
            <a:r>
              <a:rPr lang="en" sz="1000">
                <a:solidFill>
                  <a:schemeClr val="dk1"/>
                </a:solidFill>
                <a:latin typeface="DM Sans Light"/>
                <a:ea typeface="DM Sans Light"/>
                <a:cs typeface="DM Sans Light"/>
                <a:sym typeface="DM Sans Light"/>
              </a:rPr>
              <a:t>Grounded answers include slide references, short summaries, and a confidence signal so users know where the answer came from.</a:t>
            </a:r>
            <a:endParaRPr/>
          </a:p>
        </p:txBody>
      </p:sp>
      <p:sp>
        <p:nvSpPr>
          <p:cNvPr id="1141" name="Google Shape;1141;p120"/>
          <p:cNvSpPr txBox="1"/>
          <p:nvPr>
            <p:ph idx="3" type="subTitle"/>
          </p:nvPr>
        </p:nvSpPr>
        <p:spPr>
          <a:xfrm>
            <a:off x="7130875" y="2586820"/>
            <a:ext cx="1645800" cy="152400"/>
          </a:xfrm>
          <a:prstGeom prst="rect">
            <a:avLst/>
          </a:prstGeom>
          <a:noFill/>
          <a:ln>
            <a:noFill/>
          </a:ln>
        </p:spPr>
        <p:txBody>
          <a:bodyPr anchorCtr="0" anchor="b" bIns="0" lIns="0" spcFirstLastPara="1" rIns="0" wrap="square" tIns="0">
            <a:noAutofit/>
          </a:bodyPr>
          <a:lstStyle/>
          <a:p>
            <a:pPr indent="-304800" lvl="0" marL="457200" rtl="0" algn="l">
              <a:lnSpc>
                <a:spcPct val="115000"/>
              </a:lnSpc>
              <a:spcBef>
                <a:spcPts val="0"/>
              </a:spcBef>
              <a:spcAft>
                <a:spcPts val="0"/>
              </a:spcAft>
              <a:buClr>
                <a:schemeClr val="dk1"/>
              </a:buClr>
              <a:buSzPts val="1100"/>
              <a:buFont typeface="Newsreader SemiBold"/>
              <a:buNone/>
            </a:pPr>
            <a:r>
              <a:rPr lang="en" sz="1100">
                <a:solidFill>
                  <a:schemeClr val="dk1"/>
                </a:solidFill>
                <a:latin typeface="Newsreader SemiBold"/>
                <a:ea typeface="Newsreader SemiBold"/>
                <a:cs typeface="Newsreader SemiBold"/>
                <a:sym typeface="Newsreader SemiBold"/>
              </a:rPr>
              <a:t>04</a:t>
            </a:r>
            <a:endParaRPr/>
          </a:p>
        </p:txBody>
      </p:sp>
      <p:sp>
        <p:nvSpPr>
          <p:cNvPr id="1142" name="Google Shape;1142;p120"/>
          <p:cNvSpPr txBox="1"/>
          <p:nvPr>
            <p:ph idx="14" type="body"/>
          </p:nvPr>
        </p:nvSpPr>
        <p:spPr>
          <a:xfrm>
            <a:off x="361975" y="3208175"/>
            <a:ext cx="1645800" cy="680100"/>
          </a:xfrm>
          <a:prstGeom prst="rect">
            <a:avLst/>
          </a:prstGeom>
          <a:noFill/>
          <a:ln>
            <a:noFill/>
          </a:ln>
        </p:spPr>
        <p:txBody>
          <a:bodyPr anchorCtr="0" anchor="t" bIns="0" lIns="0" spcFirstLastPara="1" rIns="0" wrap="square" tIns="0">
            <a:noAutofit/>
          </a:bodyPr>
          <a:lstStyle/>
          <a:p>
            <a:pPr indent="-292100" lvl="0" marL="457200" rtl="0" algn="l">
              <a:lnSpc>
                <a:spcPct val="115000"/>
              </a:lnSpc>
              <a:spcBef>
                <a:spcPts val="0"/>
              </a:spcBef>
              <a:spcAft>
                <a:spcPts val="0"/>
              </a:spcAft>
              <a:buClr>
                <a:schemeClr val="dk1"/>
              </a:buClr>
              <a:buSzPts val="1000"/>
              <a:buFont typeface="DM Sans Light"/>
              <a:buChar char="●"/>
            </a:pPr>
            <a:r>
              <a:rPr lang="en" sz="1000">
                <a:solidFill>
                  <a:schemeClr val="dk1"/>
                </a:solidFill>
                <a:latin typeface="DM Sans Light"/>
                <a:ea typeface="DM Sans Light"/>
                <a:cs typeface="DM Sans Light"/>
                <a:sym typeface="DM Sans Light"/>
              </a:rPr>
              <a:t>Admin analytics highlight top questions, missing content, and stale decks that need an update.</a:t>
            </a:r>
            <a:endParaRPr/>
          </a:p>
        </p:txBody>
      </p:sp>
      <p:sp>
        <p:nvSpPr>
          <p:cNvPr id="1143" name="Google Shape;1143;p120"/>
          <p:cNvSpPr txBox="1"/>
          <p:nvPr>
            <p:ph idx="7" type="subTitle"/>
          </p:nvPr>
        </p:nvSpPr>
        <p:spPr>
          <a:xfrm>
            <a:off x="4892138" y="2791120"/>
            <a:ext cx="1645800" cy="1524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Clr>
                <a:schemeClr val="dk1"/>
              </a:buClr>
              <a:buSzPts val="1000"/>
              <a:buFont typeface="DM Sans Light"/>
              <a:buNone/>
            </a:pPr>
            <a:r>
              <a:rPr lang="en" sz="1000">
                <a:solidFill>
                  <a:schemeClr val="dk1"/>
                </a:solidFill>
                <a:latin typeface="DM Sans Light"/>
                <a:ea typeface="DM Sans Light"/>
                <a:cs typeface="DM Sans Light"/>
                <a:sym typeface="DM Sans Light"/>
              </a:rPr>
              <a:t>UPLOAD</a:t>
            </a:r>
            <a:endParaRPr/>
          </a:p>
        </p:txBody>
      </p:sp>
      <p:sp>
        <p:nvSpPr>
          <p:cNvPr id="1144" name="Google Shape;1144;p120"/>
          <p:cNvSpPr txBox="1"/>
          <p:nvPr>
            <p:ph idx="4" type="subTitle"/>
          </p:nvPr>
        </p:nvSpPr>
        <p:spPr>
          <a:xfrm>
            <a:off x="7130875" y="2791120"/>
            <a:ext cx="1645800" cy="1524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Clr>
                <a:schemeClr val="dk1"/>
              </a:buClr>
              <a:buSzPts val="1000"/>
              <a:buFont typeface="DM Sans Light"/>
              <a:buNone/>
            </a:pPr>
            <a:r>
              <a:rPr lang="en" sz="1000">
                <a:solidFill>
                  <a:schemeClr val="dk1"/>
                </a:solidFill>
                <a:latin typeface="DM Sans Light"/>
                <a:ea typeface="DM Sans Light"/>
                <a:cs typeface="DM Sans Light"/>
                <a:sym typeface="DM Sans Light"/>
              </a:rPr>
              <a:t>GROUNDING</a:t>
            </a:r>
            <a:endParaRPr/>
          </a:p>
        </p:txBody>
      </p:sp>
      <p:sp>
        <p:nvSpPr>
          <p:cNvPr id="1145" name="Google Shape;1145;p120"/>
          <p:cNvSpPr txBox="1"/>
          <p:nvPr>
            <p:ph idx="9" type="subTitle"/>
          </p:nvPr>
        </p:nvSpPr>
        <p:spPr>
          <a:xfrm>
            <a:off x="2607050" y="2586820"/>
            <a:ext cx="1645800" cy="152400"/>
          </a:xfrm>
          <a:prstGeom prst="rect">
            <a:avLst/>
          </a:prstGeom>
          <a:noFill/>
          <a:ln>
            <a:noFill/>
          </a:ln>
        </p:spPr>
        <p:txBody>
          <a:bodyPr anchorCtr="0" anchor="b" bIns="0" lIns="0" spcFirstLastPara="1" rIns="0" wrap="square" tIns="0">
            <a:noAutofit/>
          </a:bodyPr>
          <a:lstStyle/>
          <a:p>
            <a:pPr indent="-304800" lvl="0" marL="457200" rtl="0" algn="l">
              <a:lnSpc>
                <a:spcPct val="115000"/>
              </a:lnSpc>
              <a:spcBef>
                <a:spcPts val="0"/>
              </a:spcBef>
              <a:spcAft>
                <a:spcPts val="0"/>
              </a:spcAft>
              <a:buClr>
                <a:schemeClr val="dk1"/>
              </a:buClr>
              <a:buSzPts val="1100"/>
              <a:buFont typeface="Newsreader SemiBold"/>
              <a:buNone/>
            </a:pPr>
            <a:r>
              <a:rPr lang="en" sz="1100">
                <a:solidFill>
                  <a:schemeClr val="dk1"/>
                </a:solidFill>
                <a:latin typeface="Newsreader SemiBold"/>
                <a:ea typeface="Newsreader SemiBold"/>
                <a:cs typeface="Newsreader SemiBold"/>
                <a:sym typeface="Newsreader SemiBold"/>
              </a:rPr>
              <a:t>02</a:t>
            </a:r>
            <a:endParaRPr/>
          </a:p>
        </p:txBody>
      </p:sp>
      <p:sp>
        <p:nvSpPr>
          <p:cNvPr id="1146" name="Google Shape;1146;p120"/>
          <p:cNvSpPr txBox="1"/>
          <p:nvPr>
            <p:ph idx="13" type="subTitle"/>
          </p:nvPr>
        </p:nvSpPr>
        <p:spPr>
          <a:xfrm>
            <a:off x="2607050" y="2791120"/>
            <a:ext cx="1645800" cy="1524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Clr>
                <a:schemeClr val="dk1"/>
              </a:buClr>
              <a:buSzPts val="1000"/>
              <a:buFont typeface="DM Sans Light"/>
              <a:buNone/>
            </a:pPr>
            <a:r>
              <a:rPr lang="en" sz="1000">
                <a:solidFill>
                  <a:schemeClr val="dk1"/>
                </a:solidFill>
                <a:latin typeface="DM Sans Light"/>
                <a:ea typeface="DM Sans Light"/>
                <a:cs typeface="DM Sans Light"/>
                <a:sym typeface="DM Sans Light"/>
              </a:rPr>
              <a:t>CHUNKING</a:t>
            </a:r>
            <a:endParaRPr/>
          </a:p>
        </p:txBody>
      </p:sp>
      <p:sp>
        <p:nvSpPr>
          <p:cNvPr id="1147" name="Google Shape;1147;p120"/>
          <p:cNvSpPr txBox="1"/>
          <p:nvPr>
            <p:ph idx="15" type="subTitle"/>
          </p:nvPr>
        </p:nvSpPr>
        <p:spPr>
          <a:xfrm>
            <a:off x="361975" y="2586820"/>
            <a:ext cx="1645800" cy="152400"/>
          </a:xfrm>
          <a:prstGeom prst="rect">
            <a:avLst/>
          </a:prstGeom>
          <a:noFill/>
          <a:ln>
            <a:noFill/>
          </a:ln>
        </p:spPr>
        <p:txBody>
          <a:bodyPr anchorCtr="0" anchor="b" bIns="0" lIns="0" spcFirstLastPara="1" rIns="0" wrap="square" tIns="0">
            <a:noAutofit/>
          </a:bodyPr>
          <a:lstStyle/>
          <a:p>
            <a:pPr indent="-304800" lvl="0" marL="457200" rtl="0" algn="l">
              <a:lnSpc>
                <a:spcPct val="115000"/>
              </a:lnSpc>
              <a:spcBef>
                <a:spcPts val="0"/>
              </a:spcBef>
              <a:spcAft>
                <a:spcPts val="0"/>
              </a:spcAft>
              <a:buClr>
                <a:schemeClr val="dk1"/>
              </a:buClr>
              <a:buSzPts val="1100"/>
              <a:buFont typeface="Newsreader SemiBold"/>
              <a:buNone/>
            </a:pPr>
            <a:r>
              <a:rPr lang="en" sz="1100">
                <a:solidFill>
                  <a:schemeClr val="dk1"/>
                </a:solidFill>
                <a:latin typeface="Newsreader SemiBold"/>
                <a:ea typeface="Newsreader SemiBold"/>
                <a:cs typeface="Newsreader SemiBold"/>
                <a:sym typeface="Newsreader SemiBold"/>
              </a:rPr>
              <a:t>01</a:t>
            </a:r>
            <a:endParaRPr/>
          </a:p>
        </p:txBody>
      </p:sp>
      <p:sp>
        <p:nvSpPr>
          <p:cNvPr id="1148" name="Google Shape;1148;p120"/>
          <p:cNvSpPr txBox="1"/>
          <p:nvPr>
            <p:ph idx="16" type="subTitle"/>
          </p:nvPr>
        </p:nvSpPr>
        <p:spPr>
          <a:xfrm>
            <a:off x="361975" y="2791120"/>
            <a:ext cx="1645800" cy="1524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Clr>
                <a:schemeClr val="dk1"/>
              </a:buClr>
              <a:buSzPts val="1000"/>
              <a:buFont typeface="DM Sans Light"/>
              <a:buNone/>
            </a:pPr>
            <a:r>
              <a:rPr lang="en" sz="1000">
                <a:solidFill>
                  <a:schemeClr val="dk1"/>
                </a:solidFill>
                <a:latin typeface="DM Sans Light"/>
                <a:ea typeface="DM Sans Light"/>
                <a:cs typeface="DM Sans Light"/>
                <a:sym typeface="DM Sans Light"/>
              </a:rPr>
              <a:t>ANALYTICS</a:t>
            </a:r>
            <a:endParaRPr/>
          </a:p>
        </p:txBody>
      </p:sp>
      <p:sp>
        <p:nvSpPr>
          <p:cNvPr id="1149" name="Google Shape;1149;p120"/>
          <p:cNvSpPr txBox="1"/>
          <p:nvPr>
            <p:ph idx="17" type="subTitle"/>
          </p:nvPr>
        </p:nvSpPr>
        <p:spPr>
          <a:xfrm>
            <a:off x="2490450" y="732775"/>
            <a:ext cx="4163100" cy="153900"/>
          </a:xfrm>
          <a:prstGeom prst="rect">
            <a:avLst/>
          </a:prstGeom>
          <a:noFill/>
          <a:ln>
            <a:noFill/>
          </a:ln>
        </p:spPr>
        <p:txBody>
          <a:bodyPr anchorCtr="0" anchor="b" bIns="0" lIns="0" spcFirstLastPara="1" rIns="0" wrap="square" tIns="0">
            <a:spAutoFit/>
          </a:bodyPr>
          <a:lstStyle/>
          <a:p>
            <a:pPr indent="-304800" lvl="0" marL="457200" rtl="0" algn="ctr">
              <a:lnSpc>
                <a:spcPct val="115000"/>
              </a:lnSpc>
              <a:spcBef>
                <a:spcPts val="0"/>
              </a:spcBef>
              <a:spcAft>
                <a:spcPts val="0"/>
              </a:spcAft>
              <a:buClr>
                <a:schemeClr val="dk1"/>
              </a:buClr>
              <a:buSzPts val="1000"/>
              <a:buFont typeface="DM Sans Light"/>
              <a:buNone/>
            </a:pPr>
            <a:r>
              <a:rPr lang="en" sz="1000">
                <a:solidFill>
                  <a:schemeClr val="dk1"/>
                </a:solidFill>
                <a:latin typeface="DM Sans Light"/>
                <a:ea typeface="DM Sans Light"/>
                <a:cs typeface="DM Sans Light"/>
                <a:sym typeface="DM Sans Light"/>
              </a:rPr>
              <a:t>THE SOLUTION</a:t>
            </a:r>
            <a:endParaRPr/>
          </a:p>
        </p:txBody>
      </p:sp>
      <p:sp>
        <p:nvSpPr>
          <p:cNvPr id="1150" name="Google Shape;1150;p120"/>
          <p:cNvSpPr txBox="1"/>
          <p:nvPr>
            <p:ph type="title"/>
          </p:nvPr>
        </p:nvSpPr>
        <p:spPr>
          <a:xfrm>
            <a:off x="1406600" y="988557"/>
            <a:ext cx="6330900" cy="5877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SzPts val="3000"/>
              <a:buNone/>
            </a:pPr>
            <a:r>
              <a:rPr lang="en" sz="2200">
                <a:solidFill>
                  <a:schemeClr val="dk1"/>
                </a:solidFill>
              </a:rPr>
              <a:t>DeckPilot ingests presentations, breaks them into slide-aware chunks, and answers questions in natural language without losing the original business context.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4" name="Shape 1154"/>
        <p:cNvGrpSpPr/>
        <p:nvPr/>
      </p:nvGrpSpPr>
      <p:grpSpPr>
        <a:xfrm>
          <a:off x="0" y="0"/>
          <a:ext cx="0" cy="0"/>
          <a:chOff x="0" y="0"/>
          <a:chExt cx="0" cy="0"/>
        </a:xfrm>
      </p:grpSpPr>
      <p:sp>
        <p:nvSpPr>
          <p:cNvPr id="1155" name="Google Shape;1155;p12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p>
            <a:pPr indent="0" lvl="0" marL="0" rtl="0" algn="r">
              <a:lnSpc>
                <a:spcPct val="100000"/>
              </a:lnSpc>
              <a:spcBef>
                <a:spcPts val="0"/>
              </a:spcBef>
              <a:spcAft>
                <a:spcPts val="0"/>
              </a:spcAft>
              <a:buSzPts val="700"/>
              <a:buNone/>
            </a:pPr>
            <a:r>
              <a:rPr lang="en" sz="700">
                <a:solidFill>
                  <a:schemeClr val="lt1"/>
                </a:solidFill>
                <a:latin typeface="DM Sans"/>
                <a:ea typeface="DM Sans"/>
                <a:cs typeface="DM Sans"/>
                <a:sym typeface="DM Sans"/>
              </a:rPr>
              <a:t>‹#›</a:t>
            </a:r>
            <a:endParaRPr/>
          </a:p>
        </p:txBody>
      </p:sp>
      <p:sp>
        <p:nvSpPr>
          <p:cNvPr id="1156" name="Google Shape;1156;p121"/>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SzPts val="700"/>
              <a:buFont typeface="DM Sans"/>
              <a:buNone/>
            </a:pPr>
            <a:r>
              <a:rPr lang="en" sz="700">
                <a:latin typeface="DM Sans"/>
                <a:ea typeface="DM Sans"/>
                <a:cs typeface="DM Sans"/>
                <a:sym typeface="DM Sans"/>
              </a:rPr>
              <a:t>DeckPilot Labs</a:t>
            </a:r>
            <a:endParaRPr/>
          </a:p>
        </p:txBody>
      </p:sp>
      <p:sp>
        <p:nvSpPr>
          <p:cNvPr id="1157" name="Google Shape;1157;p121"/>
          <p:cNvSpPr txBox="1"/>
          <p:nvPr>
            <p:ph idx="2" type="subTitle"/>
          </p:nvPr>
        </p:nvSpPr>
        <p:spPr>
          <a:xfrm>
            <a:off x="2490450" y="732775"/>
            <a:ext cx="4163100" cy="153900"/>
          </a:xfrm>
          <a:prstGeom prst="rect">
            <a:avLst/>
          </a:prstGeom>
          <a:noFill/>
          <a:ln>
            <a:noFill/>
          </a:ln>
        </p:spPr>
        <p:txBody>
          <a:bodyPr anchorCtr="0" anchor="b" bIns="0" lIns="0" spcFirstLastPara="1" rIns="0" wrap="square" tIns="0">
            <a:spAutoFit/>
          </a:bodyPr>
          <a:lstStyle/>
          <a:p>
            <a:pPr indent="-304800" lvl="0" marL="457200" rtl="0" algn="ctr">
              <a:lnSpc>
                <a:spcPct val="115000"/>
              </a:lnSpc>
              <a:spcBef>
                <a:spcPts val="0"/>
              </a:spcBef>
              <a:spcAft>
                <a:spcPts val="0"/>
              </a:spcAft>
              <a:buSzPts val="1000"/>
              <a:buFont typeface="DM Sans Light"/>
              <a:buNone/>
            </a:pPr>
            <a:r>
              <a:rPr lang="en" sz="1000">
                <a:latin typeface="DM Sans Light"/>
                <a:ea typeface="DM Sans Light"/>
                <a:cs typeface="DM Sans Light"/>
                <a:sym typeface="DM Sans Light"/>
              </a:rPr>
              <a:t>VALUE PROPOSITION</a:t>
            </a:r>
            <a:endParaRPr/>
          </a:p>
        </p:txBody>
      </p:sp>
      <p:sp>
        <p:nvSpPr>
          <p:cNvPr id="1158" name="Google Shape;1158;p121"/>
          <p:cNvSpPr txBox="1"/>
          <p:nvPr>
            <p:ph type="title"/>
          </p:nvPr>
        </p:nvSpPr>
        <p:spPr>
          <a:xfrm>
            <a:off x="1128900" y="1430400"/>
            <a:ext cx="6886200" cy="2282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3000"/>
              <a:buNone/>
            </a:pPr>
            <a:r>
              <a:rPr lang="en" sz="2800"/>
              <a:t>DeckPilot reduces the time between “Where was that mentioned?” and a trustworthy answer by combining upload validation, semantic retrieval, and slide-level citations.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p122"/>
          <p:cNvSpPr/>
          <p:nvPr/>
        </p:nvSpPr>
        <p:spPr>
          <a:xfrm>
            <a:off x="2286125" y="1895400"/>
            <a:ext cx="2294400" cy="32481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DM Sans"/>
              <a:ea typeface="DM Sans"/>
              <a:cs typeface="DM Sans"/>
              <a:sym typeface="DM Sans"/>
            </a:endParaRPr>
          </a:p>
        </p:txBody>
      </p:sp>
      <p:sp>
        <p:nvSpPr>
          <p:cNvPr id="1164" name="Google Shape;1164;p122"/>
          <p:cNvSpPr/>
          <p:nvPr/>
        </p:nvSpPr>
        <p:spPr>
          <a:xfrm>
            <a:off x="4565475" y="1895400"/>
            <a:ext cx="2294400" cy="32481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DM Sans"/>
              <a:ea typeface="DM Sans"/>
              <a:cs typeface="DM Sans"/>
              <a:sym typeface="DM Sans"/>
            </a:endParaRPr>
          </a:p>
        </p:txBody>
      </p:sp>
      <p:sp>
        <p:nvSpPr>
          <p:cNvPr id="1165" name="Google Shape;1165;p122"/>
          <p:cNvSpPr/>
          <p:nvPr/>
        </p:nvSpPr>
        <p:spPr>
          <a:xfrm>
            <a:off x="6849550" y="1895400"/>
            <a:ext cx="2294400" cy="32481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DM Sans"/>
              <a:ea typeface="DM Sans"/>
              <a:cs typeface="DM Sans"/>
              <a:sym typeface="DM Sans"/>
            </a:endParaRPr>
          </a:p>
        </p:txBody>
      </p:sp>
      <p:sp>
        <p:nvSpPr>
          <p:cNvPr id="1166" name="Google Shape;1166;p122"/>
          <p:cNvSpPr/>
          <p:nvPr/>
        </p:nvSpPr>
        <p:spPr>
          <a:xfrm>
            <a:off x="50" y="1895400"/>
            <a:ext cx="2294400" cy="32481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DM Sans"/>
              <a:ea typeface="DM Sans"/>
              <a:cs typeface="DM Sans"/>
              <a:sym typeface="DM Sans"/>
            </a:endParaRPr>
          </a:p>
        </p:txBody>
      </p:sp>
      <p:sp>
        <p:nvSpPr>
          <p:cNvPr id="1167" name="Google Shape;1167;p122"/>
          <p:cNvSpPr txBox="1"/>
          <p:nvPr>
            <p:ph idx="1" type="body"/>
          </p:nvPr>
        </p:nvSpPr>
        <p:spPr>
          <a:xfrm>
            <a:off x="2610425" y="2943375"/>
            <a:ext cx="1645800" cy="2084100"/>
          </a:xfrm>
          <a:prstGeom prst="rect">
            <a:avLst/>
          </a:prstGeom>
          <a:noFill/>
          <a:ln>
            <a:noFill/>
          </a:ln>
        </p:spPr>
        <p:txBody>
          <a:bodyPr anchorCtr="0" anchor="t" bIns="0" lIns="0" spcFirstLastPara="1" rIns="0" wrap="square" tIns="0">
            <a:noAutofit/>
          </a:bodyPr>
          <a:lstStyle/>
          <a:p>
            <a:pPr indent="-292100" lvl="0" marL="457200" rtl="0" algn="l">
              <a:lnSpc>
                <a:spcPct val="115000"/>
              </a:lnSpc>
              <a:spcBef>
                <a:spcPts val="0"/>
              </a:spcBef>
              <a:spcAft>
                <a:spcPts val="0"/>
              </a:spcAft>
              <a:buClr>
                <a:schemeClr val="lt1"/>
              </a:buClr>
              <a:buSzPts val="1000"/>
              <a:buFont typeface="DM Sans"/>
              <a:buChar char="●"/>
            </a:pPr>
            <a:r>
              <a:rPr lang="en" sz="1000"/>
              <a:t>Track grounded answer quality with a simple, repeatable evaluation set.</a:t>
            </a:r>
            <a:endParaRPr/>
          </a:p>
        </p:txBody>
      </p:sp>
      <p:sp>
        <p:nvSpPr>
          <p:cNvPr id="1168" name="Google Shape;1168;p122"/>
          <p:cNvSpPr txBox="1"/>
          <p:nvPr>
            <p:ph idx="2" type="subTitle"/>
          </p:nvPr>
        </p:nvSpPr>
        <p:spPr>
          <a:xfrm>
            <a:off x="2610418" y="2169054"/>
            <a:ext cx="1645800" cy="4527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SzPts val="1400"/>
              <a:buNone/>
            </a:pPr>
            <a:r>
              <a:rPr lang="en"/>
              <a:t>Retrieval quality</a:t>
            </a:r>
            <a:endParaRPr/>
          </a:p>
        </p:txBody>
      </p:sp>
      <p:sp>
        <p:nvSpPr>
          <p:cNvPr id="1169" name="Google Shape;1169;p122"/>
          <p:cNvSpPr txBox="1"/>
          <p:nvPr>
            <p:ph idx="4294967295" type="subTitle"/>
          </p:nvPr>
        </p:nvSpPr>
        <p:spPr>
          <a:xfrm>
            <a:off x="2490450" y="732775"/>
            <a:ext cx="4163100" cy="1539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15000"/>
              </a:lnSpc>
              <a:spcBef>
                <a:spcPts val="0"/>
              </a:spcBef>
              <a:spcAft>
                <a:spcPts val="0"/>
              </a:spcAft>
              <a:buClr>
                <a:schemeClr val="lt1"/>
              </a:buClr>
              <a:buSzPts val="1200"/>
              <a:buFont typeface="DM Sans"/>
              <a:buChar char="●"/>
            </a:pPr>
            <a:r>
              <a:rPr b="0" i="0" lang="en" sz="1200" u="none" cap="none" strike="noStrike">
                <a:solidFill>
                  <a:schemeClr val="lt1"/>
                </a:solidFill>
                <a:latin typeface="DM Sans"/>
                <a:ea typeface="DM Sans"/>
                <a:cs typeface="DM Sans"/>
                <a:sym typeface="DM Sans"/>
              </a:rPr>
              <a:t>OBJECTIVES</a:t>
            </a:r>
            <a:endParaRPr/>
          </a:p>
        </p:txBody>
      </p:sp>
      <p:sp>
        <p:nvSpPr>
          <p:cNvPr id="1170" name="Google Shape;1170;p12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p>
            <a:pPr indent="0" lvl="0" marL="0" rtl="0" algn="r">
              <a:lnSpc>
                <a:spcPct val="100000"/>
              </a:lnSpc>
              <a:spcBef>
                <a:spcPts val="0"/>
              </a:spcBef>
              <a:spcAft>
                <a:spcPts val="0"/>
              </a:spcAft>
              <a:buSzPts val="700"/>
              <a:buNone/>
            </a:pPr>
            <a:r>
              <a:rPr lang="en" sz="700">
                <a:solidFill>
                  <a:schemeClr val="dk1"/>
                </a:solidFill>
                <a:latin typeface="DM Sans"/>
                <a:ea typeface="DM Sans"/>
                <a:cs typeface="DM Sans"/>
                <a:sym typeface="DM Sans"/>
              </a:rPr>
              <a:t>‹#›</a:t>
            </a:r>
            <a:endParaRPr/>
          </a:p>
        </p:txBody>
      </p:sp>
      <p:sp>
        <p:nvSpPr>
          <p:cNvPr id="1171" name="Google Shape;1171;p122"/>
          <p:cNvSpPr txBox="1"/>
          <p:nvPr>
            <p:ph idx="3" type="subTitle"/>
          </p:nvPr>
        </p:nvSpPr>
        <p:spPr>
          <a:xfrm>
            <a:off x="361975" y="217725"/>
            <a:ext cx="4163100" cy="237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Clr>
                <a:schemeClr val="dk1"/>
              </a:buClr>
              <a:buSzPts val="700"/>
              <a:buFont typeface="DM Sans"/>
              <a:buNone/>
            </a:pPr>
            <a:r>
              <a:rPr lang="en" sz="700">
                <a:solidFill>
                  <a:schemeClr val="dk1"/>
                </a:solidFill>
                <a:latin typeface="DM Sans"/>
                <a:ea typeface="DM Sans"/>
                <a:cs typeface="DM Sans"/>
                <a:sym typeface="DM Sans"/>
              </a:rPr>
              <a:t>DeckPilot Labs</a:t>
            </a:r>
            <a:endParaRPr/>
          </a:p>
        </p:txBody>
      </p:sp>
      <p:sp>
        <p:nvSpPr>
          <p:cNvPr id="1172" name="Google Shape;1172;p122"/>
          <p:cNvSpPr txBox="1"/>
          <p:nvPr>
            <p:ph idx="4" type="body"/>
          </p:nvPr>
        </p:nvSpPr>
        <p:spPr>
          <a:xfrm>
            <a:off x="4889775" y="2943375"/>
            <a:ext cx="1645800" cy="926400"/>
          </a:xfrm>
          <a:prstGeom prst="rect">
            <a:avLst/>
          </a:prstGeom>
          <a:noFill/>
          <a:ln>
            <a:noFill/>
          </a:ln>
        </p:spPr>
        <p:txBody>
          <a:bodyPr anchorCtr="0" anchor="t" bIns="0" lIns="0" spcFirstLastPara="1" rIns="0" wrap="square" tIns="0">
            <a:noAutofit/>
          </a:bodyPr>
          <a:lstStyle/>
          <a:p>
            <a:pPr indent="-292100" lvl="0" marL="457200" rtl="0" algn="l">
              <a:lnSpc>
                <a:spcPct val="100000"/>
              </a:lnSpc>
              <a:spcBef>
                <a:spcPts val="0"/>
              </a:spcBef>
              <a:spcAft>
                <a:spcPts val="0"/>
              </a:spcAft>
              <a:buClr>
                <a:schemeClr val="dk1"/>
              </a:buClr>
              <a:buSzPts val="1000"/>
              <a:buFont typeface="DM Sans"/>
              <a:buChar char="●"/>
            </a:pPr>
            <a:r>
              <a:rPr lang="en" sz="1000">
                <a:solidFill>
                  <a:schemeClr val="dk1"/>
                </a:solidFill>
              </a:rPr>
              <a:t>Keep median response time under 3 seconds.</a:t>
            </a:r>
            <a:endParaRPr/>
          </a:p>
        </p:txBody>
      </p:sp>
      <p:sp>
        <p:nvSpPr>
          <p:cNvPr id="1173" name="Google Shape;1173;p122"/>
          <p:cNvSpPr txBox="1"/>
          <p:nvPr>
            <p:ph idx="5" type="subTitle"/>
          </p:nvPr>
        </p:nvSpPr>
        <p:spPr>
          <a:xfrm>
            <a:off x="4889774" y="2169054"/>
            <a:ext cx="1645800" cy="4527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Clr>
                <a:schemeClr val="dk1"/>
              </a:buClr>
              <a:buSzPts val="1400"/>
              <a:buNone/>
            </a:pPr>
            <a:r>
              <a:rPr lang="en">
                <a:solidFill>
                  <a:schemeClr val="dk1"/>
                </a:solidFill>
              </a:rPr>
              <a:t>Time to answer</a:t>
            </a:r>
            <a:endParaRPr/>
          </a:p>
        </p:txBody>
      </p:sp>
      <p:sp>
        <p:nvSpPr>
          <p:cNvPr id="1174" name="Google Shape;1174;p122"/>
          <p:cNvSpPr txBox="1"/>
          <p:nvPr>
            <p:ph idx="6" type="body"/>
          </p:nvPr>
        </p:nvSpPr>
        <p:spPr>
          <a:xfrm>
            <a:off x="7130875" y="2943375"/>
            <a:ext cx="1645800" cy="890400"/>
          </a:xfrm>
          <a:prstGeom prst="rect">
            <a:avLst/>
          </a:prstGeom>
          <a:noFill/>
          <a:ln>
            <a:noFill/>
          </a:ln>
        </p:spPr>
        <p:txBody>
          <a:bodyPr anchorCtr="0" anchor="t" bIns="0" lIns="0" spcFirstLastPara="1" rIns="0" wrap="square" tIns="0">
            <a:noAutofit/>
          </a:bodyPr>
          <a:lstStyle/>
          <a:p>
            <a:pPr indent="-292100" lvl="0" marL="457200" rtl="0" algn="l">
              <a:lnSpc>
                <a:spcPct val="115000"/>
              </a:lnSpc>
              <a:spcBef>
                <a:spcPts val="0"/>
              </a:spcBef>
              <a:spcAft>
                <a:spcPts val="0"/>
              </a:spcAft>
              <a:buClr>
                <a:schemeClr val="lt1"/>
              </a:buClr>
              <a:buSzPts val="1000"/>
              <a:buFont typeface="DM Sans"/>
              <a:buChar char="●"/>
            </a:pPr>
            <a:r>
              <a:rPr lang="en" sz="1000"/>
              <a:t>Increase repeat usage and deck re-engagement.</a:t>
            </a:r>
            <a:endParaRPr/>
          </a:p>
        </p:txBody>
      </p:sp>
      <p:sp>
        <p:nvSpPr>
          <p:cNvPr id="1175" name="Google Shape;1175;p122"/>
          <p:cNvSpPr txBox="1"/>
          <p:nvPr>
            <p:ph idx="7" type="subTitle"/>
          </p:nvPr>
        </p:nvSpPr>
        <p:spPr>
          <a:xfrm>
            <a:off x="7130874" y="2169054"/>
            <a:ext cx="1645800" cy="4527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SzPts val="1400"/>
              <a:buNone/>
            </a:pPr>
            <a:r>
              <a:rPr lang="en"/>
              <a:t>Content reuse</a:t>
            </a:r>
            <a:endParaRPr/>
          </a:p>
        </p:txBody>
      </p:sp>
      <p:sp>
        <p:nvSpPr>
          <p:cNvPr id="1176" name="Google Shape;1176;p122"/>
          <p:cNvSpPr txBox="1"/>
          <p:nvPr>
            <p:ph idx="8" type="body"/>
          </p:nvPr>
        </p:nvSpPr>
        <p:spPr>
          <a:xfrm>
            <a:off x="360525" y="2943375"/>
            <a:ext cx="1645800" cy="2084100"/>
          </a:xfrm>
          <a:prstGeom prst="rect">
            <a:avLst/>
          </a:prstGeom>
          <a:noFill/>
          <a:ln>
            <a:noFill/>
          </a:ln>
        </p:spPr>
        <p:txBody>
          <a:bodyPr anchorCtr="0" anchor="t" bIns="0" lIns="0" spcFirstLastPara="1" rIns="0" wrap="square" tIns="0">
            <a:noAutofit/>
          </a:bodyPr>
          <a:lstStyle/>
          <a:p>
            <a:pPr indent="-292100" lvl="0" marL="457200" rtl="0" algn="l">
              <a:lnSpc>
                <a:spcPct val="115000"/>
              </a:lnSpc>
              <a:spcBef>
                <a:spcPts val="0"/>
              </a:spcBef>
              <a:spcAft>
                <a:spcPts val="0"/>
              </a:spcAft>
              <a:buClr>
                <a:schemeClr val="dk1"/>
              </a:buClr>
              <a:buSzPts val="1000"/>
              <a:buFont typeface="DM Sans"/>
              <a:buChar char="●"/>
            </a:pPr>
            <a:r>
              <a:rPr lang="en" sz="1000">
                <a:solidFill>
                  <a:schemeClr val="dk1"/>
                </a:solidFill>
              </a:rPr>
              <a:t>Give admins a weekly view of gaps and stale sources.</a:t>
            </a:r>
            <a:endParaRPr/>
          </a:p>
        </p:txBody>
      </p:sp>
      <p:sp>
        <p:nvSpPr>
          <p:cNvPr id="1177" name="Google Shape;1177;p122"/>
          <p:cNvSpPr txBox="1"/>
          <p:nvPr>
            <p:ph idx="9" type="subTitle"/>
          </p:nvPr>
        </p:nvSpPr>
        <p:spPr>
          <a:xfrm>
            <a:off x="360533" y="2169054"/>
            <a:ext cx="1645800" cy="4527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Clr>
                <a:schemeClr val="dk1"/>
              </a:buClr>
              <a:buSzPts val="1400"/>
              <a:buNone/>
            </a:pPr>
            <a:r>
              <a:rPr lang="en">
                <a:solidFill>
                  <a:schemeClr val="dk1"/>
                </a:solidFill>
              </a:rPr>
              <a:t>Admin visibility</a:t>
            </a:r>
            <a:endParaRPr/>
          </a:p>
        </p:txBody>
      </p:sp>
      <p:cxnSp>
        <p:nvCxnSpPr>
          <p:cNvPr id="1178" name="Google Shape;1178;p122"/>
          <p:cNvCxnSpPr/>
          <p:nvPr/>
        </p:nvCxnSpPr>
        <p:spPr>
          <a:xfrm>
            <a:off x="362225" y="4142242"/>
            <a:ext cx="1645800" cy="0"/>
          </a:xfrm>
          <a:prstGeom prst="straightConnector1">
            <a:avLst/>
          </a:prstGeom>
          <a:noFill/>
          <a:ln cap="flat" cmpd="sng" w="9525">
            <a:solidFill>
              <a:schemeClr val="accent1"/>
            </a:solidFill>
            <a:prstDash val="solid"/>
            <a:round/>
            <a:headEnd len="sm" w="sm" type="none"/>
            <a:tailEnd len="sm" w="sm" type="none"/>
          </a:ln>
        </p:spPr>
      </p:cxnSp>
      <p:cxnSp>
        <p:nvCxnSpPr>
          <p:cNvPr id="1179" name="Google Shape;1179;p122"/>
          <p:cNvCxnSpPr/>
          <p:nvPr/>
        </p:nvCxnSpPr>
        <p:spPr>
          <a:xfrm>
            <a:off x="362225" y="4386017"/>
            <a:ext cx="1645800" cy="0"/>
          </a:xfrm>
          <a:prstGeom prst="straightConnector1">
            <a:avLst/>
          </a:prstGeom>
          <a:noFill/>
          <a:ln cap="flat" cmpd="sng" w="9525">
            <a:solidFill>
              <a:schemeClr val="accent1"/>
            </a:solidFill>
            <a:prstDash val="solid"/>
            <a:round/>
            <a:headEnd len="sm" w="sm" type="none"/>
            <a:tailEnd len="sm" w="sm" type="none"/>
          </a:ln>
        </p:spPr>
      </p:cxnSp>
      <p:cxnSp>
        <p:nvCxnSpPr>
          <p:cNvPr id="1180" name="Google Shape;1180;p122"/>
          <p:cNvCxnSpPr/>
          <p:nvPr/>
        </p:nvCxnSpPr>
        <p:spPr>
          <a:xfrm>
            <a:off x="4889775" y="4142242"/>
            <a:ext cx="1645800" cy="0"/>
          </a:xfrm>
          <a:prstGeom prst="straightConnector1">
            <a:avLst/>
          </a:prstGeom>
          <a:noFill/>
          <a:ln cap="flat" cmpd="sng" w="9525">
            <a:solidFill>
              <a:schemeClr val="accent1"/>
            </a:solidFill>
            <a:prstDash val="solid"/>
            <a:round/>
            <a:headEnd len="sm" w="sm" type="none"/>
            <a:tailEnd len="sm" w="sm" type="none"/>
          </a:ln>
        </p:spPr>
      </p:cxnSp>
      <p:cxnSp>
        <p:nvCxnSpPr>
          <p:cNvPr id="1181" name="Google Shape;1181;p122"/>
          <p:cNvCxnSpPr/>
          <p:nvPr/>
        </p:nvCxnSpPr>
        <p:spPr>
          <a:xfrm>
            <a:off x="4889775" y="4386017"/>
            <a:ext cx="1645800" cy="0"/>
          </a:xfrm>
          <a:prstGeom prst="straightConnector1">
            <a:avLst/>
          </a:prstGeom>
          <a:noFill/>
          <a:ln cap="flat" cmpd="sng" w="9525">
            <a:solidFill>
              <a:schemeClr val="accent1"/>
            </a:solidFill>
            <a:prstDash val="solid"/>
            <a:round/>
            <a:headEnd len="sm" w="sm" type="none"/>
            <a:tailEnd len="sm" w="sm" type="none"/>
          </a:ln>
        </p:spPr>
      </p:cxnSp>
      <p:cxnSp>
        <p:nvCxnSpPr>
          <p:cNvPr id="1182" name="Google Shape;1182;p122"/>
          <p:cNvCxnSpPr/>
          <p:nvPr/>
        </p:nvCxnSpPr>
        <p:spPr>
          <a:xfrm>
            <a:off x="2625150" y="4142242"/>
            <a:ext cx="1645800" cy="0"/>
          </a:xfrm>
          <a:prstGeom prst="straightConnector1">
            <a:avLst/>
          </a:prstGeom>
          <a:noFill/>
          <a:ln cap="flat" cmpd="sng" w="9525">
            <a:solidFill>
              <a:schemeClr val="dk2"/>
            </a:solidFill>
            <a:prstDash val="solid"/>
            <a:round/>
            <a:headEnd len="sm" w="sm" type="none"/>
            <a:tailEnd len="sm" w="sm" type="none"/>
          </a:ln>
        </p:spPr>
      </p:cxnSp>
      <p:cxnSp>
        <p:nvCxnSpPr>
          <p:cNvPr id="1183" name="Google Shape;1183;p122"/>
          <p:cNvCxnSpPr/>
          <p:nvPr/>
        </p:nvCxnSpPr>
        <p:spPr>
          <a:xfrm>
            <a:off x="2625150" y="4386017"/>
            <a:ext cx="1645800" cy="0"/>
          </a:xfrm>
          <a:prstGeom prst="straightConnector1">
            <a:avLst/>
          </a:prstGeom>
          <a:noFill/>
          <a:ln cap="flat" cmpd="sng" w="9525">
            <a:solidFill>
              <a:schemeClr val="dk2"/>
            </a:solidFill>
            <a:prstDash val="solid"/>
            <a:round/>
            <a:headEnd len="sm" w="sm" type="none"/>
            <a:tailEnd len="sm" w="sm" type="none"/>
          </a:ln>
        </p:spPr>
      </p:cxnSp>
      <p:cxnSp>
        <p:nvCxnSpPr>
          <p:cNvPr id="1184" name="Google Shape;1184;p122"/>
          <p:cNvCxnSpPr/>
          <p:nvPr/>
        </p:nvCxnSpPr>
        <p:spPr>
          <a:xfrm>
            <a:off x="7130875" y="4142242"/>
            <a:ext cx="1645800" cy="0"/>
          </a:xfrm>
          <a:prstGeom prst="straightConnector1">
            <a:avLst/>
          </a:prstGeom>
          <a:noFill/>
          <a:ln cap="flat" cmpd="sng" w="9525">
            <a:solidFill>
              <a:schemeClr val="dk2"/>
            </a:solidFill>
            <a:prstDash val="solid"/>
            <a:round/>
            <a:headEnd len="sm" w="sm" type="none"/>
            <a:tailEnd len="sm" w="sm" type="none"/>
          </a:ln>
        </p:spPr>
      </p:cxnSp>
      <p:cxnSp>
        <p:nvCxnSpPr>
          <p:cNvPr id="1185" name="Google Shape;1185;p122"/>
          <p:cNvCxnSpPr/>
          <p:nvPr/>
        </p:nvCxnSpPr>
        <p:spPr>
          <a:xfrm>
            <a:off x="7130875" y="4386017"/>
            <a:ext cx="1645800" cy="0"/>
          </a:xfrm>
          <a:prstGeom prst="straightConnector1">
            <a:avLst/>
          </a:prstGeom>
          <a:noFill/>
          <a:ln cap="flat" cmpd="sng" w="9525">
            <a:solidFill>
              <a:schemeClr val="dk2"/>
            </a:solidFill>
            <a:prstDash val="solid"/>
            <a:round/>
            <a:headEnd len="sm" w="sm" type="none"/>
            <a:tailEnd len="sm" w="sm" type="none"/>
          </a:ln>
        </p:spPr>
      </p:cxnSp>
      <p:sp>
        <p:nvSpPr>
          <p:cNvPr id="1186" name="Google Shape;1186;p122"/>
          <p:cNvSpPr txBox="1"/>
          <p:nvPr>
            <p:ph idx="13" type="subTitle"/>
          </p:nvPr>
        </p:nvSpPr>
        <p:spPr>
          <a:xfrm>
            <a:off x="2490450" y="732775"/>
            <a:ext cx="4163100" cy="153900"/>
          </a:xfrm>
          <a:prstGeom prst="rect">
            <a:avLst/>
          </a:prstGeom>
          <a:noFill/>
          <a:ln>
            <a:noFill/>
          </a:ln>
        </p:spPr>
        <p:txBody>
          <a:bodyPr anchorCtr="0" anchor="b" bIns="0" lIns="0" spcFirstLastPara="1" rIns="0" wrap="square" tIns="0">
            <a:spAutoFit/>
          </a:bodyPr>
          <a:lstStyle/>
          <a:p>
            <a:pPr indent="-304800" lvl="0" marL="457200" rtl="0" algn="ctr">
              <a:lnSpc>
                <a:spcPct val="115000"/>
              </a:lnSpc>
              <a:spcBef>
                <a:spcPts val="0"/>
              </a:spcBef>
              <a:spcAft>
                <a:spcPts val="0"/>
              </a:spcAft>
              <a:buClr>
                <a:schemeClr val="dk1"/>
              </a:buClr>
              <a:buSzPts val="1000"/>
              <a:buFont typeface="DM Sans Light"/>
              <a:buNone/>
            </a:pPr>
            <a:r>
              <a:rPr lang="en" sz="1000">
                <a:solidFill>
                  <a:schemeClr val="dk1"/>
                </a:solidFill>
                <a:latin typeface="DM Sans Light"/>
                <a:ea typeface="DM Sans Light"/>
                <a:cs typeface="DM Sans Light"/>
                <a:sym typeface="DM Sans Light"/>
              </a:rPr>
              <a:t>OBJECTIVES</a:t>
            </a:r>
            <a:endParaRPr/>
          </a:p>
        </p:txBody>
      </p:sp>
      <p:sp>
        <p:nvSpPr>
          <p:cNvPr id="1187" name="Google Shape;1187;p122"/>
          <p:cNvSpPr txBox="1"/>
          <p:nvPr>
            <p:ph type="title"/>
          </p:nvPr>
        </p:nvSpPr>
        <p:spPr>
          <a:xfrm>
            <a:off x="1938175" y="988550"/>
            <a:ext cx="5267700" cy="5877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000"/>
              <a:buNone/>
            </a:pPr>
            <a:r>
              <a:rPr lang="en" sz="2200">
                <a:solidFill>
                  <a:schemeClr val="dk1"/>
                </a:solidFill>
              </a:rPr>
              <a:t>Success = fast upload, accurate answers, reliable citations.</a:t>
            </a:r>
            <a:endParaRPr/>
          </a:p>
        </p:txBody>
      </p:sp>
      <p:cxnSp>
        <p:nvCxnSpPr>
          <p:cNvPr id="1188" name="Google Shape;1188;p122"/>
          <p:cNvCxnSpPr/>
          <p:nvPr/>
        </p:nvCxnSpPr>
        <p:spPr>
          <a:xfrm>
            <a:off x="362225" y="4611167"/>
            <a:ext cx="1645800" cy="0"/>
          </a:xfrm>
          <a:prstGeom prst="straightConnector1">
            <a:avLst/>
          </a:prstGeom>
          <a:noFill/>
          <a:ln cap="flat" cmpd="sng" w="9525">
            <a:solidFill>
              <a:schemeClr val="accent1"/>
            </a:solidFill>
            <a:prstDash val="solid"/>
            <a:round/>
            <a:headEnd len="sm" w="sm" type="none"/>
            <a:tailEnd len="sm" w="sm" type="none"/>
          </a:ln>
        </p:spPr>
      </p:cxnSp>
      <p:cxnSp>
        <p:nvCxnSpPr>
          <p:cNvPr id="1189" name="Google Shape;1189;p122"/>
          <p:cNvCxnSpPr/>
          <p:nvPr/>
        </p:nvCxnSpPr>
        <p:spPr>
          <a:xfrm>
            <a:off x="4889775" y="4611167"/>
            <a:ext cx="1645800" cy="0"/>
          </a:xfrm>
          <a:prstGeom prst="straightConnector1">
            <a:avLst/>
          </a:prstGeom>
          <a:noFill/>
          <a:ln cap="flat" cmpd="sng" w="9525">
            <a:solidFill>
              <a:schemeClr val="accent1"/>
            </a:solidFill>
            <a:prstDash val="solid"/>
            <a:round/>
            <a:headEnd len="sm" w="sm" type="none"/>
            <a:tailEnd len="sm" w="sm" type="none"/>
          </a:ln>
        </p:spPr>
      </p:cxnSp>
      <p:cxnSp>
        <p:nvCxnSpPr>
          <p:cNvPr id="1190" name="Google Shape;1190;p122"/>
          <p:cNvCxnSpPr/>
          <p:nvPr/>
        </p:nvCxnSpPr>
        <p:spPr>
          <a:xfrm>
            <a:off x="2625150" y="4611167"/>
            <a:ext cx="1645800" cy="0"/>
          </a:xfrm>
          <a:prstGeom prst="straightConnector1">
            <a:avLst/>
          </a:prstGeom>
          <a:noFill/>
          <a:ln cap="flat" cmpd="sng" w="9525">
            <a:solidFill>
              <a:schemeClr val="dk2"/>
            </a:solidFill>
            <a:prstDash val="solid"/>
            <a:round/>
            <a:headEnd len="sm" w="sm" type="none"/>
            <a:tailEnd len="sm" w="sm" type="none"/>
          </a:ln>
        </p:spPr>
      </p:cxnSp>
      <p:cxnSp>
        <p:nvCxnSpPr>
          <p:cNvPr id="1191" name="Google Shape;1191;p122"/>
          <p:cNvCxnSpPr/>
          <p:nvPr/>
        </p:nvCxnSpPr>
        <p:spPr>
          <a:xfrm>
            <a:off x="7130875" y="4611167"/>
            <a:ext cx="1645800" cy="0"/>
          </a:xfrm>
          <a:prstGeom prst="straightConnector1">
            <a:avLst/>
          </a:prstGeom>
          <a:noFill/>
          <a:ln cap="flat" cmpd="sng" w="9525">
            <a:solidFill>
              <a:schemeClr val="dk2"/>
            </a:solidFill>
            <a:prstDash val="solid"/>
            <a:round/>
            <a:headEnd len="sm" w="sm" type="none"/>
            <a:tailEnd len="sm" w="sm" type="none"/>
          </a:ln>
        </p:spPr>
      </p:cxnSp>
      <p:sp>
        <p:nvSpPr>
          <p:cNvPr id="1192" name="Google Shape;1192;p122"/>
          <p:cNvSpPr txBox="1"/>
          <p:nvPr/>
        </p:nvSpPr>
        <p:spPr>
          <a:xfrm>
            <a:off x="7053480" y="3869725"/>
            <a:ext cx="1723200" cy="1031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P@3 0.82</a:t>
            </a:r>
            <a:endParaRPr/>
          </a:p>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Grounded 95%</a:t>
            </a:r>
            <a:endParaRPr/>
          </a:p>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Citations 98%</a:t>
            </a:r>
            <a:endParaRPr/>
          </a:p>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False answers &lt;5%</a:t>
            </a:r>
            <a:endParaRPr/>
          </a:p>
        </p:txBody>
      </p:sp>
      <p:sp>
        <p:nvSpPr>
          <p:cNvPr id="1193" name="Google Shape;1193;p122"/>
          <p:cNvSpPr txBox="1"/>
          <p:nvPr/>
        </p:nvSpPr>
        <p:spPr>
          <a:xfrm>
            <a:off x="4831079" y="3869725"/>
            <a:ext cx="1723200" cy="1031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Median 2.8s</a:t>
            </a:r>
            <a:endParaRPr/>
          </a:p>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First answer 88%</a:t>
            </a:r>
            <a:endParaRPr/>
          </a:p>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Search time -70%</a:t>
            </a:r>
            <a:endParaRPr/>
          </a:p>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Ready &lt;45s</a:t>
            </a:r>
            <a:endParaRPr/>
          </a:p>
        </p:txBody>
      </p:sp>
      <p:sp>
        <p:nvSpPr>
          <p:cNvPr id="1194" name="Google Shape;1194;p122"/>
          <p:cNvSpPr txBox="1"/>
          <p:nvPr/>
        </p:nvSpPr>
        <p:spPr>
          <a:xfrm>
            <a:off x="312379" y="3869725"/>
            <a:ext cx="1723200" cy="1031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MAU 1,800</a:t>
            </a:r>
            <a:endParaRPr/>
          </a:p>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Repeat 65%</a:t>
            </a:r>
            <a:endParaRPr/>
          </a:p>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Re-engage +40%</a:t>
            </a:r>
            <a:endParaRPr/>
          </a:p>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Expansion 62%</a:t>
            </a:r>
            <a:endParaRPr/>
          </a:p>
        </p:txBody>
      </p:sp>
      <p:sp>
        <p:nvSpPr>
          <p:cNvPr id="1195" name="Google Shape;1195;p122"/>
          <p:cNvSpPr txBox="1"/>
          <p:nvPr/>
        </p:nvSpPr>
        <p:spPr>
          <a:xfrm>
            <a:off x="2571730" y="3869725"/>
            <a:ext cx="1723200" cy="1031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Unresolved &lt;8%</a:t>
            </a:r>
            <a:endParaRPr/>
          </a:p>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Freshness 14d</a:t>
            </a:r>
            <a:endParaRPr/>
          </a:p>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Review 1x/week</a:t>
            </a:r>
            <a:endParaRPr/>
          </a:p>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Admin use 90%</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9" name="Shape 1199"/>
        <p:cNvGrpSpPr/>
        <p:nvPr/>
      </p:nvGrpSpPr>
      <p:grpSpPr>
        <a:xfrm>
          <a:off x="0" y="0"/>
          <a:ext cx="0" cy="0"/>
          <a:chOff x="0" y="0"/>
          <a:chExt cx="0" cy="0"/>
        </a:xfrm>
      </p:grpSpPr>
      <p:sp>
        <p:nvSpPr>
          <p:cNvPr id="1200" name="Google Shape;1200;p123"/>
          <p:cNvSpPr/>
          <p:nvPr/>
        </p:nvSpPr>
        <p:spPr>
          <a:xfrm>
            <a:off x="5402575" y="3129600"/>
            <a:ext cx="3739800" cy="2013900"/>
          </a:xfrm>
          <a:prstGeom prst="roundRect">
            <a:avLst>
              <a:gd fmla="val 0" name="adj"/>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1"/>
              </a:solidFill>
              <a:latin typeface="DM Sans"/>
              <a:ea typeface="DM Sans"/>
              <a:cs typeface="DM Sans"/>
              <a:sym typeface="DM Sans"/>
            </a:endParaRPr>
          </a:p>
        </p:txBody>
      </p:sp>
      <p:sp>
        <p:nvSpPr>
          <p:cNvPr id="1201" name="Google Shape;1201;p12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p>
            <a:pPr indent="0" lvl="0" marL="0" rtl="0" algn="r">
              <a:lnSpc>
                <a:spcPct val="100000"/>
              </a:lnSpc>
              <a:spcBef>
                <a:spcPts val="0"/>
              </a:spcBef>
              <a:spcAft>
                <a:spcPts val="0"/>
              </a:spcAft>
              <a:buSzPts val="700"/>
              <a:buNone/>
            </a:pPr>
            <a:r>
              <a:rPr lang="en" sz="700">
                <a:solidFill>
                  <a:schemeClr val="lt1"/>
                </a:solidFill>
                <a:latin typeface="DM Sans"/>
                <a:ea typeface="DM Sans"/>
                <a:cs typeface="DM Sans"/>
                <a:sym typeface="DM Sans"/>
              </a:rPr>
              <a:t>‹#›</a:t>
            </a:r>
            <a:endParaRPr/>
          </a:p>
        </p:txBody>
      </p:sp>
      <p:sp>
        <p:nvSpPr>
          <p:cNvPr id="1202" name="Google Shape;1202;p123"/>
          <p:cNvSpPr txBox="1"/>
          <p:nvPr>
            <p:ph idx="1" type="subTitle"/>
          </p:nvPr>
        </p:nvSpPr>
        <p:spPr>
          <a:xfrm>
            <a:off x="742900" y="2158550"/>
            <a:ext cx="3213000" cy="1386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SzPts val="1000"/>
              <a:buFont typeface="DM Sans SemiBold"/>
              <a:buNone/>
            </a:pPr>
            <a:r>
              <a:rPr lang="en" sz="1000">
                <a:latin typeface="DM Sans SemiBold"/>
                <a:ea typeface="DM Sans SemiBold"/>
                <a:cs typeface="DM Sans SemiBold"/>
                <a:sym typeface="DM Sans SemiBold"/>
              </a:rPr>
              <a:t>Needs and motivations</a:t>
            </a:r>
            <a:endParaRPr/>
          </a:p>
        </p:txBody>
      </p:sp>
      <p:sp>
        <p:nvSpPr>
          <p:cNvPr id="1203" name="Google Shape;1203;p123"/>
          <p:cNvSpPr txBox="1"/>
          <p:nvPr>
            <p:ph idx="2" type="body"/>
          </p:nvPr>
        </p:nvSpPr>
        <p:spPr>
          <a:xfrm>
            <a:off x="742900" y="2381875"/>
            <a:ext cx="3213000" cy="461700"/>
          </a:xfrm>
          <a:prstGeom prst="rect">
            <a:avLst/>
          </a:prstGeom>
          <a:noFill/>
          <a:ln>
            <a:noFill/>
          </a:ln>
        </p:spPr>
        <p:txBody>
          <a:bodyPr anchorCtr="0" anchor="t" bIns="0" lIns="0" spcFirstLastPara="1" rIns="0" wrap="square" tIns="0">
            <a:noAutofit/>
          </a:bodyPr>
          <a:lstStyle/>
          <a:p>
            <a:pPr indent="-292100" lvl="0" marL="457200" rtl="0" algn="l">
              <a:lnSpc>
                <a:spcPct val="115000"/>
              </a:lnSpc>
              <a:spcBef>
                <a:spcPts val="0"/>
              </a:spcBef>
              <a:spcAft>
                <a:spcPts val="0"/>
              </a:spcAft>
              <a:buClr>
                <a:schemeClr val="lt1"/>
              </a:buClr>
              <a:buSzPts val="1000"/>
              <a:buFont typeface="DM Sans Light"/>
              <a:buChar char="●"/>
            </a:pPr>
            <a:r>
              <a:rPr lang="en" sz="1000">
                <a:latin typeface="DM Sans Light"/>
                <a:ea typeface="DM Sans Light"/>
                <a:cs typeface="DM Sans Light"/>
                <a:sym typeface="DM Sans Light"/>
              </a:rPr>
              <a:t>Rina wants launch, pricing, and enablement answers to be available instantly without re-reading every deck.</a:t>
            </a:r>
            <a:endParaRPr/>
          </a:p>
        </p:txBody>
      </p:sp>
      <p:pic>
        <p:nvPicPr>
          <p:cNvPr descr="Man smiling and standing in front of deep blue background" id="1204" name="Google Shape;1204;p123"/>
          <p:cNvPicPr preferRelativeResize="0"/>
          <p:nvPr>
            <p:ph idx="3" type="pic"/>
          </p:nvPr>
        </p:nvPicPr>
        <p:blipFill rotWithShape="1">
          <a:blip r:embed="rId3">
            <a:alphaModFix/>
          </a:blip>
          <a:srcRect b="44634" l="20542" r="40479" t="6495"/>
          <a:stretch/>
        </p:blipFill>
        <p:spPr>
          <a:xfrm>
            <a:off x="5402575" y="0"/>
            <a:ext cx="3739802" cy="3129600"/>
          </a:xfrm>
          <a:prstGeom prst="rect">
            <a:avLst/>
          </a:prstGeom>
          <a:noFill/>
          <a:ln cap="flat" cmpd="sng" w="9525">
            <a:solidFill>
              <a:schemeClr val="accent6"/>
            </a:solidFill>
            <a:prstDash val="solid"/>
            <a:round/>
            <a:headEnd len="sm" w="sm" type="none"/>
            <a:tailEnd len="sm" w="sm" type="none"/>
          </a:ln>
        </p:spPr>
      </p:pic>
      <p:sp>
        <p:nvSpPr>
          <p:cNvPr id="1205" name="Google Shape;1205;p123"/>
          <p:cNvSpPr txBox="1"/>
          <p:nvPr>
            <p:ph type="title"/>
          </p:nvPr>
        </p:nvSpPr>
        <p:spPr>
          <a:xfrm>
            <a:off x="361975" y="988550"/>
            <a:ext cx="4297200" cy="6774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SzPts val="3000"/>
              <a:buNone/>
            </a:pPr>
            <a:r>
              <a:rPr lang="en" sz="2200"/>
              <a:t>Our primary persona values speed, citation quality, and confidence over decorative design.</a:t>
            </a:r>
            <a:endParaRPr/>
          </a:p>
        </p:txBody>
      </p:sp>
      <p:sp>
        <p:nvSpPr>
          <p:cNvPr id="1206" name="Google Shape;1206;p123"/>
          <p:cNvSpPr txBox="1"/>
          <p:nvPr>
            <p:ph idx="4" type="subTitle"/>
          </p:nvPr>
        </p:nvSpPr>
        <p:spPr>
          <a:xfrm>
            <a:off x="361975" y="732775"/>
            <a:ext cx="4163100" cy="138600"/>
          </a:xfrm>
          <a:prstGeom prst="rect">
            <a:avLst/>
          </a:prstGeom>
          <a:noFill/>
          <a:ln>
            <a:noFill/>
          </a:ln>
        </p:spPr>
        <p:txBody>
          <a:bodyPr anchorCtr="0" anchor="b" bIns="0" lIns="0" spcFirstLastPara="1" rIns="0" wrap="square" tIns="0">
            <a:spAutoFit/>
          </a:bodyPr>
          <a:lstStyle/>
          <a:p>
            <a:pPr indent="-304800" lvl="0" marL="457200" rtl="0" algn="l">
              <a:lnSpc>
                <a:spcPct val="115000"/>
              </a:lnSpc>
              <a:spcBef>
                <a:spcPts val="0"/>
              </a:spcBef>
              <a:spcAft>
                <a:spcPts val="0"/>
              </a:spcAft>
              <a:buSzPts val="1000"/>
              <a:buFont typeface="DM Sans Light"/>
              <a:buNone/>
            </a:pPr>
            <a:r>
              <a:rPr lang="en" sz="1000">
                <a:latin typeface="DM Sans Light"/>
                <a:ea typeface="DM Sans Light"/>
                <a:cs typeface="DM Sans Light"/>
                <a:sym typeface="DM Sans Light"/>
              </a:rPr>
              <a:t>AUDIENCE</a:t>
            </a:r>
            <a:endParaRPr/>
          </a:p>
        </p:txBody>
      </p:sp>
      <p:sp>
        <p:nvSpPr>
          <p:cNvPr id="1207" name="Google Shape;1207;p123"/>
          <p:cNvSpPr txBox="1"/>
          <p:nvPr>
            <p:ph idx="5" type="subTitle"/>
          </p:nvPr>
        </p:nvSpPr>
        <p:spPr>
          <a:xfrm>
            <a:off x="361975" y="217725"/>
            <a:ext cx="4163100" cy="237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SzPts val="700"/>
              <a:buFont typeface="DM Sans"/>
              <a:buNone/>
            </a:pPr>
            <a:r>
              <a:rPr lang="en" sz="700">
                <a:latin typeface="DM Sans"/>
                <a:ea typeface="DM Sans"/>
                <a:cs typeface="DM Sans"/>
                <a:sym typeface="DM Sans"/>
              </a:rPr>
              <a:t>DeckPilot Labs</a:t>
            </a:r>
            <a:endParaRPr/>
          </a:p>
        </p:txBody>
      </p:sp>
      <p:sp>
        <p:nvSpPr>
          <p:cNvPr id="1208" name="Google Shape;1208;p123"/>
          <p:cNvSpPr txBox="1"/>
          <p:nvPr>
            <p:ph idx="6" type="subTitle"/>
          </p:nvPr>
        </p:nvSpPr>
        <p:spPr>
          <a:xfrm>
            <a:off x="5785175" y="3335324"/>
            <a:ext cx="2991600" cy="277200"/>
          </a:xfrm>
          <a:prstGeom prst="rect">
            <a:avLst/>
          </a:prstGeom>
          <a:noFill/>
          <a:ln>
            <a:noFill/>
          </a:ln>
        </p:spPr>
        <p:txBody>
          <a:bodyPr anchorCtr="0" anchor="t" bIns="0" lIns="0" spcFirstLastPara="1" rIns="0" wrap="square" tIns="0">
            <a:spAutoFit/>
          </a:bodyPr>
          <a:lstStyle/>
          <a:p>
            <a:pPr indent="-304800" lvl="0" marL="457200" rtl="0" algn="l">
              <a:lnSpc>
                <a:spcPct val="115000"/>
              </a:lnSpc>
              <a:spcBef>
                <a:spcPts val="0"/>
              </a:spcBef>
              <a:spcAft>
                <a:spcPts val="0"/>
              </a:spcAft>
              <a:buSzPts val="1800"/>
              <a:buNone/>
            </a:pPr>
            <a:r>
              <a:rPr lang="en" sz="1800"/>
              <a:t>Rina Patel</a:t>
            </a:r>
            <a:endParaRPr/>
          </a:p>
        </p:txBody>
      </p:sp>
      <p:sp>
        <p:nvSpPr>
          <p:cNvPr id="1209" name="Google Shape;1209;p123"/>
          <p:cNvSpPr txBox="1"/>
          <p:nvPr>
            <p:ph idx="7" type="subTitle"/>
          </p:nvPr>
        </p:nvSpPr>
        <p:spPr>
          <a:xfrm>
            <a:off x="742900" y="3910855"/>
            <a:ext cx="3213000" cy="1386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SzPts val="1000"/>
              <a:buFont typeface="DM Sans SemiBold"/>
              <a:buNone/>
            </a:pPr>
            <a:r>
              <a:rPr lang="en" sz="1000">
                <a:latin typeface="DM Sans SemiBold"/>
                <a:ea typeface="DM Sans SemiBold"/>
                <a:cs typeface="DM Sans SemiBold"/>
                <a:sym typeface="DM Sans SemiBold"/>
              </a:rPr>
              <a:t>How we can help</a:t>
            </a:r>
            <a:endParaRPr/>
          </a:p>
        </p:txBody>
      </p:sp>
      <p:sp>
        <p:nvSpPr>
          <p:cNvPr id="1210" name="Google Shape;1210;p123"/>
          <p:cNvSpPr txBox="1"/>
          <p:nvPr>
            <p:ph idx="8" type="body"/>
          </p:nvPr>
        </p:nvSpPr>
        <p:spPr>
          <a:xfrm>
            <a:off x="742900" y="4134180"/>
            <a:ext cx="3213000" cy="461700"/>
          </a:xfrm>
          <a:prstGeom prst="rect">
            <a:avLst/>
          </a:prstGeom>
          <a:noFill/>
          <a:ln>
            <a:noFill/>
          </a:ln>
        </p:spPr>
        <p:txBody>
          <a:bodyPr anchorCtr="0" anchor="t" bIns="0" lIns="0" spcFirstLastPara="1" rIns="0" wrap="square" tIns="0">
            <a:noAutofit/>
          </a:bodyPr>
          <a:lstStyle/>
          <a:p>
            <a:pPr indent="-292100" lvl="0" marL="457200" rtl="0" algn="l">
              <a:lnSpc>
                <a:spcPct val="115000"/>
              </a:lnSpc>
              <a:spcBef>
                <a:spcPts val="0"/>
              </a:spcBef>
              <a:spcAft>
                <a:spcPts val="0"/>
              </a:spcAft>
              <a:buClr>
                <a:schemeClr val="lt1"/>
              </a:buClr>
              <a:buSzPts val="1000"/>
              <a:buFont typeface="DM Sans Light"/>
              <a:buChar char="●"/>
            </a:pPr>
            <a:r>
              <a:rPr lang="en" sz="1000">
                <a:latin typeface="DM Sans Light"/>
                <a:ea typeface="DM Sans Light"/>
                <a:cs typeface="DM Sans Light"/>
                <a:sym typeface="DM Sans Light"/>
              </a:rPr>
              <a:t>DeckPilot gives Rina a presentation-native assistant that answers rep questions and points back to the source slide.</a:t>
            </a:r>
            <a:endParaRPr/>
          </a:p>
        </p:txBody>
      </p:sp>
      <p:sp>
        <p:nvSpPr>
          <p:cNvPr id="1211" name="Google Shape;1211;p123"/>
          <p:cNvSpPr txBox="1"/>
          <p:nvPr>
            <p:ph idx="9" type="subTitle"/>
          </p:nvPr>
        </p:nvSpPr>
        <p:spPr>
          <a:xfrm>
            <a:off x="742900" y="3050778"/>
            <a:ext cx="3213000" cy="1386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SzPts val="1000"/>
              <a:buFont typeface="DM Sans SemiBold"/>
              <a:buNone/>
            </a:pPr>
            <a:r>
              <a:rPr lang="en" sz="1000">
                <a:latin typeface="DM Sans SemiBold"/>
                <a:ea typeface="DM Sans SemiBold"/>
                <a:cs typeface="DM Sans SemiBold"/>
                <a:sym typeface="DM Sans SemiBold"/>
              </a:rPr>
              <a:t>Pain points</a:t>
            </a:r>
            <a:endParaRPr/>
          </a:p>
        </p:txBody>
      </p:sp>
      <p:sp>
        <p:nvSpPr>
          <p:cNvPr id="1212" name="Google Shape;1212;p123"/>
          <p:cNvSpPr txBox="1"/>
          <p:nvPr>
            <p:ph idx="13" type="body"/>
          </p:nvPr>
        </p:nvSpPr>
        <p:spPr>
          <a:xfrm>
            <a:off x="742900" y="3274103"/>
            <a:ext cx="3213000" cy="461700"/>
          </a:xfrm>
          <a:prstGeom prst="rect">
            <a:avLst/>
          </a:prstGeom>
          <a:noFill/>
          <a:ln>
            <a:noFill/>
          </a:ln>
        </p:spPr>
        <p:txBody>
          <a:bodyPr anchorCtr="0" anchor="t" bIns="0" lIns="0" spcFirstLastPara="1" rIns="0" wrap="square" tIns="0">
            <a:noAutofit/>
          </a:bodyPr>
          <a:lstStyle/>
          <a:p>
            <a:pPr indent="-292100" lvl="0" marL="457200" rtl="0" algn="l">
              <a:lnSpc>
                <a:spcPct val="115000"/>
              </a:lnSpc>
              <a:spcBef>
                <a:spcPts val="0"/>
              </a:spcBef>
              <a:spcAft>
                <a:spcPts val="0"/>
              </a:spcAft>
              <a:buClr>
                <a:schemeClr val="lt1"/>
              </a:buClr>
              <a:buSzPts val="1000"/>
              <a:buFont typeface="DM Sans Light"/>
              <a:buChar char="●"/>
            </a:pPr>
            <a:r>
              <a:rPr lang="en" sz="1000">
                <a:latin typeface="DM Sans Light"/>
                <a:ea typeface="DM Sans Light"/>
                <a:cs typeface="DM Sans Light"/>
                <a:sym typeface="DM Sans Light"/>
              </a:rPr>
              <a:t>Version confusion, repeated Slack questions, and long searches through appendix material slow her team down.</a:t>
            </a:r>
            <a:endParaRPr/>
          </a:p>
        </p:txBody>
      </p:sp>
      <p:sp>
        <p:nvSpPr>
          <p:cNvPr id="1213" name="Google Shape;1213;p123"/>
          <p:cNvSpPr txBox="1"/>
          <p:nvPr>
            <p:ph idx="14" type="body"/>
          </p:nvPr>
        </p:nvSpPr>
        <p:spPr>
          <a:xfrm>
            <a:off x="5785175" y="4134175"/>
            <a:ext cx="2991600" cy="461700"/>
          </a:xfrm>
          <a:prstGeom prst="rect">
            <a:avLst/>
          </a:prstGeom>
          <a:noFill/>
          <a:ln>
            <a:noFill/>
          </a:ln>
        </p:spPr>
        <p:txBody>
          <a:bodyPr anchorCtr="0" anchor="b" bIns="0" lIns="0" spcFirstLastPara="1" rIns="0" wrap="square" tIns="0">
            <a:noAutofit/>
          </a:bodyPr>
          <a:lstStyle/>
          <a:p>
            <a:pPr indent="-292100" lvl="0" marL="457200" rtl="0" algn="l">
              <a:lnSpc>
                <a:spcPct val="115000"/>
              </a:lnSpc>
              <a:spcBef>
                <a:spcPts val="0"/>
              </a:spcBef>
              <a:spcAft>
                <a:spcPts val="0"/>
              </a:spcAft>
              <a:buSzPts val="1000"/>
              <a:buFont typeface="DM Sans Light"/>
              <a:buChar char="●"/>
            </a:pPr>
            <a:r>
              <a:rPr lang="en" sz="1000">
                <a:latin typeface="DM Sans Light"/>
                <a:ea typeface="DM Sans Light"/>
                <a:cs typeface="DM Sans Light"/>
                <a:sym typeface="DM Sans Light"/>
              </a:rPr>
              <a:t>Rina is a 34-year-old sales enablement manager in London who supports 85 account executives across EMEA.</a:t>
            </a:r>
            <a:endParaRPr/>
          </a:p>
        </p:txBody>
      </p:sp>
      <p:cxnSp>
        <p:nvCxnSpPr>
          <p:cNvPr id="1214" name="Google Shape;1214;p123"/>
          <p:cNvCxnSpPr/>
          <p:nvPr/>
        </p:nvCxnSpPr>
        <p:spPr>
          <a:xfrm>
            <a:off x="431850" y="2300900"/>
            <a:ext cx="0" cy="2255700"/>
          </a:xfrm>
          <a:prstGeom prst="straightConnector1">
            <a:avLst/>
          </a:prstGeom>
          <a:noFill/>
          <a:ln cap="flat" cmpd="sng" w="9525">
            <a:solidFill>
              <a:schemeClr val="accent5"/>
            </a:solidFill>
            <a:prstDash val="solid"/>
            <a:round/>
            <a:headEnd len="sm" w="sm" type="none"/>
            <a:tailEnd len="sm" w="sm" type="none"/>
          </a:ln>
        </p:spPr>
      </p:cxnSp>
      <p:sp>
        <p:nvSpPr>
          <p:cNvPr id="1215" name="Google Shape;1215;p123"/>
          <p:cNvSpPr/>
          <p:nvPr/>
        </p:nvSpPr>
        <p:spPr>
          <a:xfrm rot="2707147">
            <a:off x="383097" y="2211068"/>
            <a:ext cx="102036" cy="102036"/>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6" name="Google Shape;1216;p123"/>
          <p:cNvSpPr/>
          <p:nvPr/>
        </p:nvSpPr>
        <p:spPr>
          <a:xfrm rot="2707147">
            <a:off x="383097" y="3085984"/>
            <a:ext cx="102036" cy="102036"/>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7" name="Google Shape;1217;p123"/>
          <p:cNvSpPr/>
          <p:nvPr/>
        </p:nvSpPr>
        <p:spPr>
          <a:xfrm rot="2707147">
            <a:off x="383097" y="3960918"/>
            <a:ext cx="102036" cy="102036"/>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1" name="Shape 1221"/>
        <p:cNvGrpSpPr/>
        <p:nvPr/>
      </p:nvGrpSpPr>
      <p:grpSpPr>
        <a:xfrm>
          <a:off x="0" y="0"/>
          <a:ext cx="0" cy="0"/>
          <a:chOff x="0" y="0"/>
          <a:chExt cx="0" cy="0"/>
        </a:xfrm>
      </p:grpSpPr>
      <p:sp>
        <p:nvSpPr>
          <p:cNvPr id="1222" name="Google Shape;1222;p124"/>
          <p:cNvSpPr/>
          <p:nvPr/>
        </p:nvSpPr>
        <p:spPr>
          <a:xfrm>
            <a:off x="0" y="2436600"/>
            <a:ext cx="2853300" cy="2706900"/>
          </a:xfrm>
          <a:prstGeom prst="roundRect">
            <a:avLst>
              <a:gd fmla="val 0" name="adj"/>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1"/>
              </a:solidFill>
              <a:latin typeface="DM Sans"/>
              <a:ea typeface="DM Sans"/>
              <a:cs typeface="DM Sans"/>
              <a:sym typeface="DM Sans"/>
            </a:endParaRPr>
          </a:p>
        </p:txBody>
      </p:sp>
      <p:grpSp>
        <p:nvGrpSpPr>
          <p:cNvPr id="1223" name="Google Shape;1223;p124"/>
          <p:cNvGrpSpPr/>
          <p:nvPr/>
        </p:nvGrpSpPr>
        <p:grpSpPr>
          <a:xfrm>
            <a:off x="361987" y="3063947"/>
            <a:ext cx="2374895" cy="1821948"/>
            <a:chOff x="361975" y="3063950"/>
            <a:chExt cx="2074325" cy="1821948"/>
          </a:xfrm>
        </p:grpSpPr>
        <p:sp>
          <p:nvSpPr>
            <p:cNvPr id="1224" name="Google Shape;1224;p124"/>
            <p:cNvSpPr txBox="1"/>
            <p:nvPr/>
          </p:nvSpPr>
          <p:spPr>
            <a:xfrm>
              <a:off x="361975" y="3063950"/>
              <a:ext cx="1015200" cy="27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Age</a:t>
              </a:r>
              <a:endParaRPr/>
            </a:p>
          </p:txBody>
        </p:sp>
        <p:sp>
          <p:nvSpPr>
            <p:cNvPr id="1225" name="Google Shape;1225;p124"/>
            <p:cNvSpPr txBox="1"/>
            <p:nvPr/>
          </p:nvSpPr>
          <p:spPr>
            <a:xfrm>
              <a:off x="1419656" y="3063950"/>
              <a:ext cx="1015200" cy="27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34</a:t>
              </a:r>
              <a:endParaRPr/>
            </a:p>
          </p:txBody>
        </p:sp>
        <p:sp>
          <p:nvSpPr>
            <p:cNvPr id="1226" name="Google Shape;1226;p124"/>
            <p:cNvSpPr txBox="1"/>
            <p:nvPr/>
          </p:nvSpPr>
          <p:spPr>
            <a:xfrm>
              <a:off x="361975" y="3372900"/>
              <a:ext cx="1015200" cy="27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Occupation</a:t>
              </a:r>
              <a:endParaRPr/>
            </a:p>
          </p:txBody>
        </p:sp>
        <p:sp>
          <p:nvSpPr>
            <p:cNvPr id="1227" name="Google Shape;1227;p124"/>
            <p:cNvSpPr txBox="1"/>
            <p:nvPr/>
          </p:nvSpPr>
          <p:spPr>
            <a:xfrm>
              <a:off x="1419656" y="3372900"/>
              <a:ext cx="1015200" cy="27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 </a:t>
              </a:r>
              <a:r>
                <a:rPr lang="en"/>
                <a:t>SE </a:t>
              </a:r>
              <a:r>
                <a:rPr b="0" i="0" lang="en" sz="1400" u="none" cap="none" strike="noStrike">
                  <a:solidFill>
                    <a:srgbClr val="000000"/>
                  </a:solidFill>
                  <a:latin typeface="Arial"/>
                  <a:ea typeface="Arial"/>
                  <a:cs typeface="Arial"/>
                  <a:sym typeface="Arial"/>
                </a:rPr>
                <a:t>Manager</a:t>
              </a:r>
              <a:endParaRPr/>
            </a:p>
          </p:txBody>
        </p:sp>
        <p:sp>
          <p:nvSpPr>
            <p:cNvPr id="1228" name="Google Shape;1228;p124"/>
            <p:cNvSpPr txBox="1"/>
            <p:nvPr/>
          </p:nvSpPr>
          <p:spPr>
            <a:xfrm>
              <a:off x="361975" y="3681849"/>
              <a:ext cx="1015200" cy="27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Status</a:t>
              </a:r>
              <a:endParaRPr/>
            </a:p>
          </p:txBody>
        </p:sp>
        <p:sp>
          <p:nvSpPr>
            <p:cNvPr id="1229" name="Google Shape;1229;p124"/>
            <p:cNvSpPr txBox="1"/>
            <p:nvPr/>
          </p:nvSpPr>
          <p:spPr>
            <a:xfrm>
              <a:off x="1419656" y="3681849"/>
              <a:ext cx="1015200" cy="27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Married</a:t>
              </a:r>
              <a:endParaRPr/>
            </a:p>
          </p:txBody>
        </p:sp>
        <p:sp>
          <p:nvSpPr>
            <p:cNvPr id="1230" name="Google Shape;1230;p124"/>
            <p:cNvSpPr txBox="1"/>
            <p:nvPr/>
          </p:nvSpPr>
          <p:spPr>
            <a:xfrm>
              <a:off x="361975" y="3990799"/>
              <a:ext cx="1015200" cy="27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Education</a:t>
              </a:r>
              <a:endParaRPr/>
            </a:p>
          </p:txBody>
        </p:sp>
        <p:sp>
          <p:nvSpPr>
            <p:cNvPr id="1231" name="Google Shape;1231;p124"/>
            <p:cNvSpPr txBox="1"/>
            <p:nvPr/>
          </p:nvSpPr>
          <p:spPr>
            <a:xfrm>
              <a:off x="1419656" y="3990799"/>
              <a:ext cx="1015200" cy="27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MBA</a:t>
              </a:r>
              <a:endParaRPr/>
            </a:p>
          </p:txBody>
        </p:sp>
        <p:sp>
          <p:nvSpPr>
            <p:cNvPr id="1232" name="Google Shape;1232;p124"/>
            <p:cNvSpPr txBox="1"/>
            <p:nvPr/>
          </p:nvSpPr>
          <p:spPr>
            <a:xfrm>
              <a:off x="361975" y="4299748"/>
              <a:ext cx="1015200" cy="27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Location</a:t>
              </a:r>
              <a:endParaRPr/>
            </a:p>
          </p:txBody>
        </p:sp>
        <p:sp>
          <p:nvSpPr>
            <p:cNvPr id="1233" name="Google Shape;1233;p124"/>
            <p:cNvSpPr txBox="1"/>
            <p:nvPr/>
          </p:nvSpPr>
          <p:spPr>
            <a:xfrm>
              <a:off x="1419656" y="4299748"/>
              <a:ext cx="1015200" cy="27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London, UK</a:t>
              </a:r>
              <a:endParaRPr/>
            </a:p>
          </p:txBody>
        </p:sp>
        <p:sp>
          <p:nvSpPr>
            <p:cNvPr id="1234" name="Google Shape;1234;p124"/>
            <p:cNvSpPr txBox="1"/>
            <p:nvPr/>
          </p:nvSpPr>
          <p:spPr>
            <a:xfrm>
              <a:off x="361975" y="4608698"/>
              <a:ext cx="1015200" cy="27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Archetype</a:t>
              </a:r>
              <a:endParaRPr/>
            </a:p>
          </p:txBody>
        </p:sp>
        <p:sp>
          <p:nvSpPr>
            <p:cNvPr id="1235" name="Google Shape;1235;p124"/>
            <p:cNvSpPr txBox="1"/>
            <p:nvPr/>
          </p:nvSpPr>
          <p:spPr>
            <a:xfrm>
              <a:off x="1419656" y="4608698"/>
              <a:ext cx="1015200" cy="27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Organizer</a:t>
              </a:r>
              <a:endParaRPr/>
            </a:p>
          </p:txBody>
        </p:sp>
        <p:cxnSp>
          <p:nvCxnSpPr>
            <p:cNvPr id="1236" name="Google Shape;1236;p124"/>
            <p:cNvCxnSpPr/>
            <p:nvPr/>
          </p:nvCxnSpPr>
          <p:spPr>
            <a:xfrm>
              <a:off x="363300" y="3357032"/>
              <a:ext cx="2073000" cy="0"/>
            </a:xfrm>
            <a:prstGeom prst="straightConnector1">
              <a:avLst/>
            </a:prstGeom>
            <a:noFill/>
            <a:ln cap="flat" cmpd="sng" w="9525">
              <a:solidFill>
                <a:schemeClr val="dk2"/>
              </a:solidFill>
              <a:prstDash val="solid"/>
              <a:round/>
              <a:headEnd len="sm" w="sm" type="none"/>
              <a:tailEnd len="sm" w="sm" type="none"/>
            </a:ln>
          </p:spPr>
        </p:cxnSp>
        <p:cxnSp>
          <p:nvCxnSpPr>
            <p:cNvPr id="1237" name="Google Shape;1237;p124"/>
            <p:cNvCxnSpPr/>
            <p:nvPr/>
          </p:nvCxnSpPr>
          <p:spPr>
            <a:xfrm>
              <a:off x="363300" y="3665979"/>
              <a:ext cx="2073000" cy="0"/>
            </a:xfrm>
            <a:prstGeom prst="straightConnector1">
              <a:avLst/>
            </a:prstGeom>
            <a:noFill/>
            <a:ln cap="flat" cmpd="sng" w="9525">
              <a:solidFill>
                <a:schemeClr val="dk2"/>
              </a:solidFill>
              <a:prstDash val="solid"/>
              <a:round/>
              <a:headEnd len="sm" w="sm" type="none"/>
              <a:tailEnd len="sm" w="sm" type="none"/>
            </a:ln>
          </p:spPr>
        </p:cxnSp>
        <p:cxnSp>
          <p:nvCxnSpPr>
            <p:cNvPr id="1238" name="Google Shape;1238;p124"/>
            <p:cNvCxnSpPr/>
            <p:nvPr/>
          </p:nvCxnSpPr>
          <p:spPr>
            <a:xfrm>
              <a:off x="363300" y="3974926"/>
              <a:ext cx="2073000" cy="0"/>
            </a:xfrm>
            <a:prstGeom prst="straightConnector1">
              <a:avLst/>
            </a:prstGeom>
            <a:noFill/>
            <a:ln cap="flat" cmpd="sng" w="9525">
              <a:solidFill>
                <a:schemeClr val="dk2"/>
              </a:solidFill>
              <a:prstDash val="solid"/>
              <a:round/>
              <a:headEnd len="sm" w="sm" type="none"/>
              <a:tailEnd len="sm" w="sm" type="none"/>
            </a:ln>
          </p:spPr>
        </p:cxnSp>
        <p:cxnSp>
          <p:nvCxnSpPr>
            <p:cNvPr id="1239" name="Google Shape;1239;p124"/>
            <p:cNvCxnSpPr/>
            <p:nvPr/>
          </p:nvCxnSpPr>
          <p:spPr>
            <a:xfrm>
              <a:off x="363300" y="4283872"/>
              <a:ext cx="2073000" cy="0"/>
            </a:xfrm>
            <a:prstGeom prst="straightConnector1">
              <a:avLst/>
            </a:prstGeom>
            <a:noFill/>
            <a:ln cap="flat" cmpd="sng" w="9525">
              <a:solidFill>
                <a:schemeClr val="dk2"/>
              </a:solidFill>
              <a:prstDash val="solid"/>
              <a:round/>
              <a:headEnd len="sm" w="sm" type="none"/>
              <a:tailEnd len="sm" w="sm" type="none"/>
            </a:ln>
          </p:spPr>
        </p:cxnSp>
        <p:cxnSp>
          <p:nvCxnSpPr>
            <p:cNvPr id="1240" name="Google Shape;1240;p124"/>
            <p:cNvCxnSpPr/>
            <p:nvPr/>
          </p:nvCxnSpPr>
          <p:spPr>
            <a:xfrm>
              <a:off x="363300" y="4592819"/>
              <a:ext cx="2073000" cy="0"/>
            </a:xfrm>
            <a:prstGeom prst="straightConnector1">
              <a:avLst/>
            </a:prstGeom>
            <a:noFill/>
            <a:ln cap="flat" cmpd="sng" w="9525">
              <a:solidFill>
                <a:schemeClr val="dk2"/>
              </a:solidFill>
              <a:prstDash val="solid"/>
              <a:round/>
              <a:headEnd len="sm" w="sm" type="none"/>
              <a:tailEnd len="sm" w="sm" type="none"/>
            </a:ln>
          </p:spPr>
        </p:cxnSp>
      </p:grpSp>
      <p:sp>
        <p:nvSpPr>
          <p:cNvPr id="1241" name="Google Shape;1241;p124"/>
          <p:cNvSpPr/>
          <p:nvPr/>
        </p:nvSpPr>
        <p:spPr>
          <a:xfrm>
            <a:off x="6145150" y="4607437"/>
            <a:ext cx="657600" cy="1644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RP</a:t>
            </a:r>
            <a:endParaRPr/>
          </a:p>
        </p:txBody>
      </p:sp>
      <p:pic>
        <p:nvPicPr>
          <p:cNvPr descr="Man smiling and standing in front of deep blue background" id="1242" name="Google Shape;1242;p124"/>
          <p:cNvPicPr preferRelativeResize="0"/>
          <p:nvPr>
            <p:ph idx="2" type="pic"/>
          </p:nvPr>
        </p:nvPicPr>
        <p:blipFill rotWithShape="1">
          <a:blip r:embed="rId3">
            <a:alphaModFix/>
          </a:blip>
          <a:srcRect b="43647" l="20191" r="40000" t="5424"/>
          <a:stretch/>
        </p:blipFill>
        <p:spPr>
          <a:xfrm>
            <a:off x="75" y="0"/>
            <a:ext cx="2853299" cy="2436599"/>
          </a:xfrm>
          <a:prstGeom prst="rect">
            <a:avLst/>
          </a:prstGeom>
          <a:noFill/>
          <a:ln>
            <a:noFill/>
          </a:ln>
        </p:spPr>
      </p:pic>
      <p:sp>
        <p:nvSpPr>
          <p:cNvPr id="1243" name="Google Shape;1243;p12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p>
            <a:pPr indent="0" lvl="0" marL="0" rtl="0" algn="r">
              <a:lnSpc>
                <a:spcPct val="100000"/>
              </a:lnSpc>
              <a:spcBef>
                <a:spcPts val="0"/>
              </a:spcBef>
              <a:spcAft>
                <a:spcPts val="0"/>
              </a:spcAft>
              <a:buSzPts val="700"/>
              <a:buNone/>
            </a:pPr>
            <a:r>
              <a:rPr lang="en" sz="700">
                <a:solidFill>
                  <a:schemeClr val="lt1"/>
                </a:solidFill>
                <a:latin typeface="DM Sans"/>
                <a:ea typeface="DM Sans"/>
                <a:cs typeface="DM Sans"/>
                <a:sym typeface="DM Sans"/>
              </a:rPr>
              <a:t>‹#›</a:t>
            </a:r>
            <a:endParaRPr/>
          </a:p>
        </p:txBody>
      </p:sp>
      <p:sp>
        <p:nvSpPr>
          <p:cNvPr id="1244" name="Google Shape;1244;p124"/>
          <p:cNvSpPr txBox="1"/>
          <p:nvPr>
            <p:ph idx="1" type="subTitle"/>
          </p:nvPr>
        </p:nvSpPr>
        <p:spPr>
          <a:xfrm>
            <a:off x="361975" y="2614325"/>
            <a:ext cx="2061600" cy="277200"/>
          </a:xfrm>
          <a:prstGeom prst="rect">
            <a:avLst/>
          </a:prstGeom>
          <a:noFill/>
          <a:ln>
            <a:noFill/>
          </a:ln>
        </p:spPr>
        <p:txBody>
          <a:bodyPr anchorCtr="0" anchor="t" bIns="0" lIns="0" spcFirstLastPara="1" rIns="0" wrap="square" tIns="0">
            <a:spAutoFit/>
          </a:bodyPr>
          <a:lstStyle/>
          <a:p>
            <a:pPr indent="-304800" lvl="0" marL="457200" rtl="0" algn="l">
              <a:lnSpc>
                <a:spcPct val="115000"/>
              </a:lnSpc>
              <a:spcBef>
                <a:spcPts val="0"/>
              </a:spcBef>
              <a:spcAft>
                <a:spcPts val="0"/>
              </a:spcAft>
              <a:buSzPts val="1800"/>
              <a:buNone/>
            </a:pPr>
            <a:r>
              <a:rPr lang="en" sz="1800"/>
              <a:t>Rina Patel</a:t>
            </a:r>
            <a:endParaRPr/>
          </a:p>
        </p:txBody>
      </p:sp>
      <p:sp>
        <p:nvSpPr>
          <p:cNvPr id="1245" name="Google Shape;1245;p124"/>
          <p:cNvSpPr txBox="1"/>
          <p:nvPr/>
        </p:nvSpPr>
        <p:spPr>
          <a:xfrm>
            <a:off x="3171103" y="2429718"/>
            <a:ext cx="2641800" cy="684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Rina owns launch readiness for new products and maintains the decks, talk tracks, and FAQ content used by sales teams.</a:t>
            </a:r>
            <a:endParaRPr/>
          </a:p>
        </p:txBody>
      </p:sp>
      <p:sp>
        <p:nvSpPr>
          <p:cNvPr id="1246" name="Google Shape;1246;p124"/>
          <p:cNvSpPr txBox="1"/>
          <p:nvPr/>
        </p:nvSpPr>
        <p:spPr>
          <a:xfrm>
            <a:off x="3171028" y="2163965"/>
            <a:ext cx="2641800" cy="193800"/>
          </a:xfrm>
          <a:prstGeom prst="rect">
            <a:avLst/>
          </a:prstGeom>
          <a:noFill/>
          <a:ln>
            <a:noFill/>
          </a:ln>
        </p:spPr>
        <p:txBody>
          <a:bodyPr anchorCtr="0" anchor="ctr" bIns="0" lIns="0" spcFirstLastPara="1" rIns="91425"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Bio</a:t>
            </a:r>
            <a:endParaRPr/>
          </a:p>
        </p:txBody>
      </p:sp>
      <p:sp>
        <p:nvSpPr>
          <p:cNvPr id="1247" name="Google Shape;1247;p124"/>
          <p:cNvSpPr txBox="1"/>
          <p:nvPr/>
        </p:nvSpPr>
        <p:spPr>
          <a:xfrm>
            <a:off x="6130628" y="2072910"/>
            <a:ext cx="2641800" cy="861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Answer rep questions faster</a:t>
            </a:r>
            <a:endParaRPr/>
          </a:p>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Reuse approved messaging</a:t>
            </a:r>
            <a:endParaRPr/>
          </a:p>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Reduce time spent in deck cleanup</a:t>
            </a:r>
            <a:endParaRPr/>
          </a:p>
        </p:txBody>
      </p:sp>
      <p:sp>
        <p:nvSpPr>
          <p:cNvPr id="1248" name="Google Shape;1248;p124"/>
          <p:cNvSpPr txBox="1"/>
          <p:nvPr/>
        </p:nvSpPr>
        <p:spPr>
          <a:xfrm>
            <a:off x="6130628" y="1807174"/>
            <a:ext cx="2641800" cy="215400"/>
          </a:xfrm>
          <a:prstGeom prst="rect">
            <a:avLst/>
          </a:prstGeom>
          <a:noFill/>
          <a:ln>
            <a:noFill/>
          </a:ln>
        </p:spPr>
        <p:txBody>
          <a:bodyPr anchorCtr="0" anchor="ctr" bIns="0" lIns="0" spcFirstLastPara="1" rIns="91425"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Goals</a:t>
            </a:r>
            <a:endParaRPr/>
          </a:p>
        </p:txBody>
      </p:sp>
      <p:sp>
        <p:nvSpPr>
          <p:cNvPr id="1249" name="Google Shape;1249;p124"/>
          <p:cNvSpPr txBox="1"/>
          <p:nvPr/>
        </p:nvSpPr>
        <p:spPr>
          <a:xfrm>
            <a:off x="6130628" y="3122049"/>
            <a:ext cx="2641800" cy="861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Too many deck versions</a:t>
            </a:r>
            <a:endParaRPr/>
          </a:p>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Metrics hidden in appendices</a:t>
            </a:r>
            <a:endParaRPr/>
          </a:p>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Questions arrive in bursts after launch</a:t>
            </a:r>
            <a:endParaRPr/>
          </a:p>
        </p:txBody>
      </p:sp>
      <p:sp>
        <p:nvSpPr>
          <p:cNvPr id="1250" name="Google Shape;1250;p124"/>
          <p:cNvSpPr txBox="1"/>
          <p:nvPr/>
        </p:nvSpPr>
        <p:spPr>
          <a:xfrm>
            <a:off x="6130628" y="2856313"/>
            <a:ext cx="2641800" cy="215400"/>
          </a:xfrm>
          <a:prstGeom prst="rect">
            <a:avLst/>
          </a:prstGeom>
          <a:noFill/>
          <a:ln>
            <a:noFill/>
          </a:ln>
        </p:spPr>
        <p:txBody>
          <a:bodyPr anchorCtr="0" anchor="ctr" bIns="0" lIns="0" spcFirstLastPara="1" rIns="91425"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Frustrations</a:t>
            </a:r>
            <a:endParaRPr/>
          </a:p>
        </p:txBody>
      </p:sp>
      <p:sp>
        <p:nvSpPr>
          <p:cNvPr id="1251" name="Google Shape;1251;p124"/>
          <p:cNvSpPr/>
          <p:nvPr/>
        </p:nvSpPr>
        <p:spPr>
          <a:xfrm>
            <a:off x="5862300" y="944925"/>
            <a:ext cx="1495200" cy="293100"/>
          </a:xfrm>
          <a:prstGeom prst="roundRect">
            <a:avLst>
              <a:gd fmla="val 0" name="adj"/>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Curious</a:t>
            </a:r>
            <a:endParaRPr/>
          </a:p>
        </p:txBody>
      </p:sp>
      <p:sp>
        <p:nvSpPr>
          <p:cNvPr id="1252" name="Google Shape;1252;p124"/>
          <p:cNvSpPr txBox="1"/>
          <p:nvPr/>
        </p:nvSpPr>
        <p:spPr>
          <a:xfrm>
            <a:off x="6130625" y="637615"/>
            <a:ext cx="2641800" cy="215400"/>
          </a:xfrm>
          <a:prstGeom prst="rect">
            <a:avLst/>
          </a:prstGeom>
          <a:noFill/>
          <a:ln>
            <a:noFill/>
          </a:ln>
        </p:spPr>
        <p:txBody>
          <a:bodyPr anchorCtr="0" anchor="ctr" bIns="0" lIns="0" spcFirstLastPara="1" rIns="91425"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Current emotions</a:t>
            </a:r>
            <a:endParaRPr/>
          </a:p>
        </p:txBody>
      </p:sp>
      <p:sp>
        <p:nvSpPr>
          <p:cNvPr id="1253" name="Google Shape;1253;p124"/>
          <p:cNvSpPr/>
          <p:nvPr/>
        </p:nvSpPr>
        <p:spPr>
          <a:xfrm>
            <a:off x="7477263" y="944925"/>
            <a:ext cx="1495200" cy="293100"/>
          </a:xfrm>
          <a:prstGeom prst="roundRect">
            <a:avLst>
              <a:gd fmla="val 0" name="adj"/>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Optimistic</a:t>
            </a:r>
            <a:endParaRPr/>
          </a:p>
        </p:txBody>
      </p:sp>
      <p:sp>
        <p:nvSpPr>
          <p:cNvPr id="1254" name="Google Shape;1254;p124"/>
          <p:cNvSpPr/>
          <p:nvPr/>
        </p:nvSpPr>
        <p:spPr>
          <a:xfrm>
            <a:off x="5862300" y="1339075"/>
            <a:ext cx="1495200" cy="293100"/>
          </a:xfrm>
          <a:prstGeom prst="roundRect">
            <a:avLst>
              <a:gd fmla="val 0" name="adj"/>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Pressed for time</a:t>
            </a:r>
            <a:endParaRPr/>
          </a:p>
        </p:txBody>
      </p:sp>
      <p:sp>
        <p:nvSpPr>
          <p:cNvPr id="1255" name="Google Shape;1255;p124"/>
          <p:cNvSpPr/>
          <p:nvPr/>
        </p:nvSpPr>
        <p:spPr>
          <a:xfrm>
            <a:off x="7488693" y="1339075"/>
            <a:ext cx="1495200" cy="293100"/>
          </a:xfrm>
          <a:prstGeom prst="roundRect">
            <a:avLst>
              <a:gd fmla="val 0" name="adj"/>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Focused</a:t>
            </a:r>
            <a:endParaRPr/>
          </a:p>
        </p:txBody>
      </p:sp>
      <p:sp>
        <p:nvSpPr>
          <p:cNvPr id="1256" name="Google Shape;1256;p124"/>
          <p:cNvSpPr txBox="1"/>
          <p:nvPr/>
        </p:nvSpPr>
        <p:spPr>
          <a:xfrm>
            <a:off x="3171103" y="3330915"/>
            <a:ext cx="2641800" cy="193800"/>
          </a:xfrm>
          <a:prstGeom prst="rect">
            <a:avLst/>
          </a:prstGeom>
          <a:noFill/>
          <a:ln>
            <a:noFill/>
          </a:ln>
        </p:spPr>
        <p:txBody>
          <a:bodyPr anchorCtr="0" anchor="ctr" bIns="0" lIns="0" spcFirstLastPara="1" rIns="91425"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Personality</a:t>
            </a:r>
            <a:endParaRPr/>
          </a:p>
        </p:txBody>
      </p:sp>
      <p:sp>
        <p:nvSpPr>
          <p:cNvPr id="1257" name="Google Shape;1257;p124"/>
          <p:cNvSpPr txBox="1"/>
          <p:nvPr/>
        </p:nvSpPr>
        <p:spPr>
          <a:xfrm>
            <a:off x="3171103" y="3620076"/>
            <a:ext cx="1198200" cy="12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Facilitator</a:t>
            </a:r>
            <a:endParaRPr/>
          </a:p>
        </p:txBody>
      </p:sp>
      <p:sp>
        <p:nvSpPr>
          <p:cNvPr descr="A series of charts visualizing the user persona's personality, collaborative nature, and more. " id="1258" name="Google Shape;1258;p124"/>
          <p:cNvSpPr/>
          <p:nvPr/>
        </p:nvSpPr>
        <p:spPr>
          <a:xfrm>
            <a:off x="3171028" y="3853850"/>
            <a:ext cx="2641800" cy="28500"/>
          </a:xfrm>
          <a:prstGeom prst="roundRect">
            <a:avLst>
              <a:gd fmla="val 0"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t/>
            </a:r>
            <a:endParaRPr b="1" i="0" sz="700" u="none" cap="none" strike="noStrike">
              <a:solidFill>
                <a:srgbClr val="FFFFFF"/>
              </a:solidFill>
              <a:latin typeface="DM Sans"/>
              <a:ea typeface="DM Sans"/>
              <a:cs typeface="DM Sans"/>
              <a:sym typeface="DM Sans"/>
            </a:endParaRPr>
          </a:p>
        </p:txBody>
      </p:sp>
      <p:sp>
        <p:nvSpPr>
          <p:cNvPr id="1259" name="Google Shape;1259;p124"/>
          <p:cNvSpPr txBox="1"/>
          <p:nvPr/>
        </p:nvSpPr>
        <p:spPr>
          <a:xfrm>
            <a:off x="4614628" y="3620076"/>
            <a:ext cx="1198200" cy="12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Structured</a:t>
            </a:r>
            <a:endParaRPr/>
          </a:p>
        </p:txBody>
      </p:sp>
      <p:sp>
        <p:nvSpPr>
          <p:cNvPr id="1260" name="Google Shape;1260;p124"/>
          <p:cNvSpPr/>
          <p:nvPr/>
        </p:nvSpPr>
        <p:spPr>
          <a:xfrm rot="2707147">
            <a:off x="3437935" y="3821673"/>
            <a:ext cx="102036" cy="102036"/>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1" name="Google Shape;1261;p124"/>
          <p:cNvSpPr txBox="1"/>
          <p:nvPr/>
        </p:nvSpPr>
        <p:spPr>
          <a:xfrm>
            <a:off x="3171103" y="4068976"/>
            <a:ext cx="1198200" cy="12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Practical</a:t>
            </a:r>
            <a:endParaRPr/>
          </a:p>
        </p:txBody>
      </p:sp>
      <p:sp>
        <p:nvSpPr>
          <p:cNvPr id="1262" name="Google Shape;1262;p124"/>
          <p:cNvSpPr/>
          <p:nvPr/>
        </p:nvSpPr>
        <p:spPr>
          <a:xfrm>
            <a:off x="3171028" y="4302750"/>
            <a:ext cx="2641800" cy="28500"/>
          </a:xfrm>
          <a:prstGeom prst="roundRect">
            <a:avLst>
              <a:gd fmla="val 0"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t/>
            </a:r>
            <a:endParaRPr b="1" i="0" sz="700" u="none" cap="none" strike="noStrike">
              <a:solidFill>
                <a:srgbClr val="FFFFFF"/>
              </a:solidFill>
              <a:latin typeface="DM Sans"/>
              <a:ea typeface="DM Sans"/>
              <a:cs typeface="DM Sans"/>
              <a:sym typeface="DM Sans"/>
            </a:endParaRPr>
          </a:p>
        </p:txBody>
      </p:sp>
      <p:sp>
        <p:nvSpPr>
          <p:cNvPr id="1263" name="Google Shape;1263;p124"/>
          <p:cNvSpPr txBox="1"/>
          <p:nvPr/>
        </p:nvSpPr>
        <p:spPr>
          <a:xfrm>
            <a:off x="4614628" y="4068976"/>
            <a:ext cx="1198200" cy="12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Planner</a:t>
            </a:r>
            <a:endParaRPr/>
          </a:p>
        </p:txBody>
      </p:sp>
      <p:sp>
        <p:nvSpPr>
          <p:cNvPr id="1264" name="Google Shape;1264;p124"/>
          <p:cNvSpPr/>
          <p:nvPr/>
        </p:nvSpPr>
        <p:spPr>
          <a:xfrm rot="2707147">
            <a:off x="4456060" y="4270573"/>
            <a:ext cx="102036" cy="102036"/>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5" name="Google Shape;1265;p124"/>
          <p:cNvSpPr txBox="1"/>
          <p:nvPr/>
        </p:nvSpPr>
        <p:spPr>
          <a:xfrm>
            <a:off x="3171103" y="1014425"/>
            <a:ext cx="2641800" cy="985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“If the assistant can quote the right slide, I can spend my time coaching reps instead of hunting for files.”</a:t>
            </a:r>
            <a:endParaRPr/>
          </a:p>
        </p:txBody>
      </p:sp>
      <p:sp>
        <p:nvSpPr>
          <p:cNvPr id="1266" name="Google Shape;1266;p124"/>
          <p:cNvSpPr txBox="1"/>
          <p:nvPr/>
        </p:nvSpPr>
        <p:spPr>
          <a:xfrm>
            <a:off x="3171103" y="4517876"/>
            <a:ext cx="1198200" cy="12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Team-first</a:t>
            </a:r>
            <a:endParaRPr/>
          </a:p>
        </p:txBody>
      </p:sp>
      <p:sp>
        <p:nvSpPr>
          <p:cNvPr id="1267" name="Google Shape;1267;p124"/>
          <p:cNvSpPr/>
          <p:nvPr/>
        </p:nvSpPr>
        <p:spPr>
          <a:xfrm>
            <a:off x="3171028" y="4751650"/>
            <a:ext cx="2641800" cy="28500"/>
          </a:xfrm>
          <a:prstGeom prst="roundRect">
            <a:avLst>
              <a:gd fmla="val 0"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t/>
            </a:r>
            <a:endParaRPr b="1" i="0" sz="700" u="none" cap="none" strike="noStrike">
              <a:solidFill>
                <a:srgbClr val="FFFFFF"/>
              </a:solidFill>
              <a:latin typeface="DM Sans"/>
              <a:ea typeface="DM Sans"/>
              <a:cs typeface="DM Sans"/>
              <a:sym typeface="DM Sans"/>
            </a:endParaRPr>
          </a:p>
        </p:txBody>
      </p:sp>
      <p:sp>
        <p:nvSpPr>
          <p:cNvPr id="1268" name="Google Shape;1268;p124"/>
          <p:cNvSpPr txBox="1"/>
          <p:nvPr/>
        </p:nvSpPr>
        <p:spPr>
          <a:xfrm>
            <a:off x="4614628" y="4517876"/>
            <a:ext cx="1198200" cy="12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Independent when needed</a:t>
            </a:r>
            <a:endParaRPr/>
          </a:p>
        </p:txBody>
      </p:sp>
      <p:sp>
        <p:nvSpPr>
          <p:cNvPr id="1269" name="Google Shape;1269;p124"/>
          <p:cNvSpPr/>
          <p:nvPr/>
        </p:nvSpPr>
        <p:spPr>
          <a:xfrm rot="2707147">
            <a:off x="4045010" y="4719473"/>
            <a:ext cx="102036" cy="102036"/>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0" name="Google Shape;1270;p124"/>
          <p:cNvSpPr txBox="1"/>
          <p:nvPr/>
        </p:nvSpPr>
        <p:spPr>
          <a:xfrm>
            <a:off x="6130625" y="3983949"/>
            <a:ext cx="2641800" cy="215400"/>
          </a:xfrm>
          <a:prstGeom prst="rect">
            <a:avLst/>
          </a:prstGeom>
          <a:noFill/>
          <a:ln>
            <a:noFill/>
          </a:ln>
        </p:spPr>
        <p:txBody>
          <a:bodyPr anchorCtr="0" anchor="ctr" bIns="0" lIns="0" spcFirstLastPara="1" rIns="91425"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Favorite brands</a:t>
            </a:r>
            <a:endParaRPr/>
          </a:p>
        </p:txBody>
      </p:sp>
      <p:sp>
        <p:nvSpPr>
          <p:cNvPr id="1271" name="Google Shape;1271;p124"/>
          <p:cNvSpPr/>
          <p:nvPr/>
        </p:nvSpPr>
        <p:spPr>
          <a:xfrm>
            <a:off x="8128724" y="4607422"/>
            <a:ext cx="880500" cy="193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Notion</a:t>
            </a:r>
            <a:endParaRPr/>
          </a:p>
        </p:txBody>
      </p:sp>
      <p:sp>
        <p:nvSpPr>
          <p:cNvPr id="1272" name="Google Shape;1272;p124"/>
          <p:cNvSpPr/>
          <p:nvPr/>
        </p:nvSpPr>
        <p:spPr>
          <a:xfrm>
            <a:off x="7136941" y="4607437"/>
            <a:ext cx="657600" cy="1644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Slack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5" name="Shape 1275"/>
        <p:cNvGrpSpPr/>
        <p:nvPr/>
      </p:nvGrpSpPr>
      <p:grpSpPr>
        <a:xfrm>
          <a:off x="0" y="0"/>
          <a:ext cx="0" cy="0"/>
          <a:chOff x="0" y="0"/>
          <a:chExt cx="0" cy="0"/>
        </a:xfrm>
      </p:grpSpPr>
      <p:sp>
        <p:nvSpPr>
          <p:cNvPr id="1276" name="Google Shape;1276;p125"/>
          <p:cNvSpPr/>
          <p:nvPr/>
        </p:nvSpPr>
        <p:spPr>
          <a:xfrm>
            <a:off x="0" y="0"/>
            <a:ext cx="9144000" cy="5143500"/>
          </a:xfrm>
          <a:prstGeom prst="rect">
            <a:avLst/>
          </a:prstGeom>
          <a:solidFill>
            <a:srgbClr val="F9F9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7" name="Google Shape;1277;p125"/>
          <p:cNvSpPr/>
          <p:nvPr/>
        </p:nvSpPr>
        <p:spPr>
          <a:xfrm>
            <a:off x="0" y="0"/>
            <a:ext cx="3048000" cy="5143500"/>
          </a:xfrm>
          <a:prstGeom prst="rect">
            <a:avLst/>
          </a:prstGeom>
          <a:solidFill>
            <a:srgbClr val="A6DAE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278" name="Google Shape;1278;p125"/>
          <p:cNvPicPr preferRelativeResize="0"/>
          <p:nvPr/>
        </p:nvPicPr>
        <p:blipFill rotWithShape="1">
          <a:blip r:embed="rId3">
            <a:alphaModFix/>
          </a:blip>
          <a:srcRect b="0" l="0" r="0" t="0"/>
          <a:stretch/>
        </p:blipFill>
        <p:spPr>
          <a:xfrm>
            <a:off x="0" y="0"/>
            <a:ext cx="3048000" cy="2667000"/>
          </a:xfrm>
          <a:prstGeom prst="rect">
            <a:avLst/>
          </a:prstGeom>
          <a:noFill/>
          <a:ln>
            <a:noFill/>
          </a:ln>
        </p:spPr>
      </p:pic>
      <p:sp>
        <p:nvSpPr>
          <p:cNvPr id="1279" name="Google Shape;1279;p125"/>
          <p:cNvSpPr txBox="1"/>
          <p:nvPr/>
        </p:nvSpPr>
        <p:spPr>
          <a:xfrm>
            <a:off x="285750" y="2857500"/>
            <a:ext cx="2476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400">
                <a:solidFill>
                  <a:srgbClr val="183C40"/>
                </a:solidFill>
                <a:latin typeface="DM Sans"/>
                <a:ea typeface="DM Sans"/>
                <a:cs typeface="DM Sans"/>
                <a:sym typeface="DM Sans"/>
              </a:rPr>
              <a:t>Rina Patel</a:t>
            </a:r>
            <a:endParaRPr b="1" sz="2400">
              <a:solidFill>
                <a:srgbClr val="183C40"/>
              </a:solidFill>
              <a:latin typeface="DM Sans"/>
              <a:ea typeface="DM Sans"/>
              <a:cs typeface="DM Sans"/>
              <a:sym typeface="DM Sans"/>
            </a:endParaRPr>
          </a:p>
        </p:txBody>
      </p:sp>
      <p:sp>
        <p:nvSpPr>
          <p:cNvPr id="1280" name="Google Shape;1280;p125"/>
          <p:cNvSpPr txBox="1"/>
          <p:nvPr/>
        </p:nvSpPr>
        <p:spPr>
          <a:xfrm>
            <a:off x="285750" y="3238500"/>
            <a:ext cx="2476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426345"/>
                </a:solidFill>
                <a:latin typeface="DM Sans"/>
                <a:ea typeface="DM Sans"/>
                <a:cs typeface="DM Sans"/>
                <a:sym typeface="DM Sans"/>
              </a:rPr>
              <a:t>SALES ENABLEMENT MANAGER • LONDON</a:t>
            </a:r>
            <a:endParaRPr b="1" sz="900">
              <a:solidFill>
                <a:srgbClr val="426345"/>
              </a:solidFill>
              <a:latin typeface="DM Sans"/>
              <a:ea typeface="DM Sans"/>
              <a:cs typeface="DM Sans"/>
              <a:sym typeface="DM Sans"/>
            </a:endParaRPr>
          </a:p>
        </p:txBody>
      </p:sp>
      <p:grpSp>
        <p:nvGrpSpPr>
          <p:cNvPr id="1281" name="Google Shape;1281;p125"/>
          <p:cNvGrpSpPr/>
          <p:nvPr/>
        </p:nvGrpSpPr>
        <p:grpSpPr>
          <a:xfrm>
            <a:off x="285750" y="3619500"/>
            <a:ext cx="2476650" cy="381000"/>
            <a:chOff x="0" y="0"/>
            <a:chExt cx="2476650" cy="381000"/>
          </a:xfrm>
        </p:grpSpPr>
        <p:sp>
          <p:nvSpPr>
            <p:cNvPr id="1282" name="Google Shape;1282;p125"/>
            <p:cNvSpPr txBox="1"/>
            <p:nvPr/>
          </p:nvSpPr>
          <p:spPr>
            <a:xfrm>
              <a:off x="0" y="0"/>
              <a:ext cx="1143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25">
                  <a:solidFill>
                    <a:srgbClr val="183C40"/>
                  </a:solidFill>
                  <a:latin typeface="DM Sans"/>
                  <a:ea typeface="DM Sans"/>
                  <a:cs typeface="DM Sans"/>
                  <a:sym typeface="DM Sans"/>
                </a:rPr>
                <a:t>Age:</a:t>
              </a:r>
              <a:r>
                <a:rPr lang="en" sz="925">
                  <a:solidFill>
                    <a:srgbClr val="183C40"/>
                  </a:solidFill>
                  <a:latin typeface="DM Sans"/>
                  <a:ea typeface="DM Sans"/>
                  <a:cs typeface="DM Sans"/>
                  <a:sym typeface="DM Sans"/>
                </a:rPr>
                <a:t> 34</a:t>
              </a:r>
              <a:endParaRPr sz="925">
                <a:solidFill>
                  <a:srgbClr val="183C40"/>
                </a:solidFill>
                <a:latin typeface="DM Sans"/>
                <a:ea typeface="DM Sans"/>
                <a:cs typeface="DM Sans"/>
                <a:sym typeface="DM Sans"/>
              </a:endParaRPr>
            </a:p>
            <a:p>
              <a:pPr indent="0" lvl="0" marL="0" rtl="0" algn="l">
                <a:spcBef>
                  <a:spcPts val="0"/>
                </a:spcBef>
                <a:spcAft>
                  <a:spcPts val="0"/>
                </a:spcAft>
                <a:buNone/>
              </a:pPr>
              <a:r>
                <a:rPr b="1" lang="en" sz="925">
                  <a:solidFill>
                    <a:srgbClr val="183C40"/>
                  </a:solidFill>
                  <a:latin typeface="DM Sans"/>
                  <a:ea typeface="DM Sans"/>
                  <a:cs typeface="DM Sans"/>
                  <a:sym typeface="DM Sans"/>
                </a:rPr>
                <a:t>Status:</a:t>
              </a:r>
              <a:r>
                <a:rPr lang="en" sz="925">
                  <a:solidFill>
                    <a:srgbClr val="183C40"/>
                  </a:solidFill>
                  <a:latin typeface="DM Sans"/>
                  <a:ea typeface="DM Sans"/>
                  <a:cs typeface="DM Sans"/>
                  <a:sym typeface="DM Sans"/>
                </a:rPr>
                <a:t> Married</a:t>
              </a:r>
              <a:endParaRPr sz="925">
                <a:solidFill>
                  <a:srgbClr val="183C40"/>
                </a:solidFill>
                <a:latin typeface="DM Sans"/>
                <a:ea typeface="DM Sans"/>
                <a:cs typeface="DM Sans"/>
                <a:sym typeface="DM Sans"/>
              </a:endParaRPr>
            </a:p>
          </p:txBody>
        </p:sp>
        <p:sp>
          <p:nvSpPr>
            <p:cNvPr id="1283" name="Google Shape;1283;p125"/>
            <p:cNvSpPr txBox="1"/>
            <p:nvPr/>
          </p:nvSpPr>
          <p:spPr>
            <a:xfrm>
              <a:off x="1238250" y="0"/>
              <a:ext cx="12384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25">
                  <a:solidFill>
                    <a:srgbClr val="183C40"/>
                  </a:solidFill>
                  <a:latin typeface="DM Sans"/>
                  <a:ea typeface="DM Sans"/>
                  <a:cs typeface="DM Sans"/>
                  <a:sym typeface="DM Sans"/>
                </a:rPr>
                <a:t>Education:</a:t>
              </a:r>
              <a:r>
                <a:rPr lang="en" sz="925">
                  <a:solidFill>
                    <a:srgbClr val="183C40"/>
                  </a:solidFill>
                  <a:latin typeface="DM Sans"/>
                  <a:ea typeface="DM Sans"/>
                  <a:cs typeface="DM Sans"/>
                  <a:sym typeface="DM Sans"/>
                </a:rPr>
                <a:t> MBA</a:t>
              </a:r>
              <a:endParaRPr sz="925">
                <a:solidFill>
                  <a:srgbClr val="183C40"/>
                </a:solidFill>
                <a:latin typeface="DM Sans"/>
                <a:ea typeface="DM Sans"/>
                <a:cs typeface="DM Sans"/>
                <a:sym typeface="DM Sans"/>
              </a:endParaRPr>
            </a:p>
            <a:p>
              <a:pPr indent="0" lvl="0" marL="0" rtl="0" algn="l">
                <a:spcBef>
                  <a:spcPts val="0"/>
                </a:spcBef>
                <a:spcAft>
                  <a:spcPts val="0"/>
                </a:spcAft>
                <a:buNone/>
              </a:pPr>
              <a:r>
                <a:rPr b="1" lang="en" sz="925">
                  <a:solidFill>
                    <a:srgbClr val="183C40"/>
                  </a:solidFill>
                  <a:latin typeface="DM Sans"/>
                  <a:ea typeface="DM Sans"/>
                  <a:cs typeface="DM Sans"/>
                  <a:sym typeface="DM Sans"/>
                </a:rPr>
                <a:t>Archetype:</a:t>
              </a:r>
              <a:r>
                <a:rPr lang="en" sz="925">
                  <a:solidFill>
                    <a:srgbClr val="183C40"/>
                  </a:solidFill>
                  <a:latin typeface="DM Sans"/>
                  <a:ea typeface="DM Sans"/>
                  <a:cs typeface="DM Sans"/>
                  <a:sym typeface="DM Sans"/>
                </a:rPr>
                <a:t> Organizer</a:t>
              </a:r>
              <a:endParaRPr sz="925">
                <a:solidFill>
                  <a:srgbClr val="183C40"/>
                </a:solidFill>
                <a:latin typeface="DM Sans"/>
                <a:ea typeface="DM Sans"/>
                <a:cs typeface="DM Sans"/>
                <a:sym typeface="DM Sans"/>
              </a:endParaRPr>
            </a:p>
          </p:txBody>
        </p:sp>
      </p:grpSp>
      <p:sp>
        <p:nvSpPr>
          <p:cNvPr id="1284" name="Google Shape;1284;p125"/>
          <p:cNvSpPr/>
          <p:nvPr/>
        </p:nvSpPr>
        <p:spPr>
          <a:xfrm>
            <a:off x="3429000" y="381000"/>
            <a:ext cx="5334000" cy="952500"/>
          </a:xfrm>
          <a:prstGeom prst="roundRect">
            <a:avLst>
              <a:gd fmla="val 8000" name="adj"/>
            </a:avLst>
          </a:prstGeom>
          <a:solidFill>
            <a:srgbClr val="E8F4F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5" name="Google Shape;1285;p125"/>
          <p:cNvSpPr txBox="1"/>
          <p:nvPr/>
        </p:nvSpPr>
        <p:spPr>
          <a:xfrm>
            <a:off x="3619500" y="523875"/>
            <a:ext cx="49530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 sz="1850">
                <a:solidFill>
                  <a:srgbClr val="183C40"/>
                </a:solidFill>
                <a:latin typeface="Newsreader"/>
                <a:ea typeface="Newsreader"/>
                <a:cs typeface="Newsreader"/>
                <a:sym typeface="Newsreader"/>
              </a:rPr>
              <a:t>“If the assistant can quote the right slide, I can spend my time coaching reps instead of hunting for files.”</a:t>
            </a:r>
            <a:endParaRPr i="1" sz="1850">
              <a:solidFill>
                <a:srgbClr val="183C40"/>
              </a:solidFill>
              <a:latin typeface="Newsreader"/>
              <a:ea typeface="Newsreader"/>
              <a:cs typeface="Newsreader"/>
              <a:sym typeface="Newsreader"/>
            </a:endParaRPr>
          </a:p>
        </p:txBody>
      </p:sp>
      <p:sp>
        <p:nvSpPr>
          <p:cNvPr id="1286" name="Google Shape;1286;p125"/>
          <p:cNvSpPr txBox="1"/>
          <p:nvPr/>
        </p:nvSpPr>
        <p:spPr>
          <a:xfrm>
            <a:off x="3429000" y="1524000"/>
            <a:ext cx="24765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426345"/>
                </a:solidFill>
                <a:latin typeface="DM Sans"/>
                <a:ea typeface="DM Sans"/>
                <a:cs typeface="DM Sans"/>
                <a:sym typeface="DM Sans"/>
              </a:rPr>
              <a:t>PROFESSIONAL BIO</a:t>
            </a:r>
            <a:endParaRPr b="1" sz="900">
              <a:solidFill>
                <a:srgbClr val="426345"/>
              </a:solidFill>
              <a:latin typeface="DM Sans"/>
              <a:ea typeface="DM Sans"/>
              <a:cs typeface="DM Sans"/>
              <a:sym typeface="DM Sans"/>
            </a:endParaRPr>
          </a:p>
        </p:txBody>
      </p:sp>
      <p:sp>
        <p:nvSpPr>
          <p:cNvPr id="1287" name="Google Shape;1287;p125"/>
          <p:cNvSpPr txBox="1"/>
          <p:nvPr/>
        </p:nvSpPr>
        <p:spPr>
          <a:xfrm>
            <a:off x="3429000" y="1762125"/>
            <a:ext cx="24765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925">
                <a:solidFill>
                  <a:srgbClr val="183C40"/>
                </a:solidFill>
                <a:latin typeface="DM Sans"/>
                <a:ea typeface="DM Sans"/>
                <a:cs typeface="DM Sans"/>
                <a:sym typeface="DM Sans"/>
              </a:rPr>
              <a:t>Rina owns launch readiness for new products, maintaining critical sales decks, talk tracks, and FAQ content for regional teams.</a:t>
            </a:r>
            <a:endParaRPr sz="925">
              <a:solidFill>
                <a:srgbClr val="183C40"/>
              </a:solidFill>
              <a:latin typeface="DM Sans"/>
              <a:ea typeface="DM Sans"/>
              <a:cs typeface="DM Sans"/>
              <a:sym typeface="DM Sans"/>
            </a:endParaRPr>
          </a:p>
        </p:txBody>
      </p:sp>
      <p:sp>
        <p:nvSpPr>
          <p:cNvPr id="1288" name="Google Shape;1288;p125"/>
          <p:cNvSpPr txBox="1"/>
          <p:nvPr/>
        </p:nvSpPr>
        <p:spPr>
          <a:xfrm>
            <a:off x="3429000" y="2667000"/>
            <a:ext cx="24765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426345"/>
                </a:solidFill>
                <a:latin typeface="DM Sans"/>
                <a:ea typeface="DM Sans"/>
                <a:cs typeface="DM Sans"/>
                <a:sym typeface="DM Sans"/>
              </a:rPr>
              <a:t>PERSONALITY TRAITS</a:t>
            </a:r>
            <a:endParaRPr b="1" sz="900">
              <a:solidFill>
                <a:srgbClr val="426345"/>
              </a:solidFill>
              <a:latin typeface="DM Sans"/>
              <a:ea typeface="DM Sans"/>
              <a:cs typeface="DM Sans"/>
              <a:sym typeface="DM Sans"/>
            </a:endParaRPr>
          </a:p>
        </p:txBody>
      </p:sp>
      <p:grpSp>
        <p:nvGrpSpPr>
          <p:cNvPr id="1289" name="Google Shape;1289;p125"/>
          <p:cNvGrpSpPr/>
          <p:nvPr/>
        </p:nvGrpSpPr>
        <p:grpSpPr>
          <a:xfrm>
            <a:off x="3429000" y="2952750"/>
            <a:ext cx="2428875" cy="476250"/>
            <a:chOff x="0" y="0"/>
            <a:chExt cx="2428875" cy="476250"/>
          </a:xfrm>
        </p:grpSpPr>
        <p:sp>
          <p:nvSpPr>
            <p:cNvPr id="1290" name="Google Shape;1290;p125"/>
            <p:cNvSpPr txBox="1"/>
            <p:nvPr/>
          </p:nvSpPr>
          <p:spPr>
            <a:xfrm>
              <a:off x="0" y="0"/>
              <a:ext cx="762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925">
                  <a:solidFill>
                    <a:srgbClr val="183C40"/>
                  </a:solidFill>
                  <a:latin typeface="DM Sans"/>
                  <a:ea typeface="DM Sans"/>
                  <a:cs typeface="DM Sans"/>
                  <a:sym typeface="DM Sans"/>
                </a:rPr>
                <a:t>Facilitator</a:t>
              </a:r>
              <a:endParaRPr sz="925">
                <a:solidFill>
                  <a:srgbClr val="183C40"/>
                </a:solidFill>
                <a:latin typeface="DM Sans"/>
                <a:ea typeface="DM Sans"/>
                <a:cs typeface="DM Sans"/>
                <a:sym typeface="DM Sans"/>
              </a:endParaRPr>
            </a:p>
          </p:txBody>
        </p:sp>
        <p:pic>
          <p:nvPicPr>
            <p:cNvPr id="1291" name="Google Shape;1291;p125"/>
            <p:cNvPicPr preferRelativeResize="0"/>
            <p:nvPr/>
          </p:nvPicPr>
          <p:blipFill rotWithShape="1">
            <a:blip r:embed="rId4">
              <a:alphaModFix/>
            </a:blip>
            <a:srcRect b="0" l="0" r="0" t="0"/>
            <a:stretch/>
          </p:blipFill>
          <p:spPr>
            <a:xfrm>
              <a:off x="809625" y="85725"/>
              <a:ext cx="762000" cy="19200"/>
            </a:xfrm>
            <a:prstGeom prst="rect">
              <a:avLst/>
            </a:prstGeom>
            <a:noFill/>
            <a:ln>
              <a:noFill/>
            </a:ln>
          </p:spPr>
        </p:pic>
        <p:sp>
          <p:nvSpPr>
            <p:cNvPr id="1292" name="Google Shape;1292;p125"/>
            <p:cNvSpPr/>
            <p:nvPr/>
          </p:nvSpPr>
          <p:spPr>
            <a:xfrm>
              <a:off x="857250" y="47625"/>
              <a:ext cx="95400" cy="95400"/>
            </a:xfrm>
            <a:prstGeom prst="ellipse">
              <a:avLst/>
            </a:prstGeom>
            <a:solidFill>
              <a:srgbClr val="20494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3" name="Google Shape;1293;p125"/>
            <p:cNvSpPr txBox="1"/>
            <p:nvPr/>
          </p:nvSpPr>
          <p:spPr>
            <a:xfrm>
              <a:off x="1666875" y="0"/>
              <a:ext cx="762000" cy="1905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925">
                  <a:solidFill>
                    <a:srgbClr val="183C40"/>
                  </a:solidFill>
                  <a:latin typeface="DM Sans"/>
                  <a:ea typeface="DM Sans"/>
                  <a:cs typeface="DM Sans"/>
                  <a:sym typeface="DM Sans"/>
                </a:rPr>
                <a:t>Structured</a:t>
              </a:r>
              <a:endParaRPr sz="925">
                <a:solidFill>
                  <a:srgbClr val="183C40"/>
                </a:solidFill>
                <a:latin typeface="DM Sans"/>
                <a:ea typeface="DM Sans"/>
                <a:cs typeface="DM Sans"/>
                <a:sym typeface="DM Sans"/>
              </a:endParaRPr>
            </a:p>
          </p:txBody>
        </p:sp>
        <p:grpSp>
          <p:nvGrpSpPr>
            <p:cNvPr id="1294" name="Google Shape;1294;p125"/>
            <p:cNvGrpSpPr/>
            <p:nvPr/>
          </p:nvGrpSpPr>
          <p:grpSpPr>
            <a:xfrm>
              <a:off x="0" y="285750"/>
              <a:ext cx="2428875" cy="190500"/>
              <a:chOff x="0" y="0"/>
              <a:chExt cx="2428875" cy="190500"/>
            </a:xfrm>
          </p:grpSpPr>
          <p:sp>
            <p:nvSpPr>
              <p:cNvPr id="1295" name="Google Shape;1295;p125"/>
              <p:cNvSpPr txBox="1"/>
              <p:nvPr/>
            </p:nvSpPr>
            <p:spPr>
              <a:xfrm>
                <a:off x="0" y="0"/>
                <a:ext cx="762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925">
                    <a:solidFill>
                      <a:srgbClr val="183C40"/>
                    </a:solidFill>
                    <a:latin typeface="DM Sans"/>
                    <a:ea typeface="DM Sans"/>
                    <a:cs typeface="DM Sans"/>
                    <a:sym typeface="DM Sans"/>
                  </a:rPr>
                  <a:t>Practical</a:t>
                </a:r>
                <a:endParaRPr sz="925">
                  <a:solidFill>
                    <a:srgbClr val="183C40"/>
                  </a:solidFill>
                  <a:latin typeface="DM Sans"/>
                  <a:ea typeface="DM Sans"/>
                  <a:cs typeface="DM Sans"/>
                  <a:sym typeface="DM Sans"/>
                </a:endParaRPr>
              </a:p>
            </p:txBody>
          </p:sp>
          <p:pic>
            <p:nvPicPr>
              <p:cNvPr id="1296" name="Google Shape;1296;p125"/>
              <p:cNvPicPr preferRelativeResize="0"/>
              <p:nvPr/>
            </p:nvPicPr>
            <p:blipFill rotWithShape="1">
              <a:blip r:embed="rId4">
                <a:alphaModFix/>
              </a:blip>
              <a:srcRect b="0" l="0" r="0" t="0"/>
              <a:stretch/>
            </p:blipFill>
            <p:spPr>
              <a:xfrm>
                <a:off x="809625" y="85725"/>
                <a:ext cx="762000" cy="19200"/>
              </a:xfrm>
              <a:prstGeom prst="rect">
                <a:avLst/>
              </a:prstGeom>
              <a:noFill/>
              <a:ln>
                <a:noFill/>
              </a:ln>
            </p:spPr>
          </p:pic>
          <p:sp>
            <p:nvSpPr>
              <p:cNvPr id="1297" name="Google Shape;1297;p125"/>
              <p:cNvSpPr/>
              <p:nvPr/>
            </p:nvSpPr>
            <p:spPr>
              <a:xfrm>
                <a:off x="1428750" y="47625"/>
                <a:ext cx="95400" cy="95400"/>
              </a:xfrm>
              <a:prstGeom prst="ellipse">
                <a:avLst/>
              </a:prstGeom>
              <a:solidFill>
                <a:srgbClr val="20494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8" name="Google Shape;1298;p125"/>
              <p:cNvSpPr txBox="1"/>
              <p:nvPr/>
            </p:nvSpPr>
            <p:spPr>
              <a:xfrm>
                <a:off x="1666875" y="0"/>
                <a:ext cx="762000" cy="1905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925">
                    <a:solidFill>
                      <a:srgbClr val="183C40"/>
                    </a:solidFill>
                    <a:latin typeface="DM Sans"/>
                    <a:ea typeface="DM Sans"/>
                    <a:cs typeface="DM Sans"/>
                    <a:sym typeface="DM Sans"/>
                  </a:rPr>
                  <a:t>Planner</a:t>
                </a:r>
                <a:endParaRPr sz="925">
                  <a:solidFill>
                    <a:srgbClr val="183C40"/>
                  </a:solidFill>
                  <a:latin typeface="DM Sans"/>
                  <a:ea typeface="DM Sans"/>
                  <a:cs typeface="DM Sans"/>
                  <a:sym typeface="DM Sans"/>
                </a:endParaRPr>
              </a:p>
            </p:txBody>
          </p:sp>
        </p:grpSp>
      </p:grpSp>
      <p:grpSp>
        <p:nvGrpSpPr>
          <p:cNvPr id="1299" name="Google Shape;1299;p125"/>
          <p:cNvGrpSpPr/>
          <p:nvPr/>
        </p:nvGrpSpPr>
        <p:grpSpPr>
          <a:xfrm>
            <a:off x="6286500" y="1524000"/>
            <a:ext cx="2476500" cy="1428900"/>
            <a:chOff x="0" y="0"/>
            <a:chExt cx="2476500" cy="1428900"/>
          </a:xfrm>
        </p:grpSpPr>
        <p:sp>
          <p:nvSpPr>
            <p:cNvPr id="1300" name="Google Shape;1300;p125"/>
            <p:cNvSpPr/>
            <p:nvPr/>
          </p:nvSpPr>
          <p:spPr>
            <a:xfrm>
              <a:off x="0" y="0"/>
              <a:ext cx="2476500" cy="1428900"/>
            </a:xfrm>
            <a:prstGeom prst="roundRect">
              <a:avLst>
                <a:gd fmla="val 2666" name="adj"/>
              </a:avLst>
            </a:prstGeom>
            <a:solidFill>
              <a:srgbClr val="F0F0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1" name="Google Shape;1301;p125"/>
            <p:cNvSpPr txBox="1"/>
            <p:nvPr/>
          </p:nvSpPr>
          <p:spPr>
            <a:xfrm>
              <a:off x="142875" y="142875"/>
              <a:ext cx="21909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426345"/>
                  </a:solidFill>
                  <a:latin typeface="DM Sans"/>
                  <a:ea typeface="DM Sans"/>
                  <a:cs typeface="DM Sans"/>
                  <a:sym typeface="DM Sans"/>
                </a:rPr>
                <a:t>GOALS</a:t>
              </a:r>
              <a:endParaRPr b="1" sz="900">
                <a:solidFill>
                  <a:srgbClr val="426345"/>
                </a:solidFill>
                <a:latin typeface="DM Sans"/>
                <a:ea typeface="DM Sans"/>
                <a:cs typeface="DM Sans"/>
                <a:sym typeface="DM Sans"/>
              </a:endParaRPr>
            </a:p>
          </p:txBody>
        </p:sp>
        <p:sp>
          <p:nvSpPr>
            <p:cNvPr id="1302" name="Google Shape;1302;p125"/>
            <p:cNvSpPr txBox="1"/>
            <p:nvPr/>
          </p:nvSpPr>
          <p:spPr>
            <a:xfrm>
              <a:off x="142875" y="381000"/>
              <a:ext cx="2190900" cy="952500"/>
            </a:xfrm>
            <a:prstGeom prst="rect">
              <a:avLst/>
            </a:prstGeom>
            <a:noFill/>
            <a:ln>
              <a:noFill/>
            </a:ln>
          </p:spPr>
          <p:txBody>
            <a:bodyPr anchorCtr="0" anchor="ctr" bIns="0" lIns="0" spcFirstLastPara="1" rIns="0" wrap="square" tIns="0">
              <a:noAutofit/>
            </a:bodyPr>
            <a:lstStyle/>
            <a:p>
              <a:pPr indent="-287337" lvl="0" marL="457200" rtl="0" algn="l">
                <a:spcBef>
                  <a:spcPts val="0"/>
                </a:spcBef>
                <a:spcAft>
                  <a:spcPts val="0"/>
                </a:spcAft>
                <a:buClr>
                  <a:srgbClr val="183C40"/>
                </a:buClr>
                <a:buSzPts val="925"/>
                <a:buFont typeface="DM Sans"/>
                <a:buChar char="●"/>
              </a:pPr>
              <a:r>
                <a:rPr lang="en" sz="925">
                  <a:solidFill>
                    <a:srgbClr val="183C40"/>
                  </a:solidFill>
                  <a:latin typeface="DM Sans"/>
                  <a:ea typeface="DM Sans"/>
                  <a:cs typeface="DM Sans"/>
                  <a:sym typeface="DM Sans"/>
                </a:rPr>
                <a:t>Answer rep questions faster</a:t>
              </a:r>
              <a:endParaRPr sz="925">
                <a:solidFill>
                  <a:srgbClr val="183C40"/>
                </a:solidFill>
                <a:latin typeface="DM Sans"/>
                <a:ea typeface="DM Sans"/>
                <a:cs typeface="DM Sans"/>
                <a:sym typeface="DM Sans"/>
              </a:endParaRPr>
            </a:p>
            <a:p>
              <a:pPr indent="-287337" lvl="0" marL="457200" rtl="0" algn="l">
                <a:spcBef>
                  <a:spcPts val="300"/>
                </a:spcBef>
                <a:spcAft>
                  <a:spcPts val="0"/>
                </a:spcAft>
                <a:buClr>
                  <a:srgbClr val="183C40"/>
                </a:buClr>
                <a:buSzPts val="925"/>
                <a:buFont typeface="DM Sans"/>
                <a:buChar char="●"/>
              </a:pPr>
              <a:r>
                <a:rPr lang="en" sz="925">
                  <a:solidFill>
                    <a:srgbClr val="183C40"/>
                  </a:solidFill>
                  <a:latin typeface="DM Sans"/>
                  <a:ea typeface="DM Sans"/>
                  <a:cs typeface="DM Sans"/>
                  <a:sym typeface="DM Sans"/>
                </a:rPr>
                <a:t>Reuse approved messaging</a:t>
              </a:r>
              <a:endParaRPr sz="925">
                <a:solidFill>
                  <a:srgbClr val="183C40"/>
                </a:solidFill>
                <a:latin typeface="DM Sans"/>
                <a:ea typeface="DM Sans"/>
                <a:cs typeface="DM Sans"/>
                <a:sym typeface="DM Sans"/>
              </a:endParaRPr>
            </a:p>
            <a:p>
              <a:pPr indent="-287337" lvl="0" marL="457200" rtl="0" algn="l">
                <a:spcBef>
                  <a:spcPts val="300"/>
                </a:spcBef>
                <a:spcAft>
                  <a:spcPts val="300"/>
                </a:spcAft>
                <a:buClr>
                  <a:srgbClr val="183C40"/>
                </a:buClr>
                <a:buSzPts val="925"/>
                <a:buFont typeface="DM Sans"/>
                <a:buChar char="●"/>
              </a:pPr>
              <a:r>
                <a:rPr lang="en" sz="925">
                  <a:solidFill>
                    <a:srgbClr val="183C40"/>
                  </a:solidFill>
                  <a:latin typeface="DM Sans"/>
                  <a:ea typeface="DM Sans"/>
                  <a:cs typeface="DM Sans"/>
                  <a:sym typeface="DM Sans"/>
                </a:rPr>
                <a:t>Reduce time in deck cleanup</a:t>
              </a:r>
              <a:endParaRPr sz="925">
                <a:solidFill>
                  <a:srgbClr val="183C40"/>
                </a:solidFill>
                <a:latin typeface="DM Sans"/>
                <a:ea typeface="DM Sans"/>
                <a:cs typeface="DM Sans"/>
                <a:sym typeface="DM Sans"/>
              </a:endParaRPr>
            </a:p>
          </p:txBody>
        </p:sp>
      </p:grpSp>
      <p:grpSp>
        <p:nvGrpSpPr>
          <p:cNvPr id="1303" name="Google Shape;1303;p125"/>
          <p:cNvGrpSpPr/>
          <p:nvPr/>
        </p:nvGrpSpPr>
        <p:grpSpPr>
          <a:xfrm>
            <a:off x="6286500" y="3095625"/>
            <a:ext cx="2476500" cy="1428900"/>
            <a:chOff x="0" y="0"/>
            <a:chExt cx="2476500" cy="1428900"/>
          </a:xfrm>
        </p:grpSpPr>
        <p:sp>
          <p:nvSpPr>
            <p:cNvPr id="1304" name="Google Shape;1304;p125"/>
            <p:cNvSpPr/>
            <p:nvPr/>
          </p:nvSpPr>
          <p:spPr>
            <a:xfrm>
              <a:off x="0" y="0"/>
              <a:ext cx="2476500" cy="1428900"/>
            </a:xfrm>
            <a:prstGeom prst="roundRect">
              <a:avLst>
                <a:gd fmla="val 2666" name="adj"/>
              </a:avLst>
            </a:prstGeom>
            <a:solidFill>
              <a:srgbClr val="F0F0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5" name="Google Shape;1305;p125"/>
            <p:cNvSpPr txBox="1"/>
            <p:nvPr/>
          </p:nvSpPr>
          <p:spPr>
            <a:xfrm>
              <a:off x="142875" y="142875"/>
              <a:ext cx="21909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426345"/>
                  </a:solidFill>
                  <a:latin typeface="DM Sans"/>
                  <a:ea typeface="DM Sans"/>
                  <a:cs typeface="DM Sans"/>
                  <a:sym typeface="DM Sans"/>
                </a:rPr>
                <a:t>FRUSTRATIONS</a:t>
              </a:r>
              <a:endParaRPr b="1" sz="900">
                <a:solidFill>
                  <a:srgbClr val="426345"/>
                </a:solidFill>
                <a:latin typeface="DM Sans"/>
                <a:ea typeface="DM Sans"/>
                <a:cs typeface="DM Sans"/>
                <a:sym typeface="DM Sans"/>
              </a:endParaRPr>
            </a:p>
          </p:txBody>
        </p:sp>
        <p:sp>
          <p:nvSpPr>
            <p:cNvPr id="1306" name="Google Shape;1306;p125"/>
            <p:cNvSpPr txBox="1"/>
            <p:nvPr/>
          </p:nvSpPr>
          <p:spPr>
            <a:xfrm>
              <a:off x="142875" y="381000"/>
              <a:ext cx="2190900" cy="952500"/>
            </a:xfrm>
            <a:prstGeom prst="rect">
              <a:avLst/>
            </a:prstGeom>
            <a:noFill/>
            <a:ln>
              <a:noFill/>
            </a:ln>
          </p:spPr>
          <p:txBody>
            <a:bodyPr anchorCtr="0" anchor="ctr" bIns="0" lIns="0" spcFirstLastPara="1" rIns="0" wrap="square" tIns="0">
              <a:noAutofit/>
            </a:bodyPr>
            <a:lstStyle/>
            <a:p>
              <a:pPr indent="-287337" lvl="0" marL="457200" rtl="0" algn="l">
                <a:spcBef>
                  <a:spcPts val="0"/>
                </a:spcBef>
                <a:spcAft>
                  <a:spcPts val="0"/>
                </a:spcAft>
                <a:buClr>
                  <a:srgbClr val="183C40"/>
                </a:buClr>
                <a:buSzPts val="925"/>
                <a:buFont typeface="DM Sans"/>
                <a:buChar char="●"/>
              </a:pPr>
              <a:r>
                <a:rPr lang="en" sz="925">
                  <a:solidFill>
                    <a:srgbClr val="183C40"/>
                  </a:solidFill>
                  <a:latin typeface="DM Sans"/>
                  <a:ea typeface="DM Sans"/>
                  <a:cs typeface="DM Sans"/>
                  <a:sym typeface="DM Sans"/>
                </a:rPr>
                <a:t>Too many deck versions</a:t>
              </a:r>
              <a:endParaRPr sz="925">
                <a:solidFill>
                  <a:srgbClr val="183C40"/>
                </a:solidFill>
                <a:latin typeface="DM Sans"/>
                <a:ea typeface="DM Sans"/>
                <a:cs typeface="DM Sans"/>
                <a:sym typeface="DM Sans"/>
              </a:endParaRPr>
            </a:p>
            <a:p>
              <a:pPr indent="-287337" lvl="0" marL="457200" rtl="0" algn="l">
                <a:spcBef>
                  <a:spcPts val="300"/>
                </a:spcBef>
                <a:spcAft>
                  <a:spcPts val="0"/>
                </a:spcAft>
                <a:buClr>
                  <a:srgbClr val="183C40"/>
                </a:buClr>
                <a:buSzPts val="925"/>
                <a:buFont typeface="DM Sans"/>
                <a:buChar char="●"/>
              </a:pPr>
              <a:r>
                <a:rPr lang="en" sz="925">
                  <a:solidFill>
                    <a:srgbClr val="183C40"/>
                  </a:solidFill>
                  <a:latin typeface="DM Sans"/>
                  <a:ea typeface="DM Sans"/>
                  <a:cs typeface="DM Sans"/>
                  <a:sym typeface="DM Sans"/>
                </a:rPr>
                <a:t>Metrics hidden in appendices</a:t>
              </a:r>
              <a:endParaRPr sz="925">
                <a:solidFill>
                  <a:srgbClr val="183C40"/>
                </a:solidFill>
                <a:latin typeface="DM Sans"/>
                <a:ea typeface="DM Sans"/>
                <a:cs typeface="DM Sans"/>
                <a:sym typeface="DM Sans"/>
              </a:endParaRPr>
            </a:p>
            <a:p>
              <a:pPr indent="-287337" lvl="0" marL="457200" rtl="0" algn="l">
                <a:spcBef>
                  <a:spcPts val="300"/>
                </a:spcBef>
                <a:spcAft>
                  <a:spcPts val="300"/>
                </a:spcAft>
                <a:buClr>
                  <a:srgbClr val="183C40"/>
                </a:buClr>
                <a:buSzPts val="925"/>
                <a:buFont typeface="DM Sans"/>
                <a:buChar char="●"/>
              </a:pPr>
              <a:r>
                <a:rPr lang="en" sz="925">
                  <a:solidFill>
                    <a:srgbClr val="183C40"/>
                  </a:solidFill>
                  <a:latin typeface="DM Sans"/>
                  <a:ea typeface="DM Sans"/>
                  <a:cs typeface="DM Sans"/>
                  <a:sym typeface="DM Sans"/>
                </a:rPr>
                <a:t>Post-launch question bursts</a:t>
              </a:r>
              <a:endParaRPr sz="925">
                <a:solidFill>
                  <a:srgbClr val="183C40"/>
                </a:solidFill>
                <a:latin typeface="DM Sans"/>
                <a:ea typeface="DM Sans"/>
                <a:cs typeface="DM Sans"/>
                <a:sym typeface="DM Sans"/>
              </a:endParaRPr>
            </a:p>
          </p:txBody>
        </p:sp>
      </p:grpSp>
      <p:sp>
        <p:nvSpPr>
          <p:cNvPr id="1307" name="Google Shape;1307;p125"/>
          <p:cNvSpPr txBox="1"/>
          <p:nvPr/>
        </p:nvSpPr>
        <p:spPr>
          <a:xfrm>
            <a:off x="3429000" y="4000500"/>
            <a:ext cx="1143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426345"/>
                </a:solidFill>
                <a:latin typeface="DM Sans"/>
                <a:ea typeface="DM Sans"/>
                <a:cs typeface="DM Sans"/>
                <a:sym typeface="DM Sans"/>
              </a:rPr>
              <a:t>EMOTIONS</a:t>
            </a:r>
            <a:endParaRPr b="1" sz="900">
              <a:solidFill>
                <a:srgbClr val="426345"/>
              </a:solidFill>
              <a:latin typeface="DM Sans"/>
              <a:ea typeface="DM Sans"/>
              <a:cs typeface="DM Sans"/>
              <a:sym typeface="DM Sans"/>
            </a:endParaRPr>
          </a:p>
        </p:txBody>
      </p:sp>
      <p:grpSp>
        <p:nvGrpSpPr>
          <p:cNvPr id="1308" name="Google Shape;1308;p125"/>
          <p:cNvGrpSpPr/>
          <p:nvPr/>
        </p:nvGrpSpPr>
        <p:grpSpPr>
          <a:xfrm>
            <a:off x="3429000" y="4238625"/>
            <a:ext cx="2476650" cy="228600"/>
            <a:chOff x="0" y="0"/>
            <a:chExt cx="2476650" cy="228600"/>
          </a:xfrm>
        </p:grpSpPr>
        <p:sp>
          <p:nvSpPr>
            <p:cNvPr id="1309" name="Google Shape;1309;p125"/>
            <p:cNvSpPr/>
            <p:nvPr/>
          </p:nvSpPr>
          <p:spPr>
            <a:xfrm>
              <a:off x="0" y="0"/>
              <a:ext cx="762000" cy="228600"/>
            </a:xfrm>
            <a:prstGeom prst="roundRect">
              <a:avLst>
                <a:gd fmla="val 50000" name="adj"/>
              </a:avLst>
            </a:prstGeom>
            <a:solidFill>
              <a:srgbClr val="183C4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0" name="Google Shape;1310;p125"/>
            <p:cNvSpPr txBox="1"/>
            <p:nvPr/>
          </p:nvSpPr>
          <p:spPr>
            <a:xfrm>
              <a:off x="0" y="0"/>
              <a:ext cx="7620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900">
                  <a:solidFill>
                    <a:srgbClr val="F9F9F9"/>
                  </a:solidFill>
                  <a:latin typeface="DM Sans Medium"/>
                  <a:ea typeface="DM Sans Medium"/>
                  <a:cs typeface="DM Sans Medium"/>
                  <a:sym typeface="DM Sans Medium"/>
                </a:rPr>
                <a:t>Curious</a:t>
              </a:r>
              <a:endParaRPr b="0" sz="900">
                <a:solidFill>
                  <a:srgbClr val="F9F9F9"/>
                </a:solidFill>
                <a:latin typeface="DM Sans Medium"/>
                <a:ea typeface="DM Sans Medium"/>
                <a:cs typeface="DM Sans Medium"/>
                <a:sym typeface="DM Sans Medium"/>
              </a:endParaRPr>
            </a:p>
          </p:txBody>
        </p:sp>
        <p:sp>
          <p:nvSpPr>
            <p:cNvPr id="1311" name="Google Shape;1311;p125"/>
            <p:cNvSpPr/>
            <p:nvPr/>
          </p:nvSpPr>
          <p:spPr>
            <a:xfrm>
              <a:off x="857250" y="0"/>
              <a:ext cx="857400" cy="228600"/>
            </a:xfrm>
            <a:prstGeom prst="roundRect">
              <a:avLst>
                <a:gd fmla="val 50000" name="adj"/>
              </a:avLst>
            </a:prstGeom>
            <a:solidFill>
              <a:srgbClr val="183C4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2" name="Google Shape;1312;p125"/>
            <p:cNvSpPr txBox="1"/>
            <p:nvPr/>
          </p:nvSpPr>
          <p:spPr>
            <a:xfrm>
              <a:off x="857250" y="0"/>
              <a:ext cx="8574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900">
                  <a:solidFill>
                    <a:srgbClr val="F9F9F9"/>
                  </a:solidFill>
                  <a:latin typeface="DM Sans Medium"/>
                  <a:ea typeface="DM Sans Medium"/>
                  <a:cs typeface="DM Sans Medium"/>
                  <a:sym typeface="DM Sans Medium"/>
                </a:rPr>
                <a:t>Optimistic</a:t>
              </a:r>
              <a:endParaRPr b="0" sz="900">
                <a:solidFill>
                  <a:srgbClr val="F9F9F9"/>
                </a:solidFill>
                <a:latin typeface="DM Sans Medium"/>
                <a:ea typeface="DM Sans Medium"/>
                <a:cs typeface="DM Sans Medium"/>
                <a:sym typeface="DM Sans Medium"/>
              </a:endParaRPr>
            </a:p>
          </p:txBody>
        </p:sp>
        <p:sp>
          <p:nvSpPr>
            <p:cNvPr id="1313" name="Google Shape;1313;p125"/>
            <p:cNvSpPr/>
            <p:nvPr/>
          </p:nvSpPr>
          <p:spPr>
            <a:xfrm>
              <a:off x="1809750" y="0"/>
              <a:ext cx="666900" cy="228600"/>
            </a:xfrm>
            <a:prstGeom prst="roundRect">
              <a:avLst>
                <a:gd fmla="val 50000" name="adj"/>
              </a:avLst>
            </a:prstGeom>
            <a:solidFill>
              <a:srgbClr val="183C4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4" name="Google Shape;1314;p125"/>
            <p:cNvSpPr txBox="1"/>
            <p:nvPr/>
          </p:nvSpPr>
          <p:spPr>
            <a:xfrm>
              <a:off x="1809750" y="0"/>
              <a:ext cx="6669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900">
                  <a:solidFill>
                    <a:srgbClr val="F9F9F9"/>
                  </a:solidFill>
                  <a:latin typeface="DM Sans Medium"/>
                  <a:ea typeface="DM Sans Medium"/>
                  <a:cs typeface="DM Sans Medium"/>
                  <a:sym typeface="DM Sans Medium"/>
                </a:rPr>
                <a:t>Focused</a:t>
              </a:r>
              <a:endParaRPr b="0" sz="900">
                <a:solidFill>
                  <a:srgbClr val="F9F9F9"/>
                </a:solidFill>
                <a:latin typeface="DM Sans Medium"/>
                <a:ea typeface="DM Sans Medium"/>
                <a:cs typeface="DM Sans Medium"/>
                <a:sym typeface="DM Sans Medium"/>
              </a:endParaRPr>
            </a:p>
          </p:txBody>
        </p:sp>
      </p:grpSp>
      <p:sp>
        <p:nvSpPr>
          <p:cNvPr id="1315" name="Google Shape;1315;p125"/>
          <p:cNvSpPr txBox="1"/>
          <p:nvPr/>
        </p:nvSpPr>
        <p:spPr>
          <a:xfrm>
            <a:off x="3429000" y="4619625"/>
            <a:ext cx="1143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426345"/>
                </a:solidFill>
                <a:latin typeface="DM Sans"/>
                <a:ea typeface="DM Sans"/>
                <a:cs typeface="DM Sans"/>
                <a:sym typeface="DM Sans"/>
              </a:rPr>
              <a:t>FAVORITE BRANDS</a:t>
            </a:r>
            <a:endParaRPr b="1" sz="900">
              <a:solidFill>
                <a:srgbClr val="426345"/>
              </a:solidFill>
              <a:latin typeface="DM Sans"/>
              <a:ea typeface="DM Sans"/>
              <a:cs typeface="DM Sans"/>
              <a:sym typeface="DM Sans"/>
            </a:endParaRPr>
          </a:p>
        </p:txBody>
      </p:sp>
      <p:grpSp>
        <p:nvGrpSpPr>
          <p:cNvPr id="1316" name="Google Shape;1316;p125"/>
          <p:cNvGrpSpPr/>
          <p:nvPr/>
        </p:nvGrpSpPr>
        <p:grpSpPr>
          <a:xfrm>
            <a:off x="4572000" y="4600575"/>
            <a:ext cx="1238250" cy="228600"/>
            <a:chOff x="0" y="0"/>
            <a:chExt cx="1238250" cy="228600"/>
          </a:xfrm>
        </p:grpSpPr>
        <p:sp>
          <p:nvSpPr>
            <p:cNvPr id="1317" name="Google Shape;1317;p125"/>
            <p:cNvSpPr/>
            <p:nvPr/>
          </p:nvSpPr>
          <p:spPr>
            <a:xfrm>
              <a:off x="0" y="0"/>
              <a:ext cx="571500" cy="228600"/>
            </a:xfrm>
            <a:prstGeom prst="roundRect">
              <a:avLst>
                <a:gd fmla="val 16666" name="adj"/>
              </a:avLst>
            </a:prstGeom>
            <a:solidFill>
              <a:srgbClr val="000000">
                <a:alpha val="0"/>
              </a:srgbClr>
            </a:solidFill>
            <a:ln cap="flat" cmpd="sng" w="9525">
              <a:solidFill>
                <a:srgbClr val="2049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8" name="Google Shape;1318;p125"/>
            <p:cNvSpPr txBox="1"/>
            <p:nvPr/>
          </p:nvSpPr>
          <p:spPr>
            <a:xfrm>
              <a:off x="0" y="0"/>
              <a:ext cx="571500" cy="228600"/>
            </a:xfrm>
            <a:prstGeom prst="rect">
              <a:avLst/>
            </a:prstGeom>
            <a:noFill/>
            <a:ln>
              <a:noFill/>
            </a:ln>
          </p:spPr>
          <p:txBody>
            <a:bodyPr anchorCtr="0" anchor="ctr" bIns="0" lIns="0" spcFirstLastPara="1" rIns="0" wrap="square" tIns="38100">
              <a:noAutofit/>
            </a:bodyPr>
            <a:lstStyle/>
            <a:p>
              <a:pPr indent="0" lvl="0" marL="0" rtl="0" algn="ctr">
                <a:spcBef>
                  <a:spcPts val="0"/>
                </a:spcBef>
                <a:spcAft>
                  <a:spcPts val="0"/>
                </a:spcAft>
                <a:buNone/>
              </a:pPr>
              <a:r>
                <a:rPr lang="en" sz="925">
                  <a:solidFill>
                    <a:srgbClr val="183C40"/>
                  </a:solidFill>
                  <a:latin typeface="DM Sans"/>
                  <a:ea typeface="DM Sans"/>
                  <a:cs typeface="DM Sans"/>
                  <a:sym typeface="DM Sans"/>
                </a:rPr>
                <a:t>Notion</a:t>
              </a:r>
              <a:endParaRPr sz="925">
                <a:solidFill>
                  <a:srgbClr val="183C40"/>
                </a:solidFill>
                <a:latin typeface="DM Sans"/>
                <a:ea typeface="DM Sans"/>
                <a:cs typeface="DM Sans"/>
                <a:sym typeface="DM Sans"/>
              </a:endParaRPr>
            </a:p>
          </p:txBody>
        </p:sp>
        <p:sp>
          <p:nvSpPr>
            <p:cNvPr id="1319" name="Google Shape;1319;p125"/>
            <p:cNvSpPr/>
            <p:nvPr/>
          </p:nvSpPr>
          <p:spPr>
            <a:xfrm>
              <a:off x="666750" y="0"/>
              <a:ext cx="571500" cy="228600"/>
            </a:xfrm>
            <a:prstGeom prst="roundRect">
              <a:avLst>
                <a:gd fmla="val 16666" name="adj"/>
              </a:avLst>
            </a:prstGeom>
            <a:solidFill>
              <a:srgbClr val="000000">
                <a:alpha val="0"/>
              </a:srgbClr>
            </a:solidFill>
            <a:ln cap="flat" cmpd="sng" w="9525">
              <a:solidFill>
                <a:srgbClr val="20494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0" name="Google Shape;1320;p125"/>
            <p:cNvSpPr txBox="1"/>
            <p:nvPr/>
          </p:nvSpPr>
          <p:spPr>
            <a:xfrm>
              <a:off x="666750" y="0"/>
              <a:ext cx="571500" cy="228600"/>
            </a:xfrm>
            <a:prstGeom prst="rect">
              <a:avLst/>
            </a:prstGeom>
            <a:noFill/>
            <a:ln>
              <a:noFill/>
            </a:ln>
          </p:spPr>
          <p:txBody>
            <a:bodyPr anchorCtr="0" anchor="ctr" bIns="0" lIns="0" spcFirstLastPara="1" rIns="0" wrap="square" tIns="38100">
              <a:noAutofit/>
            </a:bodyPr>
            <a:lstStyle/>
            <a:p>
              <a:pPr indent="0" lvl="0" marL="0" rtl="0" algn="ctr">
                <a:spcBef>
                  <a:spcPts val="0"/>
                </a:spcBef>
                <a:spcAft>
                  <a:spcPts val="0"/>
                </a:spcAft>
                <a:buNone/>
              </a:pPr>
              <a:r>
                <a:rPr lang="en" sz="925">
                  <a:solidFill>
                    <a:srgbClr val="183C40"/>
                  </a:solidFill>
                  <a:latin typeface="DM Sans"/>
                  <a:ea typeface="DM Sans"/>
                  <a:cs typeface="DM Sans"/>
                  <a:sym typeface="DM Sans"/>
                </a:rPr>
                <a:t>Slack</a:t>
              </a:r>
              <a:endParaRPr sz="925">
                <a:solidFill>
                  <a:srgbClr val="183C40"/>
                </a:solidFill>
                <a:latin typeface="DM Sans"/>
                <a:ea typeface="DM Sans"/>
                <a:cs typeface="DM Sans"/>
                <a:sym typeface="DM Sans"/>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1324" name="Shape 1324"/>
        <p:cNvGrpSpPr/>
        <p:nvPr/>
      </p:nvGrpSpPr>
      <p:grpSpPr>
        <a:xfrm>
          <a:off x="0" y="0"/>
          <a:ext cx="0" cy="0"/>
          <a:chOff x="0" y="0"/>
          <a:chExt cx="0" cy="0"/>
        </a:xfrm>
      </p:grpSpPr>
      <p:sp>
        <p:nvSpPr>
          <p:cNvPr descr="A chart comparing the features, strengths, and weaknesses of competing products and services. " id="1325" name="Google Shape;1325;p126"/>
          <p:cNvSpPr/>
          <p:nvPr/>
        </p:nvSpPr>
        <p:spPr>
          <a:xfrm>
            <a:off x="-18500" y="1905000"/>
            <a:ext cx="9168000" cy="435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a:ea typeface="DM Sans"/>
              <a:cs typeface="DM Sans"/>
              <a:sym typeface="DM Sans"/>
            </a:endParaRPr>
          </a:p>
        </p:txBody>
      </p:sp>
      <p:sp>
        <p:nvSpPr>
          <p:cNvPr id="1326" name="Google Shape;1326;p126"/>
          <p:cNvSpPr/>
          <p:nvPr/>
        </p:nvSpPr>
        <p:spPr>
          <a:xfrm>
            <a:off x="-18500" y="2340899"/>
            <a:ext cx="9168000" cy="9276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a:ea typeface="DM Sans"/>
              <a:cs typeface="DM Sans"/>
              <a:sym typeface="DM Sans"/>
            </a:endParaRPr>
          </a:p>
        </p:txBody>
      </p:sp>
      <p:sp>
        <p:nvSpPr>
          <p:cNvPr id="1327" name="Google Shape;1327;p126"/>
          <p:cNvSpPr/>
          <p:nvPr/>
        </p:nvSpPr>
        <p:spPr>
          <a:xfrm>
            <a:off x="-18500" y="3267675"/>
            <a:ext cx="9168000" cy="9378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a:ea typeface="DM Sans"/>
              <a:cs typeface="DM Sans"/>
              <a:sym typeface="DM Sans"/>
            </a:endParaRPr>
          </a:p>
        </p:txBody>
      </p:sp>
      <p:sp>
        <p:nvSpPr>
          <p:cNvPr id="1328" name="Google Shape;1328;p126"/>
          <p:cNvSpPr/>
          <p:nvPr/>
        </p:nvSpPr>
        <p:spPr>
          <a:xfrm>
            <a:off x="-18500" y="4204675"/>
            <a:ext cx="9168000" cy="938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a:ea typeface="DM Sans"/>
              <a:cs typeface="DM Sans"/>
              <a:sym typeface="DM Sans"/>
            </a:endParaRPr>
          </a:p>
        </p:txBody>
      </p:sp>
      <p:sp>
        <p:nvSpPr>
          <p:cNvPr id="1329" name="Google Shape;1329;p126"/>
          <p:cNvSpPr txBox="1"/>
          <p:nvPr/>
        </p:nvSpPr>
        <p:spPr>
          <a:xfrm>
            <a:off x="1260725" y="1895400"/>
            <a:ext cx="1891500" cy="4359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SlideQuery</a:t>
            </a:r>
            <a:endParaRPr/>
          </a:p>
        </p:txBody>
      </p:sp>
      <p:sp>
        <p:nvSpPr>
          <p:cNvPr id="1330" name="Google Shape;1330;p126"/>
          <p:cNvSpPr txBox="1"/>
          <p:nvPr/>
        </p:nvSpPr>
        <p:spPr>
          <a:xfrm>
            <a:off x="3140340" y="1895400"/>
            <a:ext cx="1891500" cy="4359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DocWhiz</a:t>
            </a:r>
            <a:endParaRPr/>
          </a:p>
        </p:txBody>
      </p:sp>
      <p:sp>
        <p:nvSpPr>
          <p:cNvPr id="1331" name="Google Shape;1331;p126"/>
          <p:cNvSpPr txBox="1"/>
          <p:nvPr/>
        </p:nvSpPr>
        <p:spPr>
          <a:xfrm>
            <a:off x="5022965" y="1895400"/>
            <a:ext cx="1891500" cy="4359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CallNote AI</a:t>
            </a:r>
            <a:endParaRPr/>
          </a:p>
        </p:txBody>
      </p:sp>
      <p:sp>
        <p:nvSpPr>
          <p:cNvPr id="1332" name="Google Shape;1332;p126"/>
          <p:cNvSpPr txBox="1"/>
          <p:nvPr/>
        </p:nvSpPr>
        <p:spPr>
          <a:xfrm>
            <a:off x="6904090" y="1895400"/>
            <a:ext cx="1891500" cy="4359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IntraFind</a:t>
            </a:r>
            <a:endParaRPr/>
          </a:p>
        </p:txBody>
      </p:sp>
      <p:sp>
        <p:nvSpPr>
          <p:cNvPr id="1333" name="Google Shape;1333;p126"/>
          <p:cNvSpPr txBox="1"/>
          <p:nvPr/>
        </p:nvSpPr>
        <p:spPr>
          <a:xfrm>
            <a:off x="287400" y="2331300"/>
            <a:ext cx="980700" cy="937200"/>
          </a:xfrm>
          <a:prstGeom prst="rect">
            <a:avLst/>
          </a:prstGeom>
          <a:noFill/>
          <a:ln>
            <a:noFill/>
          </a:ln>
        </p:spPr>
        <p:txBody>
          <a:bodyPr anchorCtr="0" anchor="t" bIns="91425" lIns="91425" spcFirstLastPara="1" rIns="91425" wrap="square" tIns="182875">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FEATURES</a:t>
            </a:r>
            <a:endParaRPr/>
          </a:p>
        </p:txBody>
      </p:sp>
      <p:sp>
        <p:nvSpPr>
          <p:cNvPr id="1334" name="Google Shape;1334;p126"/>
          <p:cNvSpPr txBox="1"/>
          <p:nvPr/>
        </p:nvSpPr>
        <p:spPr>
          <a:xfrm>
            <a:off x="287400" y="3268625"/>
            <a:ext cx="980700" cy="937200"/>
          </a:xfrm>
          <a:prstGeom prst="rect">
            <a:avLst/>
          </a:prstGeom>
          <a:noFill/>
          <a:ln>
            <a:noFill/>
          </a:ln>
        </p:spPr>
        <p:txBody>
          <a:bodyPr anchorCtr="0" anchor="t" bIns="91425" lIns="91425" spcFirstLastPara="1" rIns="91425" wrap="square" tIns="182875">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STRENGTHS</a:t>
            </a:r>
            <a:endParaRPr/>
          </a:p>
        </p:txBody>
      </p:sp>
      <p:sp>
        <p:nvSpPr>
          <p:cNvPr id="1335" name="Google Shape;1335;p126"/>
          <p:cNvSpPr txBox="1"/>
          <p:nvPr/>
        </p:nvSpPr>
        <p:spPr>
          <a:xfrm>
            <a:off x="287400" y="4205825"/>
            <a:ext cx="980700" cy="937200"/>
          </a:xfrm>
          <a:prstGeom prst="rect">
            <a:avLst/>
          </a:prstGeom>
          <a:noFill/>
          <a:ln>
            <a:noFill/>
          </a:ln>
        </p:spPr>
        <p:txBody>
          <a:bodyPr anchorCtr="0" anchor="t" bIns="91425" lIns="91425" spcFirstLastPara="1" rIns="91425" wrap="square" tIns="182875">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WEAKNESSES</a:t>
            </a:r>
            <a:endParaRPr/>
          </a:p>
        </p:txBody>
      </p:sp>
      <p:sp>
        <p:nvSpPr>
          <p:cNvPr id="1336" name="Google Shape;1336;p126"/>
          <p:cNvSpPr txBox="1"/>
          <p:nvPr/>
        </p:nvSpPr>
        <p:spPr>
          <a:xfrm>
            <a:off x="1260725" y="2331300"/>
            <a:ext cx="1802700" cy="937200"/>
          </a:xfrm>
          <a:prstGeom prst="rect">
            <a:avLst/>
          </a:prstGeom>
          <a:noFill/>
          <a:ln>
            <a:noFill/>
          </a:ln>
        </p:spPr>
        <p:txBody>
          <a:bodyPr anchorCtr="0" anchor="t" bIns="91425" lIns="91425" spcFirstLastPara="1" rIns="91425" wrap="square" tIns="182875">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Fast slide search</a:t>
            </a:r>
            <a:endParaRPr/>
          </a:p>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Basic summaries</a:t>
            </a:r>
            <a:endParaRPr/>
          </a:p>
        </p:txBody>
      </p:sp>
      <p:sp>
        <p:nvSpPr>
          <p:cNvPr id="1337" name="Google Shape;1337;p126"/>
          <p:cNvSpPr txBox="1"/>
          <p:nvPr/>
        </p:nvSpPr>
        <p:spPr>
          <a:xfrm>
            <a:off x="1260725" y="3268625"/>
            <a:ext cx="1802700" cy="937200"/>
          </a:xfrm>
          <a:prstGeom prst="rect">
            <a:avLst/>
          </a:prstGeom>
          <a:noFill/>
          <a:ln>
            <a:noFill/>
          </a:ln>
        </p:spPr>
        <p:txBody>
          <a:bodyPr anchorCtr="0" anchor="t" bIns="91425" lIns="91425" spcFirstLastPara="1" rIns="91425" wrap="square" tIns="182875">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Simple UI</a:t>
            </a:r>
            <a:endParaRPr/>
          </a:p>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Quick onboarding</a:t>
            </a:r>
            <a:endParaRPr/>
          </a:p>
        </p:txBody>
      </p:sp>
      <p:sp>
        <p:nvSpPr>
          <p:cNvPr id="1338" name="Google Shape;1338;p126"/>
          <p:cNvSpPr txBox="1"/>
          <p:nvPr/>
        </p:nvSpPr>
        <p:spPr>
          <a:xfrm>
            <a:off x="1260725" y="4205950"/>
            <a:ext cx="1802700" cy="937200"/>
          </a:xfrm>
          <a:prstGeom prst="rect">
            <a:avLst/>
          </a:prstGeom>
          <a:noFill/>
          <a:ln>
            <a:noFill/>
          </a:ln>
        </p:spPr>
        <p:txBody>
          <a:bodyPr anchorCtr="0" anchor="t" bIns="91425" lIns="91425" spcFirstLastPara="1" rIns="91425" wrap="square" tIns="182875">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Weak citations</a:t>
            </a:r>
            <a:endParaRPr/>
          </a:p>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No admin analytics</a:t>
            </a:r>
            <a:endParaRPr/>
          </a:p>
        </p:txBody>
      </p:sp>
      <p:sp>
        <p:nvSpPr>
          <p:cNvPr id="1339" name="Google Shape;1339;p126"/>
          <p:cNvSpPr txBox="1"/>
          <p:nvPr/>
        </p:nvSpPr>
        <p:spPr>
          <a:xfrm>
            <a:off x="3141850" y="2331300"/>
            <a:ext cx="1802700" cy="937200"/>
          </a:xfrm>
          <a:prstGeom prst="rect">
            <a:avLst/>
          </a:prstGeom>
          <a:noFill/>
          <a:ln>
            <a:noFill/>
          </a:ln>
        </p:spPr>
        <p:txBody>
          <a:bodyPr anchorCtr="0" anchor="t" bIns="91425" lIns="91425" spcFirstLastPara="1" rIns="91425" wrap="square" tIns="182875">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General doc Q&amp;A</a:t>
            </a:r>
            <a:endParaRPr/>
          </a:p>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Broad connectors</a:t>
            </a:r>
            <a:endParaRPr/>
          </a:p>
        </p:txBody>
      </p:sp>
      <p:sp>
        <p:nvSpPr>
          <p:cNvPr id="1340" name="Google Shape;1340;p126"/>
          <p:cNvSpPr txBox="1"/>
          <p:nvPr/>
        </p:nvSpPr>
        <p:spPr>
          <a:xfrm>
            <a:off x="3141850" y="3268625"/>
            <a:ext cx="1802700" cy="937200"/>
          </a:xfrm>
          <a:prstGeom prst="rect">
            <a:avLst/>
          </a:prstGeom>
          <a:noFill/>
          <a:ln>
            <a:noFill/>
          </a:ln>
        </p:spPr>
        <p:txBody>
          <a:bodyPr anchorCtr="0" anchor="t" bIns="91425" lIns="91425" spcFirstLastPara="1" rIns="91425" wrap="square" tIns="182875">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Good recall</a:t>
            </a:r>
            <a:endParaRPr/>
          </a:p>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Works across file types</a:t>
            </a:r>
            <a:endParaRPr/>
          </a:p>
        </p:txBody>
      </p:sp>
      <p:sp>
        <p:nvSpPr>
          <p:cNvPr id="1341" name="Google Shape;1341;p126"/>
          <p:cNvSpPr txBox="1"/>
          <p:nvPr/>
        </p:nvSpPr>
        <p:spPr>
          <a:xfrm>
            <a:off x="3141850" y="4205950"/>
            <a:ext cx="1802700" cy="937200"/>
          </a:xfrm>
          <a:prstGeom prst="rect">
            <a:avLst/>
          </a:prstGeom>
          <a:noFill/>
          <a:ln>
            <a:noFill/>
          </a:ln>
        </p:spPr>
        <p:txBody>
          <a:bodyPr anchorCtr="0" anchor="t" bIns="91425" lIns="91425" spcFirstLastPara="1" rIns="91425" wrap="square" tIns="182875">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Flattens layout</a:t>
            </a:r>
            <a:endParaRPr/>
          </a:p>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Less precise on presentations</a:t>
            </a:r>
            <a:endParaRPr/>
          </a:p>
        </p:txBody>
      </p:sp>
      <p:sp>
        <p:nvSpPr>
          <p:cNvPr id="1342" name="Google Shape;1342;p126"/>
          <p:cNvSpPr txBox="1"/>
          <p:nvPr/>
        </p:nvSpPr>
        <p:spPr>
          <a:xfrm>
            <a:off x="5031850" y="2331300"/>
            <a:ext cx="1802700" cy="937200"/>
          </a:xfrm>
          <a:prstGeom prst="rect">
            <a:avLst/>
          </a:prstGeom>
          <a:noFill/>
          <a:ln>
            <a:noFill/>
          </a:ln>
        </p:spPr>
        <p:txBody>
          <a:bodyPr anchorCtr="0" anchor="t" bIns="91425" lIns="91425" spcFirstLastPara="1" rIns="91425" wrap="square" tIns="182875">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Meeting summaries</a:t>
            </a:r>
            <a:endParaRPr/>
          </a:p>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Action items</a:t>
            </a:r>
            <a:endParaRPr/>
          </a:p>
        </p:txBody>
      </p:sp>
      <p:sp>
        <p:nvSpPr>
          <p:cNvPr id="1343" name="Google Shape;1343;p126"/>
          <p:cNvSpPr txBox="1"/>
          <p:nvPr/>
        </p:nvSpPr>
        <p:spPr>
          <a:xfrm>
            <a:off x="5031850" y="3268625"/>
            <a:ext cx="1802700" cy="937200"/>
          </a:xfrm>
          <a:prstGeom prst="rect">
            <a:avLst/>
          </a:prstGeom>
          <a:noFill/>
          <a:ln>
            <a:noFill/>
          </a:ln>
        </p:spPr>
        <p:txBody>
          <a:bodyPr anchorCtr="0" anchor="t" bIns="91425" lIns="91425" spcFirstLastPara="1" rIns="91425" wrap="square" tIns="182875">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Strong transcription</a:t>
            </a:r>
            <a:endParaRPr/>
          </a:p>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Good follow-up emails</a:t>
            </a:r>
            <a:endParaRPr/>
          </a:p>
        </p:txBody>
      </p:sp>
      <p:sp>
        <p:nvSpPr>
          <p:cNvPr id="1344" name="Google Shape;1344;p126"/>
          <p:cNvSpPr txBox="1"/>
          <p:nvPr/>
        </p:nvSpPr>
        <p:spPr>
          <a:xfrm>
            <a:off x="5024850" y="4082775"/>
            <a:ext cx="1802700" cy="937200"/>
          </a:xfrm>
          <a:prstGeom prst="rect">
            <a:avLst/>
          </a:prstGeom>
          <a:noFill/>
          <a:ln>
            <a:noFill/>
          </a:ln>
        </p:spPr>
        <p:txBody>
          <a:bodyPr anchorCtr="0" anchor="t" bIns="91425" lIns="91425" spcFirstLastPara="1" rIns="91425" wrap="square" tIns="182875">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Not presentation-native</a:t>
            </a:r>
            <a:endParaRPr/>
          </a:p>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Limited slide retrieval</a:t>
            </a:r>
            <a:endParaRPr/>
          </a:p>
        </p:txBody>
      </p:sp>
      <p:sp>
        <p:nvSpPr>
          <p:cNvPr id="1345" name="Google Shape;1345;p126"/>
          <p:cNvSpPr txBox="1"/>
          <p:nvPr/>
        </p:nvSpPr>
        <p:spPr>
          <a:xfrm>
            <a:off x="6907843" y="2331300"/>
            <a:ext cx="1802700" cy="937200"/>
          </a:xfrm>
          <a:prstGeom prst="rect">
            <a:avLst/>
          </a:prstGeom>
          <a:noFill/>
          <a:ln>
            <a:noFill/>
          </a:ln>
        </p:spPr>
        <p:txBody>
          <a:bodyPr anchorCtr="0" anchor="t" bIns="91425" lIns="91425" spcFirstLastPara="1" rIns="91425" wrap="square" tIns="182875">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Enterprise search</a:t>
            </a:r>
            <a:endParaRPr/>
          </a:p>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Access controls</a:t>
            </a:r>
            <a:endParaRPr/>
          </a:p>
        </p:txBody>
      </p:sp>
      <p:sp>
        <p:nvSpPr>
          <p:cNvPr id="1346" name="Google Shape;1346;p126"/>
          <p:cNvSpPr txBox="1"/>
          <p:nvPr/>
        </p:nvSpPr>
        <p:spPr>
          <a:xfrm>
            <a:off x="6907843" y="3268625"/>
            <a:ext cx="1802700" cy="937200"/>
          </a:xfrm>
          <a:prstGeom prst="rect">
            <a:avLst/>
          </a:prstGeom>
          <a:noFill/>
          <a:ln>
            <a:noFill/>
          </a:ln>
        </p:spPr>
        <p:txBody>
          <a:bodyPr anchorCtr="0" anchor="t" bIns="91425" lIns="91425" spcFirstLastPara="1" rIns="91425" wrap="square" tIns="182875">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Good governance</a:t>
            </a:r>
            <a:endParaRPr/>
          </a:p>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IT-friendly</a:t>
            </a:r>
            <a:endParaRPr/>
          </a:p>
        </p:txBody>
      </p:sp>
      <p:sp>
        <p:nvSpPr>
          <p:cNvPr id="1347" name="Google Shape;1347;p126"/>
          <p:cNvSpPr txBox="1"/>
          <p:nvPr/>
        </p:nvSpPr>
        <p:spPr>
          <a:xfrm>
            <a:off x="6907843" y="4205950"/>
            <a:ext cx="1802700" cy="937200"/>
          </a:xfrm>
          <a:prstGeom prst="rect">
            <a:avLst/>
          </a:prstGeom>
          <a:noFill/>
          <a:ln>
            <a:noFill/>
          </a:ln>
        </p:spPr>
        <p:txBody>
          <a:bodyPr anchorCtr="0" anchor="t" bIns="91425" lIns="91425" spcFirstLastPara="1" rIns="91425" wrap="square" tIns="182875">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Heavy setup</a:t>
            </a:r>
            <a:endParaRPr/>
          </a:p>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Slower time to value</a:t>
            </a:r>
            <a:endParaRPr/>
          </a:p>
        </p:txBody>
      </p:sp>
      <p:sp>
        <p:nvSpPr>
          <p:cNvPr id="1348" name="Google Shape;1348;p12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p>
            <a:pPr indent="0" lvl="0" marL="0" rtl="0" algn="r">
              <a:lnSpc>
                <a:spcPct val="100000"/>
              </a:lnSpc>
              <a:spcBef>
                <a:spcPts val="0"/>
              </a:spcBef>
              <a:spcAft>
                <a:spcPts val="0"/>
              </a:spcAft>
              <a:buSzPts val="700"/>
              <a:buNone/>
            </a:pPr>
            <a:r>
              <a:rPr lang="en" sz="700">
                <a:solidFill>
                  <a:schemeClr val="lt1"/>
                </a:solidFill>
                <a:latin typeface="DM Sans"/>
                <a:ea typeface="DM Sans"/>
                <a:cs typeface="DM Sans"/>
                <a:sym typeface="DM Sans"/>
              </a:rPr>
              <a:t>‹#›</a:t>
            </a:r>
            <a:endParaRPr/>
          </a:p>
        </p:txBody>
      </p:sp>
      <p:sp>
        <p:nvSpPr>
          <p:cNvPr id="1349" name="Google Shape;1349;p126"/>
          <p:cNvSpPr txBox="1"/>
          <p:nvPr>
            <p:ph type="title"/>
          </p:nvPr>
        </p:nvSpPr>
        <p:spPr>
          <a:xfrm>
            <a:off x="361975" y="988557"/>
            <a:ext cx="5018400" cy="6774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SzPts val="3000"/>
              <a:buNone/>
            </a:pPr>
            <a:r>
              <a:rPr lang="en" sz="2200"/>
              <a:t>Most alternatives solve either search or summarization. Few combine slide-aware parsing, citations, and admin feedback loops in one workflow.</a:t>
            </a:r>
            <a:endParaRPr/>
          </a:p>
        </p:txBody>
      </p:sp>
      <p:sp>
        <p:nvSpPr>
          <p:cNvPr id="1350" name="Google Shape;1350;p126"/>
          <p:cNvSpPr txBox="1"/>
          <p:nvPr>
            <p:ph idx="1" type="subTitle"/>
          </p:nvPr>
        </p:nvSpPr>
        <p:spPr>
          <a:xfrm>
            <a:off x="361975" y="732775"/>
            <a:ext cx="4163100" cy="153900"/>
          </a:xfrm>
          <a:prstGeom prst="rect">
            <a:avLst/>
          </a:prstGeom>
          <a:noFill/>
          <a:ln>
            <a:noFill/>
          </a:ln>
        </p:spPr>
        <p:txBody>
          <a:bodyPr anchorCtr="0" anchor="b" bIns="0" lIns="0" spcFirstLastPara="1" rIns="0" wrap="square" tIns="0">
            <a:spAutoFit/>
          </a:bodyPr>
          <a:lstStyle/>
          <a:p>
            <a:pPr indent="-304800" lvl="0" marL="457200" rtl="0" algn="l">
              <a:lnSpc>
                <a:spcPct val="115000"/>
              </a:lnSpc>
              <a:spcBef>
                <a:spcPts val="0"/>
              </a:spcBef>
              <a:spcAft>
                <a:spcPts val="0"/>
              </a:spcAft>
              <a:buSzPts val="1000"/>
              <a:buFont typeface="DM Sans Light"/>
              <a:buNone/>
            </a:pPr>
            <a:r>
              <a:rPr lang="en" sz="1000">
                <a:latin typeface="DM Sans Light"/>
                <a:ea typeface="DM Sans Light"/>
                <a:cs typeface="DM Sans Light"/>
                <a:sym typeface="DM Sans Light"/>
              </a:rPr>
              <a:t>COMPETITIVE LANDSCAPE</a:t>
            </a:r>
            <a:endParaRPr/>
          </a:p>
        </p:txBody>
      </p:sp>
      <p:sp>
        <p:nvSpPr>
          <p:cNvPr id="1351" name="Google Shape;1351;p126"/>
          <p:cNvSpPr txBox="1"/>
          <p:nvPr>
            <p:ph idx="2" type="subTitle"/>
          </p:nvPr>
        </p:nvSpPr>
        <p:spPr>
          <a:xfrm>
            <a:off x="361975" y="217725"/>
            <a:ext cx="4163100" cy="237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SzPts val="700"/>
              <a:buFont typeface="DM Sans"/>
              <a:buNone/>
            </a:pPr>
            <a:r>
              <a:rPr lang="en" sz="700">
                <a:latin typeface="DM Sans"/>
                <a:ea typeface="DM Sans"/>
                <a:cs typeface="DM Sans"/>
                <a:sym typeface="DM Sans"/>
              </a:rPr>
              <a:t>DeckPilot Labs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5" name="Shape 1355"/>
        <p:cNvGrpSpPr/>
        <p:nvPr/>
      </p:nvGrpSpPr>
      <p:grpSpPr>
        <a:xfrm>
          <a:off x="0" y="0"/>
          <a:ext cx="0" cy="0"/>
          <a:chOff x="0" y="0"/>
          <a:chExt cx="0" cy="0"/>
        </a:xfrm>
      </p:grpSpPr>
      <p:sp>
        <p:nvSpPr>
          <p:cNvPr id="1356" name="Google Shape;1356;p127"/>
          <p:cNvSpPr/>
          <p:nvPr/>
        </p:nvSpPr>
        <p:spPr>
          <a:xfrm>
            <a:off x="4565475" y="732776"/>
            <a:ext cx="4578600" cy="1276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DM Sans"/>
              <a:ea typeface="DM Sans"/>
              <a:cs typeface="DM Sans"/>
              <a:sym typeface="DM Sans"/>
            </a:endParaRPr>
          </a:p>
        </p:txBody>
      </p:sp>
      <p:sp>
        <p:nvSpPr>
          <p:cNvPr id="1357" name="Google Shape;1357;p127"/>
          <p:cNvSpPr/>
          <p:nvPr/>
        </p:nvSpPr>
        <p:spPr>
          <a:xfrm>
            <a:off x="4565475" y="2009342"/>
            <a:ext cx="4578600" cy="1276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DM Sans"/>
              <a:ea typeface="DM Sans"/>
              <a:cs typeface="DM Sans"/>
              <a:sym typeface="DM Sans"/>
            </a:endParaRPr>
          </a:p>
        </p:txBody>
      </p:sp>
      <p:sp>
        <p:nvSpPr>
          <p:cNvPr id="1358" name="Google Shape;1358;p127"/>
          <p:cNvSpPr/>
          <p:nvPr/>
        </p:nvSpPr>
        <p:spPr>
          <a:xfrm>
            <a:off x="4565475" y="3281209"/>
            <a:ext cx="4578600" cy="12765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DM Sans"/>
              <a:ea typeface="DM Sans"/>
              <a:cs typeface="DM Sans"/>
              <a:sym typeface="DM Sans"/>
            </a:endParaRPr>
          </a:p>
        </p:txBody>
      </p:sp>
      <p:sp>
        <p:nvSpPr>
          <p:cNvPr id="1359" name="Google Shape;1359;p12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p>
            <a:pPr indent="0" lvl="0" marL="0" rtl="0" algn="r">
              <a:lnSpc>
                <a:spcPct val="100000"/>
              </a:lnSpc>
              <a:spcBef>
                <a:spcPts val="0"/>
              </a:spcBef>
              <a:spcAft>
                <a:spcPts val="0"/>
              </a:spcAft>
              <a:buSzPts val="700"/>
              <a:buNone/>
            </a:pPr>
            <a:r>
              <a:rPr lang="en" sz="700">
                <a:solidFill>
                  <a:schemeClr val="lt1"/>
                </a:solidFill>
                <a:latin typeface="DM Sans"/>
                <a:ea typeface="DM Sans"/>
                <a:cs typeface="DM Sans"/>
                <a:sym typeface="DM Sans"/>
              </a:rPr>
              <a:t>‹#›</a:t>
            </a:r>
            <a:endParaRPr/>
          </a:p>
        </p:txBody>
      </p:sp>
      <p:sp>
        <p:nvSpPr>
          <p:cNvPr id="1360" name="Google Shape;1360;p127"/>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SzPts val="700"/>
              <a:buFont typeface="DM Sans"/>
              <a:buNone/>
            </a:pPr>
            <a:r>
              <a:rPr lang="en" sz="700">
                <a:latin typeface="DM Sans"/>
                <a:ea typeface="DM Sans"/>
                <a:cs typeface="DM Sans"/>
                <a:sym typeface="DM Sans"/>
              </a:rPr>
              <a:t>DeckPilot Labs</a:t>
            </a:r>
            <a:endParaRPr/>
          </a:p>
        </p:txBody>
      </p:sp>
      <p:sp>
        <p:nvSpPr>
          <p:cNvPr id="1361" name="Google Shape;1361;p127"/>
          <p:cNvSpPr txBox="1"/>
          <p:nvPr>
            <p:ph idx="2" type="body"/>
          </p:nvPr>
        </p:nvSpPr>
        <p:spPr>
          <a:xfrm>
            <a:off x="4845475" y="1361028"/>
            <a:ext cx="3382500" cy="307800"/>
          </a:xfrm>
          <a:prstGeom prst="rect">
            <a:avLst/>
          </a:prstGeom>
          <a:noFill/>
          <a:ln>
            <a:noFill/>
          </a:ln>
        </p:spPr>
        <p:txBody>
          <a:bodyPr anchorCtr="0" anchor="t" bIns="0" lIns="0" spcFirstLastPara="1" rIns="0" wrap="square" tIns="0">
            <a:spAutoFit/>
          </a:bodyPr>
          <a:lstStyle/>
          <a:p>
            <a:pPr indent="-292100" lvl="0" marL="457200" rtl="0" algn="l">
              <a:lnSpc>
                <a:spcPct val="115000"/>
              </a:lnSpc>
              <a:spcBef>
                <a:spcPts val="0"/>
              </a:spcBef>
              <a:spcAft>
                <a:spcPts val="0"/>
              </a:spcAft>
              <a:buClr>
                <a:schemeClr val="lt1"/>
              </a:buClr>
              <a:buSzPts val="1000"/>
              <a:buFont typeface="DM Sans"/>
              <a:buChar char="●"/>
            </a:pPr>
            <a:r>
              <a:rPr lang="en" sz="1000"/>
              <a:t>The biggest gap in the market is not document access; it is trustworthy answers from presentation-native content.</a:t>
            </a:r>
            <a:endParaRPr/>
          </a:p>
        </p:txBody>
      </p:sp>
      <p:sp>
        <p:nvSpPr>
          <p:cNvPr id="1362" name="Google Shape;1362;p127"/>
          <p:cNvSpPr txBox="1"/>
          <p:nvPr>
            <p:ph idx="3" type="subTitle"/>
          </p:nvPr>
        </p:nvSpPr>
        <p:spPr>
          <a:xfrm>
            <a:off x="4845475" y="1028377"/>
            <a:ext cx="3382500" cy="215400"/>
          </a:xfrm>
          <a:prstGeom prst="rect">
            <a:avLst/>
          </a:prstGeom>
          <a:noFill/>
          <a:ln>
            <a:noFill/>
          </a:ln>
        </p:spPr>
        <p:txBody>
          <a:bodyPr anchorCtr="0" anchor="t" bIns="0" lIns="0" spcFirstLastPara="1" rIns="0" wrap="square" tIns="0">
            <a:spAutoFit/>
          </a:bodyPr>
          <a:lstStyle/>
          <a:p>
            <a:pPr indent="-304800" lvl="0" marL="457200" rtl="0" algn="l">
              <a:lnSpc>
                <a:spcPct val="115000"/>
              </a:lnSpc>
              <a:spcBef>
                <a:spcPts val="0"/>
              </a:spcBef>
              <a:spcAft>
                <a:spcPts val="0"/>
              </a:spcAft>
              <a:buSzPts val="1400"/>
              <a:buNone/>
            </a:pPr>
            <a:r>
              <a:rPr lang="en"/>
              <a:t>Key learning 1</a:t>
            </a:r>
            <a:endParaRPr/>
          </a:p>
        </p:txBody>
      </p:sp>
      <p:sp>
        <p:nvSpPr>
          <p:cNvPr id="1363" name="Google Shape;1363;p127"/>
          <p:cNvSpPr txBox="1"/>
          <p:nvPr>
            <p:ph idx="4" type="body"/>
          </p:nvPr>
        </p:nvSpPr>
        <p:spPr>
          <a:xfrm>
            <a:off x="4845475" y="2595865"/>
            <a:ext cx="3382500" cy="307800"/>
          </a:xfrm>
          <a:prstGeom prst="rect">
            <a:avLst/>
          </a:prstGeom>
          <a:noFill/>
          <a:ln>
            <a:noFill/>
          </a:ln>
        </p:spPr>
        <p:txBody>
          <a:bodyPr anchorCtr="0" anchor="t" bIns="0" lIns="0" spcFirstLastPara="1" rIns="0" wrap="square" tIns="0">
            <a:spAutoFit/>
          </a:bodyPr>
          <a:lstStyle/>
          <a:p>
            <a:pPr indent="-292100" lvl="0" marL="457200" rtl="0" algn="l">
              <a:lnSpc>
                <a:spcPct val="115000"/>
              </a:lnSpc>
              <a:spcBef>
                <a:spcPts val="0"/>
              </a:spcBef>
              <a:spcAft>
                <a:spcPts val="0"/>
              </a:spcAft>
              <a:buClr>
                <a:schemeClr val="dk1"/>
              </a:buClr>
              <a:buSzPts val="1000"/>
              <a:buFont typeface="DM Sans"/>
              <a:buChar char="●"/>
            </a:pPr>
            <a:r>
              <a:rPr lang="en" sz="1000">
                <a:solidFill>
                  <a:schemeClr val="dk1"/>
                </a:solidFill>
              </a:rPr>
              <a:t>When slide titles, speaker notes, and appendix references are preserved, citation quality improves and users trust the answer more quickly.</a:t>
            </a:r>
            <a:endParaRPr/>
          </a:p>
        </p:txBody>
      </p:sp>
      <p:sp>
        <p:nvSpPr>
          <p:cNvPr id="1364" name="Google Shape;1364;p127"/>
          <p:cNvSpPr txBox="1"/>
          <p:nvPr>
            <p:ph idx="5" type="subTitle"/>
          </p:nvPr>
        </p:nvSpPr>
        <p:spPr>
          <a:xfrm>
            <a:off x="4845475" y="2263215"/>
            <a:ext cx="3382500" cy="215400"/>
          </a:xfrm>
          <a:prstGeom prst="rect">
            <a:avLst/>
          </a:prstGeom>
          <a:noFill/>
          <a:ln>
            <a:noFill/>
          </a:ln>
        </p:spPr>
        <p:txBody>
          <a:bodyPr anchorCtr="0" anchor="t" bIns="0" lIns="0" spcFirstLastPara="1" rIns="0" wrap="square" tIns="0">
            <a:spAutoFit/>
          </a:bodyPr>
          <a:lstStyle/>
          <a:p>
            <a:pPr indent="-304800" lvl="0" marL="457200" rtl="0" algn="l">
              <a:lnSpc>
                <a:spcPct val="115000"/>
              </a:lnSpc>
              <a:spcBef>
                <a:spcPts val="0"/>
              </a:spcBef>
              <a:spcAft>
                <a:spcPts val="0"/>
              </a:spcAft>
              <a:buClr>
                <a:schemeClr val="dk1"/>
              </a:buClr>
              <a:buSzPts val="1400"/>
              <a:buNone/>
            </a:pPr>
            <a:r>
              <a:rPr lang="en">
                <a:solidFill>
                  <a:schemeClr val="dk1"/>
                </a:solidFill>
              </a:rPr>
              <a:t>Key learning 2</a:t>
            </a:r>
            <a:endParaRPr/>
          </a:p>
        </p:txBody>
      </p:sp>
      <p:sp>
        <p:nvSpPr>
          <p:cNvPr id="1365" name="Google Shape;1365;p127"/>
          <p:cNvSpPr txBox="1"/>
          <p:nvPr>
            <p:ph idx="6" type="body"/>
          </p:nvPr>
        </p:nvSpPr>
        <p:spPr>
          <a:xfrm>
            <a:off x="4845475" y="3870078"/>
            <a:ext cx="3382500" cy="307800"/>
          </a:xfrm>
          <a:prstGeom prst="rect">
            <a:avLst/>
          </a:prstGeom>
          <a:noFill/>
          <a:ln>
            <a:noFill/>
          </a:ln>
        </p:spPr>
        <p:txBody>
          <a:bodyPr anchorCtr="0" anchor="t" bIns="0" lIns="0" spcFirstLastPara="1" rIns="0" wrap="square" tIns="0">
            <a:spAutoFit/>
          </a:bodyPr>
          <a:lstStyle/>
          <a:p>
            <a:pPr indent="-292100" lvl="0" marL="457200" rtl="0" algn="l">
              <a:lnSpc>
                <a:spcPct val="100000"/>
              </a:lnSpc>
              <a:spcBef>
                <a:spcPts val="0"/>
              </a:spcBef>
              <a:spcAft>
                <a:spcPts val="0"/>
              </a:spcAft>
              <a:buClr>
                <a:schemeClr val="dk1"/>
              </a:buClr>
              <a:buSzPts val="1000"/>
              <a:buFont typeface="DM Sans"/>
              <a:buChar char="●"/>
            </a:pPr>
            <a:r>
              <a:rPr lang="en" sz="1000">
                <a:solidFill>
                  <a:schemeClr val="dk1"/>
                </a:solidFill>
              </a:rPr>
              <a:t>Deployment works best when the product connects to familiar systems such as shared drives, CRM playbooks, and LMS content libraries.</a:t>
            </a:r>
            <a:endParaRPr/>
          </a:p>
        </p:txBody>
      </p:sp>
      <p:sp>
        <p:nvSpPr>
          <p:cNvPr id="1366" name="Google Shape;1366;p127"/>
          <p:cNvSpPr txBox="1"/>
          <p:nvPr>
            <p:ph idx="7" type="subTitle"/>
          </p:nvPr>
        </p:nvSpPr>
        <p:spPr>
          <a:xfrm>
            <a:off x="4845475" y="3537427"/>
            <a:ext cx="3382500" cy="215400"/>
          </a:xfrm>
          <a:prstGeom prst="rect">
            <a:avLst/>
          </a:prstGeom>
          <a:noFill/>
          <a:ln>
            <a:noFill/>
          </a:ln>
        </p:spPr>
        <p:txBody>
          <a:bodyPr anchorCtr="0" anchor="t" bIns="0" lIns="0" spcFirstLastPara="1" rIns="0" wrap="square" tIns="0">
            <a:spAutoFit/>
          </a:bodyPr>
          <a:lstStyle/>
          <a:p>
            <a:pPr indent="-304800" lvl="0" marL="457200" rtl="0" algn="l">
              <a:lnSpc>
                <a:spcPct val="115000"/>
              </a:lnSpc>
              <a:spcBef>
                <a:spcPts val="0"/>
              </a:spcBef>
              <a:spcAft>
                <a:spcPts val="0"/>
              </a:spcAft>
              <a:buClr>
                <a:schemeClr val="dk1"/>
              </a:buClr>
              <a:buSzPts val="1400"/>
              <a:buNone/>
            </a:pPr>
            <a:r>
              <a:rPr lang="en">
                <a:solidFill>
                  <a:schemeClr val="dk1"/>
                </a:solidFill>
              </a:rPr>
              <a:t>Key learning 3</a:t>
            </a:r>
            <a:endParaRPr/>
          </a:p>
        </p:txBody>
      </p:sp>
      <p:sp>
        <p:nvSpPr>
          <p:cNvPr id="1367" name="Google Shape;1367;p127"/>
          <p:cNvSpPr txBox="1"/>
          <p:nvPr>
            <p:ph type="title"/>
          </p:nvPr>
        </p:nvSpPr>
        <p:spPr>
          <a:xfrm>
            <a:off x="361975" y="988555"/>
            <a:ext cx="3860100" cy="23703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SzPts val="3000"/>
              <a:buNone/>
            </a:pPr>
            <a:r>
              <a:rPr lang="en" sz="2200"/>
              <a:t>Teams are willing to pay when the product reduces repeated questions, shortens onboarding time, and produces visible admin insights within weeks.</a:t>
            </a:r>
            <a:endParaRPr/>
          </a:p>
        </p:txBody>
      </p:sp>
      <p:sp>
        <p:nvSpPr>
          <p:cNvPr id="1368" name="Google Shape;1368;p127"/>
          <p:cNvSpPr txBox="1"/>
          <p:nvPr>
            <p:ph idx="8" type="subTitle"/>
          </p:nvPr>
        </p:nvSpPr>
        <p:spPr>
          <a:xfrm>
            <a:off x="361975" y="732775"/>
            <a:ext cx="3860100" cy="153900"/>
          </a:xfrm>
          <a:prstGeom prst="rect">
            <a:avLst/>
          </a:prstGeom>
          <a:noFill/>
          <a:ln>
            <a:noFill/>
          </a:ln>
        </p:spPr>
        <p:txBody>
          <a:bodyPr anchorCtr="0" anchor="b" bIns="0" lIns="0" spcFirstLastPara="1" rIns="0" wrap="square" tIns="0">
            <a:spAutoFit/>
          </a:bodyPr>
          <a:lstStyle/>
          <a:p>
            <a:pPr indent="-304800" lvl="0" marL="457200" rtl="0" algn="l">
              <a:lnSpc>
                <a:spcPct val="115000"/>
              </a:lnSpc>
              <a:spcBef>
                <a:spcPts val="0"/>
              </a:spcBef>
              <a:spcAft>
                <a:spcPts val="0"/>
              </a:spcAft>
              <a:buSzPts val="1000"/>
              <a:buFont typeface="DM Sans Light"/>
              <a:buNone/>
            </a:pPr>
            <a:r>
              <a:rPr lang="en" sz="1000">
                <a:latin typeface="DM Sans Light"/>
                <a:ea typeface="DM Sans Light"/>
                <a:cs typeface="DM Sans Light"/>
                <a:sym typeface="DM Sans Light"/>
              </a:rPr>
              <a:t>THE OPPORTUNITY</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2" name="Shape 1372"/>
        <p:cNvGrpSpPr/>
        <p:nvPr/>
      </p:nvGrpSpPr>
      <p:grpSpPr>
        <a:xfrm>
          <a:off x="0" y="0"/>
          <a:ext cx="0" cy="0"/>
          <a:chOff x="0" y="0"/>
          <a:chExt cx="0" cy="0"/>
        </a:xfrm>
      </p:grpSpPr>
      <p:sp>
        <p:nvSpPr>
          <p:cNvPr id="1373" name="Google Shape;1373;p128"/>
          <p:cNvSpPr/>
          <p:nvPr/>
        </p:nvSpPr>
        <p:spPr>
          <a:xfrm>
            <a:off x="4565475" y="732776"/>
            <a:ext cx="4578600" cy="1276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DM Sans"/>
              <a:ea typeface="DM Sans"/>
              <a:cs typeface="DM Sans"/>
              <a:sym typeface="DM Sans"/>
            </a:endParaRPr>
          </a:p>
        </p:txBody>
      </p:sp>
      <p:sp>
        <p:nvSpPr>
          <p:cNvPr id="1374" name="Google Shape;1374;p128"/>
          <p:cNvSpPr/>
          <p:nvPr/>
        </p:nvSpPr>
        <p:spPr>
          <a:xfrm>
            <a:off x="4565475" y="2009342"/>
            <a:ext cx="4578600" cy="12765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DM Sans"/>
              <a:ea typeface="DM Sans"/>
              <a:cs typeface="DM Sans"/>
              <a:sym typeface="DM Sans"/>
            </a:endParaRPr>
          </a:p>
        </p:txBody>
      </p:sp>
      <p:sp>
        <p:nvSpPr>
          <p:cNvPr id="1375" name="Google Shape;1375;p128"/>
          <p:cNvSpPr/>
          <p:nvPr/>
        </p:nvSpPr>
        <p:spPr>
          <a:xfrm>
            <a:off x="4565475" y="3281209"/>
            <a:ext cx="4578600" cy="12765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DM Sans"/>
              <a:ea typeface="DM Sans"/>
              <a:cs typeface="DM Sans"/>
              <a:sym typeface="DM Sans"/>
            </a:endParaRPr>
          </a:p>
        </p:txBody>
      </p:sp>
      <p:sp>
        <p:nvSpPr>
          <p:cNvPr id="1376" name="Google Shape;1376;p12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p>
            <a:pPr indent="0" lvl="0" marL="0" rtl="0" algn="r">
              <a:lnSpc>
                <a:spcPct val="100000"/>
              </a:lnSpc>
              <a:spcBef>
                <a:spcPts val="0"/>
              </a:spcBef>
              <a:spcAft>
                <a:spcPts val="0"/>
              </a:spcAft>
              <a:buSzPts val="700"/>
              <a:buNone/>
            </a:pPr>
            <a:r>
              <a:rPr lang="en" sz="700">
                <a:solidFill>
                  <a:schemeClr val="dk1"/>
                </a:solidFill>
                <a:latin typeface="DM Sans"/>
                <a:ea typeface="DM Sans"/>
                <a:cs typeface="DM Sans"/>
                <a:sym typeface="DM Sans"/>
              </a:rPr>
              <a:t>‹#›</a:t>
            </a:r>
            <a:endParaRPr/>
          </a:p>
        </p:txBody>
      </p:sp>
      <p:sp>
        <p:nvSpPr>
          <p:cNvPr id="1377" name="Google Shape;1377;p128"/>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Clr>
                <a:schemeClr val="dk1"/>
              </a:buClr>
              <a:buSzPts val="700"/>
              <a:buFont typeface="DM Sans"/>
              <a:buNone/>
            </a:pPr>
            <a:r>
              <a:rPr lang="en" sz="700">
                <a:solidFill>
                  <a:schemeClr val="dk1"/>
                </a:solidFill>
                <a:latin typeface="DM Sans"/>
                <a:ea typeface="DM Sans"/>
                <a:cs typeface="DM Sans"/>
                <a:sym typeface="DM Sans"/>
              </a:rPr>
              <a:t>DeckPilot Labs</a:t>
            </a:r>
            <a:endParaRPr/>
          </a:p>
        </p:txBody>
      </p:sp>
      <p:sp>
        <p:nvSpPr>
          <p:cNvPr id="1378" name="Google Shape;1378;p128"/>
          <p:cNvSpPr txBox="1"/>
          <p:nvPr>
            <p:ph idx="2" type="body"/>
          </p:nvPr>
        </p:nvSpPr>
        <p:spPr>
          <a:xfrm>
            <a:off x="4845475" y="1217128"/>
            <a:ext cx="3382500" cy="684900"/>
          </a:xfrm>
          <a:prstGeom prst="rect">
            <a:avLst/>
          </a:prstGeom>
          <a:noFill/>
          <a:ln>
            <a:noFill/>
          </a:ln>
        </p:spPr>
        <p:txBody>
          <a:bodyPr anchorCtr="0" anchor="t" bIns="0" lIns="0" spcFirstLastPara="1" rIns="0" wrap="square" tIns="0">
            <a:spAutoFit/>
          </a:bodyPr>
          <a:lstStyle/>
          <a:p>
            <a:pPr indent="-292100" lvl="0" marL="457200" rtl="0" algn="l">
              <a:lnSpc>
                <a:spcPct val="115000"/>
              </a:lnSpc>
              <a:spcBef>
                <a:spcPts val="0"/>
              </a:spcBef>
              <a:spcAft>
                <a:spcPts val="0"/>
              </a:spcAft>
              <a:buClr>
                <a:schemeClr val="lt1"/>
              </a:buClr>
              <a:buSzPts val="1000"/>
              <a:buFont typeface="DM Sans"/>
              <a:buChar char="●"/>
            </a:pPr>
            <a:r>
              <a:rPr lang="en" sz="1000"/>
              <a:t>Presentation-heavy teams show value quickly because the same questions repeat after launches, trainings, and quarterly business reviews.</a:t>
            </a:r>
            <a:endParaRPr/>
          </a:p>
        </p:txBody>
      </p:sp>
      <p:sp>
        <p:nvSpPr>
          <p:cNvPr id="1379" name="Google Shape;1379;p128"/>
          <p:cNvSpPr txBox="1"/>
          <p:nvPr>
            <p:ph idx="3" type="subTitle"/>
          </p:nvPr>
        </p:nvSpPr>
        <p:spPr>
          <a:xfrm>
            <a:off x="4845475" y="1028377"/>
            <a:ext cx="3382500" cy="215400"/>
          </a:xfrm>
          <a:prstGeom prst="rect">
            <a:avLst/>
          </a:prstGeom>
          <a:noFill/>
          <a:ln>
            <a:noFill/>
          </a:ln>
        </p:spPr>
        <p:txBody>
          <a:bodyPr anchorCtr="0" anchor="t" bIns="0" lIns="0" spcFirstLastPara="1" rIns="0" wrap="square" tIns="0">
            <a:spAutoFit/>
          </a:bodyPr>
          <a:lstStyle/>
          <a:p>
            <a:pPr indent="-304800" lvl="0" marL="457200" rtl="0" algn="l">
              <a:lnSpc>
                <a:spcPct val="115000"/>
              </a:lnSpc>
              <a:spcBef>
                <a:spcPts val="0"/>
              </a:spcBef>
              <a:spcAft>
                <a:spcPts val="0"/>
              </a:spcAft>
              <a:buSzPts val="1400"/>
              <a:buNone/>
            </a:pPr>
            <a:r>
              <a:rPr lang="en"/>
              <a:t>Key learning 1</a:t>
            </a:r>
            <a:endParaRPr/>
          </a:p>
        </p:txBody>
      </p:sp>
      <p:sp>
        <p:nvSpPr>
          <p:cNvPr id="1380" name="Google Shape;1380;p128"/>
          <p:cNvSpPr txBox="1"/>
          <p:nvPr>
            <p:ph idx="4" type="body"/>
          </p:nvPr>
        </p:nvSpPr>
        <p:spPr>
          <a:xfrm>
            <a:off x="4845475" y="2595865"/>
            <a:ext cx="3382500" cy="307800"/>
          </a:xfrm>
          <a:prstGeom prst="rect">
            <a:avLst/>
          </a:prstGeom>
          <a:noFill/>
          <a:ln>
            <a:noFill/>
          </a:ln>
        </p:spPr>
        <p:txBody>
          <a:bodyPr anchorCtr="0" anchor="t" bIns="0" lIns="0" spcFirstLastPara="1" rIns="0" wrap="square" tIns="0">
            <a:spAutoFit/>
          </a:bodyPr>
          <a:lstStyle/>
          <a:p>
            <a:pPr indent="-292100" lvl="0" marL="457200" rtl="0" algn="l">
              <a:lnSpc>
                <a:spcPct val="115000"/>
              </a:lnSpc>
              <a:spcBef>
                <a:spcPts val="0"/>
              </a:spcBef>
              <a:spcAft>
                <a:spcPts val="0"/>
              </a:spcAft>
              <a:buClr>
                <a:schemeClr val="dk1"/>
              </a:buClr>
              <a:buSzPts val="1000"/>
              <a:buFont typeface="DM Sans"/>
              <a:buChar char="●"/>
            </a:pPr>
            <a:r>
              <a:rPr lang="en" sz="1000">
                <a:solidFill>
                  <a:schemeClr val="dk1"/>
                </a:solidFill>
              </a:rPr>
              <a:t>Sales enablement creates the highest early query volume because launch decks, pricing changes, and objection handling evolve every quarter.</a:t>
            </a:r>
            <a:endParaRPr/>
          </a:p>
        </p:txBody>
      </p:sp>
      <p:sp>
        <p:nvSpPr>
          <p:cNvPr id="1381" name="Google Shape;1381;p128"/>
          <p:cNvSpPr txBox="1"/>
          <p:nvPr>
            <p:ph idx="5" type="subTitle"/>
          </p:nvPr>
        </p:nvSpPr>
        <p:spPr>
          <a:xfrm>
            <a:off x="4845475" y="2263215"/>
            <a:ext cx="3382500" cy="215400"/>
          </a:xfrm>
          <a:prstGeom prst="rect">
            <a:avLst/>
          </a:prstGeom>
          <a:noFill/>
          <a:ln>
            <a:noFill/>
          </a:ln>
        </p:spPr>
        <p:txBody>
          <a:bodyPr anchorCtr="0" anchor="t" bIns="0" lIns="0" spcFirstLastPara="1" rIns="0" wrap="square" tIns="0">
            <a:spAutoFit/>
          </a:bodyPr>
          <a:lstStyle/>
          <a:p>
            <a:pPr indent="-304800" lvl="0" marL="457200" rtl="0" algn="l">
              <a:lnSpc>
                <a:spcPct val="115000"/>
              </a:lnSpc>
              <a:spcBef>
                <a:spcPts val="0"/>
              </a:spcBef>
              <a:spcAft>
                <a:spcPts val="0"/>
              </a:spcAft>
              <a:buClr>
                <a:schemeClr val="dk1"/>
              </a:buClr>
              <a:buSzPts val="1400"/>
              <a:buNone/>
            </a:pPr>
            <a:r>
              <a:rPr lang="en">
                <a:solidFill>
                  <a:schemeClr val="dk1"/>
                </a:solidFill>
              </a:rPr>
              <a:t>Key learning 2</a:t>
            </a:r>
            <a:endParaRPr/>
          </a:p>
        </p:txBody>
      </p:sp>
      <p:sp>
        <p:nvSpPr>
          <p:cNvPr id="1382" name="Google Shape;1382;p128"/>
          <p:cNvSpPr txBox="1"/>
          <p:nvPr>
            <p:ph idx="6" type="body"/>
          </p:nvPr>
        </p:nvSpPr>
        <p:spPr>
          <a:xfrm>
            <a:off x="4845475" y="3870078"/>
            <a:ext cx="3382500" cy="307800"/>
          </a:xfrm>
          <a:prstGeom prst="rect">
            <a:avLst/>
          </a:prstGeom>
          <a:noFill/>
          <a:ln>
            <a:noFill/>
          </a:ln>
        </p:spPr>
        <p:txBody>
          <a:bodyPr anchorCtr="0" anchor="t" bIns="0" lIns="0" spcFirstLastPara="1" rIns="0" wrap="square" tIns="0">
            <a:spAutoFit/>
          </a:bodyPr>
          <a:lstStyle/>
          <a:p>
            <a:pPr indent="-292100" lvl="0" marL="457200" rtl="0" algn="l">
              <a:lnSpc>
                <a:spcPct val="100000"/>
              </a:lnSpc>
              <a:spcBef>
                <a:spcPts val="0"/>
              </a:spcBef>
              <a:spcAft>
                <a:spcPts val="0"/>
              </a:spcAft>
              <a:buSzPts val="1000"/>
              <a:buFont typeface="DM Sans"/>
              <a:buChar char="●"/>
            </a:pPr>
            <a:r>
              <a:rPr lang="en" sz="1000"/>
              <a:t>Customer success teams care about source freshness, especially when renewals depend on current implementation steps or packaging details.</a:t>
            </a:r>
            <a:endParaRPr/>
          </a:p>
        </p:txBody>
      </p:sp>
      <p:sp>
        <p:nvSpPr>
          <p:cNvPr id="1383" name="Google Shape;1383;p128"/>
          <p:cNvSpPr txBox="1"/>
          <p:nvPr>
            <p:ph idx="7" type="subTitle"/>
          </p:nvPr>
        </p:nvSpPr>
        <p:spPr>
          <a:xfrm>
            <a:off x="4845475" y="3537427"/>
            <a:ext cx="3382500" cy="215400"/>
          </a:xfrm>
          <a:prstGeom prst="rect">
            <a:avLst/>
          </a:prstGeom>
          <a:noFill/>
          <a:ln>
            <a:noFill/>
          </a:ln>
        </p:spPr>
        <p:txBody>
          <a:bodyPr anchorCtr="0" anchor="t" bIns="0" lIns="0" spcFirstLastPara="1" rIns="0" wrap="square" tIns="0">
            <a:spAutoFit/>
          </a:bodyPr>
          <a:lstStyle/>
          <a:p>
            <a:pPr indent="-304800" lvl="0" marL="457200" rtl="0" algn="l">
              <a:lnSpc>
                <a:spcPct val="115000"/>
              </a:lnSpc>
              <a:spcBef>
                <a:spcPts val="0"/>
              </a:spcBef>
              <a:spcAft>
                <a:spcPts val="0"/>
              </a:spcAft>
              <a:buSzPts val="1400"/>
              <a:buNone/>
            </a:pPr>
            <a:r>
              <a:rPr lang="en"/>
              <a:t>Key learning 3</a:t>
            </a:r>
            <a:endParaRPr/>
          </a:p>
        </p:txBody>
      </p:sp>
      <p:sp>
        <p:nvSpPr>
          <p:cNvPr id="1384" name="Google Shape;1384;p128"/>
          <p:cNvSpPr txBox="1"/>
          <p:nvPr>
            <p:ph type="title"/>
          </p:nvPr>
        </p:nvSpPr>
        <p:spPr>
          <a:xfrm>
            <a:off x="361975" y="988555"/>
            <a:ext cx="3860100" cy="23703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SzPts val="3000"/>
              <a:buNone/>
            </a:pPr>
            <a:r>
              <a:rPr lang="en" sz="2200">
                <a:solidFill>
                  <a:schemeClr val="dk1"/>
                </a:solidFill>
              </a:rPr>
              <a:t>Regulated teams need role-based access, answer logs, and a way to distinguish draft decks from approved content.</a:t>
            </a:r>
            <a:endParaRPr/>
          </a:p>
        </p:txBody>
      </p:sp>
      <p:sp>
        <p:nvSpPr>
          <p:cNvPr id="1385" name="Google Shape;1385;p128"/>
          <p:cNvSpPr txBox="1"/>
          <p:nvPr>
            <p:ph idx="8" type="subTitle"/>
          </p:nvPr>
        </p:nvSpPr>
        <p:spPr>
          <a:xfrm>
            <a:off x="361975" y="732775"/>
            <a:ext cx="3860100" cy="153900"/>
          </a:xfrm>
          <a:prstGeom prst="rect">
            <a:avLst/>
          </a:prstGeom>
          <a:noFill/>
          <a:ln>
            <a:noFill/>
          </a:ln>
        </p:spPr>
        <p:txBody>
          <a:bodyPr anchorCtr="0" anchor="b" bIns="0" lIns="0" spcFirstLastPara="1" rIns="0" wrap="square" tIns="0">
            <a:spAutoFit/>
          </a:bodyPr>
          <a:lstStyle/>
          <a:p>
            <a:pPr indent="-304800" lvl="0" marL="457200" rtl="0" algn="l">
              <a:lnSpc>
                <a:spcPct val="115000"/>
              </a:lnSpc>
              <a:spcBef>
                <a:spcPts val="0"/>
              </a:spcBef>
              <a:spcAft>
                <a:spcPts val="0"/>
              </a:spcAft>
              <a:buClr>
                <a:schemeClr val="dk1"/>
              </a:buClr>
              <a:buSzPts val="1000"/>
              <a:buFont typeface="DM Sans Light"/>
              <a:buNone/>
            </a:pPr>
            <a:r>
              <a:rPr lang="en" sz="1000">
                <a:solidFill>
                  <a:schemeClr val="dk1"/>
                </a:solidFill>
                <a:latin typeface="DM Sans Light"/>
                <a:ea typeface="DM Sans Light"/>
                <a:cs typeface="DM Sans Light"/>
                <a:sym typeface="DM Sans Light"/>
              </a:rPr>
              <a:t>THE OPPORTUNITY</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9" name="Shape 1389"/>
        <p:cNvGrpSpPr/>
        <p:nvPr/>
      </p:nvGrpSpPr>
      <p:grpSpPr>
        <a:xfrm>
          <a:off x="0" y="0"/>
          <a:ext cx="0" cy="0"/>
          <a:chOff x="0" y="0"/>
          <a:chExt cx="0" cy="0"/>
        </a:xfrm>
      </p:grpSpPr>
      <p:sp>
        <p:nvSpPr>
          <p:cNvPr id="1390" name="Google Shape;1390;p129"/>
          <p:cNvSpPr/>
          <p:nvPr/>
        </p:nvSpPr>
        <p:spPr>
          <a:xfrm>
            <a:off x="4565475" y="0"/>
            <a:ext cx="2294400" cy="14868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DM Sans"/>
              <a:ea typeface="DM Sans"/>
              <a:cs typeface="DM Sans"/>
              <a:sym typeface="DM Sans"/>
            </a:endParaRPr>
          </a:p>
        </p:txBody>
      </p:sp>
      <p:sp>
        <p:nvSpPr>
          <p:cNvPr id="1391" name="Google Shape;1391;p129"/>
          <p:cNvSpPr/>
          <p:nvPr/>
        </p:nvSpPr>
        <p:spPr>
          <a:xfrm>
            <a:off x="6849550" y="0"/>
            <a:ext cx="2294400" cy="29736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DM Sans"/>
              <a:ea typeface="DM Sans"/>
              <a:cs typeface="DM Sans"/>
              <a:sym typeface="DM Sans"/>
            </a:endParaRPr>
          </a:p>
        </p:txBody>
      </p:sp>
      <p:sp>
        <p:nvSpPr>
          <p:cNvPr id="1392" name="Google Shape;1392;p129"/>
          <p:cNvSpPr/>
          <p:nvPr/>
        </p:nvSpPr>
        <p:spPr>
          <a:xfrm>
            <a:off x="4565475" y="1486800"/>
            <a:ext cx="2294400" cy="14868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DM Sans"/>
              <a:ea typeface="DM Sans"/>
              <a:cs typeface="DM Sans"/>
              <a:sym typeface="DM Sans"/>
            </a:endParaRPr>
          </a:p>
        </p:txBody>
      </p:sp>
      <p:sp>
        <p:nvSpPr>
          <p:cNvPr id="1393" name="Google Shape;1393;p129"/>
          <p:cNvSpPr/>
          <p:nvPr/>
        </p:nvSpPr>
        <p:spPr>
          <a:xfrm>
            <a:off x="4565475" y="2973600"/>
            <a:ext cx="4578600" cy="21702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DM Sans"/>
              <a:ea typeface="DM Sans"/>
              <a:cs typeface="DM Sans"/>
              <a:sym typeface="DM Sans"/>
            </a:endParaRPr>
          </a:p>
        </p:txBody>
      </p:sp>
      <p:sp>
        <p:nvSpPr>
          <p:cNvPr id="1394" name="Google Shape;1394;p129"/>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Clr>
                <a:schemeClr val="dk1"/>
              </a:buClr>
              <a:buSzPts val="700"/>
              <a:buFont typeface="DM Sans"/>
              <a:buNone/>
            </a:pPr>
            <a:r>
              <a:rPr lang="en" sz="700">
                <a:solidFill>
                  <a:schemeClr val="dk1"/>
                </a:solidFill>
                <a:latin typeface="DM Sans"/>
                <a:ea typeface="DM Sans"/>
                <a:cs typeface="DM Sans"/>
                <a:sym typeface="DM Sans"/>
              </a:rPr>
              <a:t>DeckPilot Labs</a:t>
            </a:r>
            <a:endParaRPr/>
          </a:p>
        </p:txBody>
      </p:sp>
      <p:sp>
        <p:nvSpPr>
          <p:cNvPr id="1395" name="Google Shape;1395;p129"/>
          <p:cNvSpPr txBox="1"/>
          <p:nvPr>
            <p:ph type="title"/>
          </p:nvPr>
        </p:nvSpPr>
        <p:spPr>
          <a:xfrm>
            <a:off x="361975" y="988555"/>
            <a:ext cx="3860100" cy="20319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SzPts val="3000"/>
              <a:buNone/>
            </a:pPr>
            <a:r>
              <a:rPr lang="en" sz="2200">
                <a:solidFill>
                  <a:schemeClr val="dk1"/>
                </a:solidFill>
              </a:rPr>
              <a:t>The market is shifting from generic chat experiences to source-grounded assistants that can prove where an answer came from.</a:t>
            </a:r>
            <a:endParaRPr/>
          </a:p>
        </p:txBody>
      </p:sp>
      <p:sp>
        <p:nvSpPr>
          <p:cNvPr id="1396" name="Google Shape;1396;p129"/>
          <p:cNvSpPr txBox="1"/>
          <p:nvPr>
            <p:ph idx="2" type="subTitle"/>
          </p:nvPr>
        </p:nvSpPr>
        <p:spPr>
          <a:xfrm>
            <a:off x="361975" y="732775"/>
            <a:ext cx="3860100" cy="153900"/>
          </a:xfrm>
          <a:prstGeom prst="rect">
            <a:avLst/>
          </a:prstGeom>
          <a:noFill/>
          <a:ln>
            <a:noFill/>
          </a:ln>
        </p:spPr>
        <p:txBody>
          <a:bodyPr anchorCtr="0" anchor="b" bIns="0" lIns="0" spcFirstLastPara="1" rIns="0" wrap="square" tIns="0">
            <a:spAutoFit/>
          </a:bodyPr>
          <a:lstStyle/>
          <a:p>
            <a:pPr indent="-304800" lvl="0" marL="457200" rtl="0" algn="l">
              <a:lnSpc>
                <a:spcPct val="115000"/>
              </a:lnSpc>
              <a:spcBef>
                <a:spcPts val="0"/>
              </a:spcBef>
              <a:spcAft>
                <a:spcPts val="0"/>
              </a:spcAft>
              <a:buClr>
                <a:schemeClr val="dk1"/>
              </a:buClr>
              <a:buSzPts val="1000"/>
              <a:buFont typeface="DM Sans Light"/>
              <a:buNone/>
            </a:pPr>
            <a:r>
              <a:rPr lang="en" sz="1000">
                <a:solidFill>
                  <a:schemeClr val="dk1"/>
                </a:solidFill>
                <a:latin typeface="DM Sans Light"/>
                <a:ea typeface="DM Sans Light"/>
                <a:cs typeface="DM Sans Light"/>
                <a:sym typeface="DM Sans Light"/>
              </a:rPr>
              <a:t>MARKET ANALYSIS</a:t>
            </a:r>
            <a:endParaRPr/>
          </a:p>
        </p:txBody>
      </p:sp>
      <p:sp>
        <p:nvSpPr>
          <p:cNvPr id="1397" name="Google Shape;1397;p129"/>
          <p:cNvSpPr txBox="1"/>
          <p:nvPr>
            <p:ph idx="3" type="body"/>
          </p:nvPr>
        </p:nvSpPr>
        <p:spPr>
          <a:xfrm>
            <a:off x="361975" y="3256513"/>
            <a:ext cx="3860100" cy="1327500"/>
          </a:xfrm>
          <a:prstGeom prst="rect">
            <a:avLst/>
          </a:prstGeom>
          <a:noFill/>
          <a:ln>
            <a:noFill/>
          </a:ln>
        </p:spPr>
        <p:txBody>
          <a:bodyPr anchorCtr="0" anchor="b" bIns="0" lIns="0" spcFirstLastPara="1" rIns="0" wrap="square" tIns="0">
            <a:noAutofit/>
          </a:bodyPr>
          <a:lstStyle/>
          <a:p>
            <a:pPr indent="-292100" lvl="0" marL="457200" rtl="0" algn="l">
              <a:lnSpc>
                <a:spcPct val="100000"/>
              </a:lnSpc>
              <a:spcBef>
                <a:spcPts val="0"/>
              </a:spcBef>
              <a:spcAft>
                <a:spcPts val="0"/>
              </a:spcAft>
              <a:buClr>
                <a:schemeClr val="dk1"/>
              </a:buClr>
              <a:buSzPts val="1000"/>
              <a:buFont typeface="DM Sans Light"/>
              <a:buChar char="●"/>
            </a:pPr>
            <a:r>
              <a:rPr lang="en" sz="1000">
                <a:solidFill>
                  <a:schemeClr val="dk1"/>
                </a:solidFill>
                <a:latin typeface="DM Sans Light"/>
                <a:ea typeface="DM Sans Light"/>
                <a:cs typeface="DM Sans Light"/>
                <a:sym typeface="DM Sans Light"/>
              </a:rPr>
              <a:t>Our customer interviews show that buyers care most about citation quality, admin visibility, integration effort, and response speed.</a:t>
            </a:r>
            <a:endParaRPr/>
          </a:p>
        </p:txBody>
      </p:sp>
      <p:sp>
        <p:nvSpPr>
          <p:cNvPr id="1398" name="Google Shape;1398;p129"/>
          <p:cNvSpPr txBox="1"/>
          <p:nvPr>
            <p:ph idx="4" type="title"/>
          </p:nvPr>
        </p:nvSpPr>
        <p:spPr>
          <a:xfrm>
            <a:off x="4806213" y="113397"/>
            <a:ext cx="1762200" cy="5817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SzPts val="3000"/>
              <a:buNone/>
            </a:pPr>
            <a:r>
              <a:rPr lang="en" sz="4200"/>
              <a:t>41%</a:t>
            </a:r>
            <a:endParaRPr/>
          </a:p>
        </p:txBody>
      </p:sp>
      <p:sp>
        <p:nvSpPr>
          <p:cNvPr id="1399" name="Google Shape;1399;p129"/>
          <p:cNvSpPr txBox="1"/>
          <p:nvPr>
            <p:ph idx="5" type="title"/>
          </p:nvPr>
        </p:nvSpPr>
        <p:spPr>
          <a:xfrm>
            <a:off x="7094925" y="258072"/>
            <a:ext cx="1762200" cy="5817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SzPts val="3000"/>
              <a:buNone/>
            </a:pPr>
            <a:r>
              <a:rPr lang="en" sz="4200">
                <a:solidFill>
                  <a:schemeClr val="dk1"/>
                </a:solidFill>
              </a:rPr>
              <a:t>12M</a:t>
            </a:r>
            <a:endParaRPr/>
          </a:p>
        </p:txBody>
      </p:sp>
      <p:sp>
        <p:nvSpPr>
          <p:cNvPr id="1400" name="Google Shape;1400;p129"/>
          <p:cNvSpPr txBox="1"/>
          <p:nvPr>
            <p:ph idx="6" type="title"/>
          </p:nvPr>
        </p:nvSpPr>
        <p:spPr>
          <a:xfrm>
            <a:off x="4800825" y="1554450"/>
            <a:ext cx="1762200" cy="5817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SzPts val="3000"/>
              <a:buNone/>
            </a:pPr>
            <a:r>
              <a:rPr lang="en" sz="4200"/>
              <a:t>85+</a:t>
            </a:r>
            <a:endParaRPr/>
          </a:p>
        </p:txBody>
      </p:sp>
      <p:sp>
        <p:nvSpPr>
          <p:cNvPr id="1401" name="Google Shape;1401;p129"/>
          <p:cNvSpPr txBox="1"/>
          <p:nvPr>
            <p:ph idx="7" type="body"/>
          </p:nvPr>
        </p:nvSpPr>
        <p:spPr>
          <a:xfrm>
            <a:off x="4800825" y="4122308"/>
            <a:ext cx="3975900" cy="461700"/>
          </a:xfrm>
          <a:prstGeom prst="rect">
            <a:avLst/>
          </a:prstGeom>
          <a:noFill/>
          <a:ln>
            <a:noFill/>
          </a:ln>
        </p:spPr>
        <p:txBody>
          <a:bodyPr anchorCtr="0" anchor="b" bIns="0" lIns="0" spcFirstLastPara="1" rIns="0" wrap="square" tIns="0">
            <a:noAutofit/>
          </a:bodyPr>
          <a:lstStyle/>
          <a:p>
            <a:pPr indent="-292100" lvl="0" marL="457200" rtl="0" algn="l">
              <a:lnSpc>
                <a:spcPct val="115000"/>
              </a:lnSpc>
              <a:spcBef>
                <a:spcPts val="0"/>
              </a:spcBef>
              <a:spcAft>
                <a:spcPts val="0"/>
              </a:spcAft>
              <a:buClr>
                <a:schemeClr val="lt1"/>
              </a:buClr>
              <a:buSzPts val="1000"/>
              <a:buFont typeface="DM Sans"/>
              <a:buChar char="●"/>
            </a:pPr>
            <a:r>
              <a:rPr lang="en" sz="1000"/>
              <a:t>Average reduction in repeated post-meeting questions during pilot programs.</a:t>
            </a:r>
            <a:endParaRPr/>
          </a:p>
        </p:txBody>
      </p:sp>
      <p:sp>
        <p:nvSpPr>
          <p:cNvPr id="1402" name="Google Shape;1402;p129"/>
          <p:cNvSpPr txBox="1"/>
          <p:nvPr>
            <p:ph idx="8" type="title"/>
          </p:nvPr>
        </p:nvSpPr>
        <p:spPr>
          <a:xfrm>
            <a:off x="4800825" y="3215225"/>
            <a:ext cx="3975900" cy="858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3000"/>
              <a:buNone/>
            </a:pPr>
            <a:r>
              <a:rPr lang="en" sz="6200"/>
              <a:t>$28M</a:t>
            </a:r>
            <a:endParaRPr/>
          </a:p>
        </p:txBody>
      </p:sp>
      <p:sp>
        <p:nvSpPr>
          <p:cNvPr id="1403" name="Google Shape;1403;p129"/>
          <p:cNvSpPr txBox="1"/>
          <p:nvPr>
            <p:ph idx="9" type="body"/>
          </p:nvPr>
        </p:nvSpPr>
        <p:spPr>
          <a:xfrm>
            <a:off x="4787763" y="2368800"/>
            <a:ext cx="1762200" cy="461700"/>
          </a:xfrm>
          <a:prstGeom prst="rect">
            <a:avLst/>
          </a:prstGeom>
          <a:noFill/>
          <a:ln>
            <a:noFill/>
          </a:ln>
        </p:spPr>
        <p:txBody>
          <a:bodyPr anchorCtr="0" anchor="b" bIns="0" lIns="0" spcFirstLastPara="1" rIns="0" wrap="square" tIns="0">
            <a:noAutofit/>
          </a:bodyPr>
          <a:lstStyle/>
          <a:p>
            <a:pPr indent="-292100" lvl="0" marL="457200" rtl="0" algn="l">
              <a:lnSpc>
                <a:spcPct val="115000"/>
              </a:lnSpc>
              <a:spcBef>
                <a:spcPts val="0"/>
              </a:spcBef>
              <a:spcAft>
                <a:spcPts val="0"/>
              </a:spcAft>
              <a:buClr>
                <a:schemeClr val="dk1"/>
              </a:buClr>
              <a:buSzPts val="1000"/>
              <a:buFont typeface="DM Sans"/>
              <a:buChar char="●"/>
            </a:pPr>
            <a:r>
              <a:rPr lang="en" sz="1000">
                <a:solidFill>
                  <a:schemeClr val="dk1"/>
                </a:solidFill>
              </a:rPr>
              <a:t>Estimated annual slide pages processed across target accounts.</a:t>
            </a:r>
            <a:endParaRPr/>
          </a:p>
        </p:txBody>
      </p:sp>
      <p:sp>
        <p:nvSpPr>
          <p:cNvPr id="1404" name="Google Shape;1404;p129"/>
          <p:cNvSpPr txBox="1"/>
          <p:nvPr>
            <p:ph idx="13" type="body"/>
          </p:nvPr>
        </p:nvSpPr>
        <p:spPr>
          <a:xfrm>
            <a:off x="7115650" y="2268700"/>
            <a:ext cx="1762200" cy="461700"/>
          </a:xfrm>
          <a:prstGeom prst="rect">
            <a:avLst/>
          </a:prstGeom>
          <a:noFill/>
          <a:ln>
            <a:noFill/>
          </a:ln>
        </p:spPr>
        <p:txBody>
          <a:bodyPr anchorCtr="0" anchor="b" bIns="0" lIns="0" spcFirstLastPara="1" rIns="0" wrap="square" tIns="0">
            <a:noAutofit/>
          </a:bodyPr>
          <a:lstStyle/>
          <a:p>
            <a:pPr indent="-292100" lvl="0" marL="457200" rtl="0" algn="l">
              <a:lnSpc>
                <a:spcPct val="115000"/>
              </a:lnSpc>
              <a:spcBef>
                <a:spcPts val="0"/>
              </a:spcBef>
              <a:spcAft>
                <a:spcPts val="0"/>
              </a:spcAft>
              <a:buClr>
                <a:schemeClr val="dk1"/>
              </a:buClr>
              <a:buSzPts val="1000"/>
              <a:buFont typeface="DM Sans"/>
              <a:buChar char="●"/>
            </a:pPr>
            <a:r>
              <a:rPr lang="en" sz="1000">
                <a:solidFill>
                  <a:schemeClr val="dk1"/>
                </a:solidFill>
              </a:rPr>
              <a:t>Buyer and admin interviews completed between Sep 2025 and Feb 2026.</a:t>
            </a:r>
            <a:endParaRPr/>
          </a:p>
        </p:txBody>
      </p:sp>
      <p:sp>
        <p:nvSpPr>
          <p:cNvPr id="1405" name="Google Shape;1405;p129"/>
          <p:cNvSpPr txBox="1"/>
          <p:nvPr>
            <p:ph idx="14" type="body"/>
          </p:nvPr>
        </p:nvSpPr>
        <p:spPr>
          <a:xfrm>
            <a:off x="4787775" y="988550"/>
            <a:ext cx="1762200" cy="461700"/>
          </a:xfrm>
          <a:prstGeom prst="rect">
            <a:avLst/>
          </a:prstGeom>
          <a:noFill/>
          <a:ln>
            <a:noFill/>
          </a:ln>
        </p:spPr>
        <p:txBody>
          <a:bodyPr anchorCtr="0" anchor="b" bIns="0" lIns="0" spcFirstLastPara="1" rIns="0" wrap="square" tIns="0">
            <a:noAutofit/>
          </a:bodyPr>
          <a:lstStyle/>
          <a:p>
            <a:pPr indent="-292100" lvl="0" marL="457200" rtl="0" algn="l">
              <a:lnSpc>
                <a:spcPct val="115000"/>
              </a:lnSpc>
              <a:spcBef>
                <a:spcPts val="0"/>
              </a:spcBef>
              <a:spcAft>
                <a:spcPts val="0"/>
              </a:spcAft>
              <a:buClr>
                <a:schemeClr val="lt1"/>
              </a:buClr>
              <a:buSzPts val="1000"/>
              <a:buFont typeface="DM Sans"/>
              <a:buChar char="●"/>
            </a:pPr>
            <a:r>
              <a:rPr lang="en" sz="1000"/>
              <a:t>Serviceable obtainable market by year five in annual contract value.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9" name="Shape 1409"/>
        <p:cNvGrpSpPr/>
        <p:nvPr/>
      </p:nvGrpSpPr>
      <p:grpSpPr>
        <a:xfrm>
          <a:off x="0" y="0"/>
          <a:ext cx="0" cy="0"/>
          <a:chOff x="0" y="0"/>
          <a:chExt cx="0" cy="0"/>
        </a:xfrm>
      </p:grpSpPr>
      <p:sp>
        <p:nvSpPr>
          <p:cNvPr id="1410" name="Google Shape;1410;p130"/>
          <p:cNvSpPr txBox="1"/>
          <p:nvPr>
            <p:ph type="title"/>
          </p:nvPr>
        </p:nvSpPr>
        <p:spPr>
          <a:xfrm>
            <a:off x="361975" y="957403"/>
            <a:ext cx="5627400" cy="5877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3000"/>
              <a:buNone/>
            </a:pPr>
            <a:r>
              <a:rPr lang="en" sz="3600"/>
              <a:t>Market analysis</a:t>
            </a:r>
            <a:endParaRPr/>
          </a:p>
        </p:txBody>
      </p:sp>
      <p:sp>
        <p:nvSpPr>
          <p:cNvPr id="1411" name="Google Shape;1411;p13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p>
            <a:pPr indent="0" lvl="0" marL="0" rtl="0" algn="r">
              <a:lnSpc>
                <a:spcPct val="100000"/>
              </a:lnSpc>
              <a:spcBef>
                <a:spcPts val="0"/>
              </a:spcBef>
              <a:spcAft>
                <a:spcPts val="0"/>
              </a:spcAft>
              <a:buSzPts val="700"/>
              <a:buNone/>
            </a:pPr>
            <a:r>
              <a:rPr lang="en" sz="700">
                <a:solidFill>
                  <a:schemeClr val="lt1"/>
                </a:solidFill>
                <a:latin typeface="DM Sans"/>
                <a:ea typeface="DM Sans"/>
                <a:cs typeface="DM Sans"/>
                <a:sym typeface="DM Sans"/>
              </a:rPr>
              <a:t>‹#›</a:t>
            </a:r>
            <a:endParaRPr/>
          </a:p>
        </p:txBody>
      </p:sp>
      <p:sp>
        <p:nvSpPr>
          <p:cNvPr id="1412" name="Google Shape;1412;p130"/>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SzPts val="700"/>
              <a:buFont typeface="DM Sans"/>
              <a:buNone/>
            </a:pPr>
            <a:r>
              <a:rPr lang="en" sz="700">
                <a:latin typeface="DM Sans"/>
                <a:ea typeface="DM Sans"/>
                <a:cs typeface="DM Sans"/>
                <a:sym typeface="DM Sans"/>
              </a:rPr>
              <a:t>DeckPilot Labs</a:t>
            </a:r>
            <a:endParaRPr/>
          </a:p>
        </p:txBody>
      </p:sp>
      <p:sp>
        <p:nvSpPr>
          <p:cNvPr id="1413" name="Google Shape;1413;p130"/>
          <p:cNvSpPr txBox="1"/>
          <p:nvPr>
            <p:ph idx="4294967295" type="subTitle"/>
          </p:nvPr>
        </p:nvSpPr>
        <p:spPr>
          <a:xfrm>
            <a:off x="376102" y="1535022"/>
            <a:ext cx="1627500" cy="184800"/>
          </a:xfrm>
          <a:prstGeom prst="rect">
            <a:avLst/>
          </a:prstGeom>
          <a:noFill/>
          <a:ln>
            <a:noFill/>
          </a:ln>
        </p:spPr>
        <p:txBody>
          <a:bodyPr anchorCtr="0" anchor="t" bIns="0" lIns="0" spcFirstLastPara="1" rIns="0" wrap="square" tIns="0">
            <a:spAutoFit/>
          </a:bodyPr>
          <a:lstStyle/>
          <a:p>
            <a:pPr indent="-304800" lvl="0" marL="457200" marR="0" rtl="0" algn="l">
              <a:lnSpc>
                <a:spcPct val="115000"/>
              </a:lnSpc>
              <a:spcBef>
                <a:spcPts val="0"/>
              </a:spcBef>
              <a:spcAft>
                <a:spcPts val="0"/>
              </a:spcAft>
              <a:buClr>
                <a:schemeClr val="lt1"/>
              </a:buClr>
              <a:buSzPts val="1200"/>
              <a:buFont typeface="DM Sans"/>
              <a:buChar char="●"/>
            </a:pPr>
            <a:r>
              <a:rPr b="0" i="0" lang="en" sz="1200" u="none" cap="none" strike="noStrike">
                <a:solidFill>
                  <a:schemeClr val="lt1"/>
                </a:solidFill>
                <a:latin typeface="DM Sans"/>
                <a:ea typeface="DM Sans"/>
                <a:cs typeface="DM Sans"/>
                <a:sym typeface="DM Sans"/>
              </a:rPr>
              <a:t>Key players</a:t>
            </a:r>
            <a:endParaRPr/>
          </a:p>
        </p:txBody>
      </p:sp>
      <p:sp>
        <p:nvSpPr>
          <p:cNvPr id="1414" name="Google Shape;1414;p130"/>
          <p:cNvSpPr txBox="1"/>
          <p:nvPr>
            <p:ph idx="4294967295" type="subTitle"/>
          </p:nvPr>
        </p:nvSpPr>
        <p:spPr>
          <a:xfrm>
            <a:off x="3279050" y="2926847"/>
            <a:ext cx="2575800" cy="215400"/>
          </a:xfrm>
          <a:prstGeom prst="rect">
            <a:avLst/>
          </a:prstGeom>
          <a:noFill/>
          <a:ln>
            <a:noFill/>
          </a:ln>
        </p:spPr>
        <p:txBody>
          <a:bodyPr anchorCtr="0" anchor="ctr" bIns="0" lIns="0" spcFirstLastPara="1" rIns="0" wrap="square" tIns="0">
            <a:noAutofit/>
          </a:bodyPr>
          <a:lstStyle/>
          <a:p>
            <a:pPr indent="-304800" lvl="0" marL="457200" marR="0" rtl="0" algn="l">
              <a:lnSpc>
                <a:spcPct val="115000"/>
              </a:lnSpc>
              <a:spcBef>
                <a:spcPts val="0"/>
              </a:spcBef>
              <a:spcAft>
                <a:spcPts val="0"/>
              </a:spcAft>
              <a:buClr>
                <a:schemeClr val="lt1"/>
              </a:buClr>
              <a:buSzPts val="1200"/>
              <a:buFont typeface="DM Sans"/>
              <a:buChar char="●"/>
            </a:pPr>
            <a:r>
              <a:rPr b="0" i="0" lang="en" sz="1200" u="none" cap="none" strike="noStrike">
                <a:solidFill>
                  <a:schemeClr val="lt1"/>
                </a:solidFill>
                <a:latin typeface="DM Sans"/>
                <a:ea typeface="DM Sans"/>
                <a:cs typeface="DM Sans"/>
                <a:sym typeface="DM Sans"/>
              </a:rPr>
              <a:t>Context</a:t>
            </a:r>
            <a:endParaRPr/>
          </a:p>
        </p:txBody>
      </p:sp>
      <p:sp>
        <p:nvSpPr>
          <p:cNvPr id="1415" name="Google Shape;1415;p130"/>
          <p:cNvSpPr txBox="1"/>
          <p:nvPr/>
        </p:nvSpPr>
        <p:spPr>
          <a:xfrm>
            <a:off x="3279200" y="3169398"/>
            <a:ext cx="2575800" cy="1723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AI knowledge products are converging, but presentation-specific retrieval remains underserved. Buyers want faster deployment than enterprise search and stronger grounding than generic chat tools.</a:t>
            </a:r>
            <a:endParaRPr/>
          </a:p>
        </p:txBody>
      </p:sp>
      <p:grpSp>
        <p:nvGrpSpPr>
          <p:cNvPr id="1416" name="Google Shape;1416;p130"/>
          <p:cNvGrpSpPr/>
          <p:nvPr/>
        </p:nvGrpSpPr>
        <p:grpSpPr>
          <a:xfrm>
            <a:off x="6216711" y="2119500"/>
            <a:ext cx="2696669" cy="838495"/>
            <a:chOff x="6216650" y="2149477"/>
            <a:chExt cx="2569480" cy="634647"/>
          </a:xfrm>
        </p:grpSpPr>
        <p:sp>
          <p:nvSpPr>
            <p:cNvPr id="1417" name="Google Shape;1417;p130"/>
            <p:cNvSpPr/>
            <p:nvPr/>
          </p:nvSpPr>
          <p:spPr>
            <a:xfrm>
              <a:off x="6216650" y="2149477"/>
              <a:ext cx="1232700" cy="293100"/>
            </a:xfrm>
            <a:prstGeom prst="roundRect">
              <a:avLst>
                <a:gd fmla="val 0" name="adj"/>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B2B SaaS</a:t>
              </a:r>
              <a:endParaRPr/>
            </a:p>
          </p:txBody>
        </p:sp>
        <p:sp>
          <p:nvSpPr>
            <p:cNvPr id="1418" name="Google Shape;1418;p130"/>
            <p:cNvSpPr/>
            <p:nvPr/>
          </p:nvSpPr>
          <p:spPr>
            <a:xfrm>
              <a:off x="7553414" y="2154633"/>
              <a:ext cx="1232700" cy="293100"/>
            </a:xfrm>
            <a:prstGeom prst="roundRect">
              <a:avLst>
                <a:gd fmla="val 0" name="adj"/>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Consulting</a:t>
              </a:r>
              <a:endParaRPr/>
            </a:p>
          </p:txBody>
        </p:sp>
        <p:sp>
          <p:nvSpPr>
            <p:cNvPr id="1419" name="Google Shape;1419;p130"/>
            <p:cNvSpPr/>
            <p:nvPr/>
          </p:nvSpPr>
          <p:spPr>
            <a:xfrm>
              <a:off x="6216650" y="2491024"/>
              <a:ext cx="1232700" cy="293100"/>
            </a:xfrm>
            <a:prstGeom prst="roundRect">
              <a:avLst>
                <a:gd fmla="val 0" name="adj"/>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Training</a:t>
              </a:r>
              <a:endParaRPr/>
            </a:p>
          </p:txBody>
        </p:sp>
        <p:sp>
          <p:nvSpPr>
            <p:cNvPr id="1420" name="Google Shape;1420;p130"/>
            <p:cNvSpPr/>
            <p:nvPr/>
          </p:nvSpPr>
          <p:spPr>
            <a:xfrm>
              <a:off x="7553430" y="2491024"/>
              <a:ext cx="1232700" cy="293100"/>
            </a:xfrm>
            <a:prstGeom prst="roundRect">
              <a:avLst>
                <a:gd fmla="val 0" name="adj"/>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Customer success</a:t>
              </a:r>
              <a:endParaRPr/>
            </a:p>
          </p:txBody>
        </p:sp>
      </p:grpSp>
      <p:sp>
        <p:nvSpPr>
          <p:cNvPr id="1421" name="Google Shape;1421;p130"/>
          <p:cNvSpPr txBox="1"/>
          <p:nvPr>
            <p:ph idx="4294967295" type="subTitle"/>
          </p:nvPr>
        </p:nvSpPr>
        <p:spPr>
          <a:xfrm>
            <a:off x="6210527" y="1628197"/>
            <a:ext cx="1627500" cy="397200"/>
          </a:xfrm>
          <a:prstGeom prst="rect">
            <a:avLst/>
          </a:prstGeom>
          <a:noFill/>
          <a:ln>
            <a:noFill/>
          </a:ln>
        </p:spPr>
        <p:txBody>
          <a:bodyPr anchorCtr="0" anchor="t" bIns="0" lIns="0" spcFirstLastPara="1" rIns="0" wrap="square" tIns="0">
            <a:spAutoFit/>
          </a:bodyPr>
          <a:lstStyle/>
          <a:p>
            <a:pPr indent="-304800" lvl="0" marL="457200" marR="0" rtl="0" algn="l">
              <a:lnSpc>
                <a:spcPct val="115000"/>
              </a:lnSpc>
              <a:spcBef>
                <a:spcPts val="0"/>
              </a:spcBef>
              <a:spcAft>
                <a:spcPts val="0"/>
              </a:spcAft>
              <a:buClr>
                <a:schemeClr val="lt1"/>
              </a:buClr>
              <a:buSzPts val="1200"/>
              <a:buFont typeface="DM Sans"/>
              <a:buChar char="●"/>
            </a:pPr>
            <a:r>
              <a:rPr b="0" i="0" lang="en" sz="1200" u="none" cap="none" strike="noStrike">
                <a:solidFill>
                  <a:schemeClr val="lt1"/>
                </a:solidFill>
                <a:latin typeface="DM Sans"/>
                <a:ea typeface="DM Sans"/>
                <a:cs typeface="DM Sans"/>
                <a:sym typeface="DM Sans"/>
              </a:rPr>
              <a:t>Customer segments</a:t>
            </a:r>
            <a:endParaRPr/>
          </a:p>
        </p:txBody>
      </p:sp>
      <p:grpSp>
        <p:nvGrpSpPr>
          <p:cNvPr id="1422" name="Google Shape;1422;p130"/>
          <p:cNvGrpSpPr/>
          <p:nvPr/>
        </p:nvGrpSpPr>
        <p:grpSpPr>
          <a:xfrm>
            <a:off x="376110" y="1842657"/>
            <a:ext cx="5483790" cy="842100"/>
            <a:chOff x="376110" y="2198807"/>
            <a:chExt cx="5483790" cy="842100"/>
          </a:xfrm>
        </p:grpSpPr>
        <p:sp>
          <p:nvSpPr>
            <p:cNvPr id="1423" name="Google Shape;1423;p130"/>
            <p:cNvSpPr/>
            <p:nvPr/>
          </p:nvSpPr>
          <p:spPr>
            <a:xfrm>
              <a:off x="376110" y="2198807"/>
              <a:ext cx="842100" cy="842100"/>
            </a:xfrm>
            <a:prstGeom prst="ellipse">
              <a:avLst/>
            </a:prstGeom>
            <a:solidFill>
              <a:schemeClr val="accent5"/>
            </a:solidFill>
            <a:ln cap="flat" cmpd="sng" w="19050">
              <a:solidFill>
                <a:schemeClr val="accent5"/>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DeckPilot</a:t>
              </a:r>
              <a:endParaRPr/>
            </a:p>
          </p:txBody>
        </p:sp>
        <p:sp>
          <p:nvSpPr>
            <p:cNvPr id="1424" name="Google Shape;1424;p130"/>
            <p:cNvSpPr/>
            <p:nvPr/>
          </p:nvSpPr>
          <p:spPr>
            <a:xfrm>
              <a:off x="1304448" y="2198807"/>
              <a:ext cx="842100" cy="842100"/>
            </a:xfrm>
            <a:prstGeom prst="ellipse">
              <a:avLst/>
            </a:prstGeom>
            <a:solidFill>
              <a:schemeClr val="accent5"/>
            </a:solidFill>
            <a:ln cap="flat" cmpd="sng" w="19050">
              <a:solidFill>
                <a:schemeClr val="accent5"/>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SlideQuery</a:t>
              </a:r>
              <a:endParaRPr/>
            </a:p>
          </p:txBody>
        </p:sp>
        <p:sp>
          <p:nvSpPr>
            <p:cNvPr id="1425" name="Google Shape;1425;p130"/>
            <p:cNvSpPr/>
            <p:nvPr/>
          </p:nvSpPr>
          <p:spPr>
            <a:xfrm>
              <a:off x="2232786" y="2198807"/>
              <a:ext cx="842100" cy="842100"/>
            </a:xfrm>
            <a:prstGeom prst="ellipse">
              <a:avLst/>
            </a:prstGeom>
            <a:solidFill>
              <a:schemeClr val="accent5"/>
            </a:solidFill>
            <a:ln cap="flat" cmpd="sng" w="19050">
              <a:solidFill>
                <a:schemeClr val="accent5"/>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DocWhiz</a:t>
              </a:r>
              <a:endParaRPr/>
            </a:p>
          </p:txBody>
        </p:sp>
        <p:sp>
          <p:nvSpPr>
            <p:cNvPr id="1426" name="Google Shape;1426;p130"/>
            <p:cNvSpPr/>
            <p:nvPr/>
          </p:nvSpPr>
          <p:spPr>
            <a:xfrm>
              <a:off x="3161124" y="2198807"/>
              <a:ext cx="842100" cy="842100"/>
            </a:xfrm>
            <a:prstGeom prst="ellipse">
              <a:avLst/>
            </a:prstGeom>
            <a:solidFill>
              <a:schemeClr val="accent5"/>
            </a:solidFill>
            <a:ln cap="flat" cmpd="sng" w="19050">
              <a:solidFill>
                <a:schemeClr val="accent5"/>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CallNote</a:t>
              </a:r>
              <a:endParaRPr/>
            </a:p>
          </p:txBody>
        </p:sp>
        <p:sp>
          <p:nvSpPr>
            <p:cNvPr id="1427" name="Google Shape;1427;p130"/>
            <p:cNvSpPr/>
            <p:nvPr/>
          </p:nvSpPr>
          <p:spPr>
            <a:xfrm>
              <a:off x="4089462" y="2198807"/>
              <a:ext cx="842100" cy="842100"/>
            </a:xfrm>
            <a:prstGeom prst="ellipse">
              <a:avLst/>
            </a:prstGeom>
            <a:solidFill>
              <a:schemeClr val="accent5"/>
            </a:solidFill>
            <a:ln cap="flat" cmpd="sng" w="19050">
              <a:solidFill>
                <a:schemeClr val="accent5"/>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IntraFind</a:t>
              </a:r>
              <a:endParaRPr/>
            </a:p>
          </p:txBody>
        </p:sp>
        <p:sp>
          <p:nvSpPr>
            <p:cNvPr id="1428" name="Google Shape;1428;p130"/>
            <p:cNvSpPr/>
            <p:nvPr/>
          </p:nvSpPr>
          <p:spPr>
            <a:xfrm>
              <a:off x="5017800" y="2198807"/>
              <a:ext cx="842100" cy="842100"/>
            </a:xfrm>
            <a:prstGeom prst="ellipse">
              <a:avLst/>
            </a:prstGeom>
            <a:solidFill>
              <a:schemeClr val="accent5"/>
            </a:solidFill>
            <a:ln cap="flat" cmpd="sng" w="19050">
              <a:solidFill>
                <a:schemeClr val="accent5"/>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Guru</a:t>
              </a:r>
              <a:endParaRPr/>
            </a:p>
          </p:txBody>
        </p:sp>
      </p:grpSp>
      <p:cxnSp>
        <p:nvCxnSpPr>
          <p:cNvPr id="1429" name="Google Shape;1429;p130"/>
          <p:cNvCxnSpPr/>
          <p:nvPr/>
        </p:nvCxnSpPr>
        <p:spPr>
          <a:xfrm>
            <a:off x="390404" y="2805810"/>
            <a:ext cx="5455200" cy="0"/>
          </a:xfrm>
          <a:prstGeom prst="straightConnector1">
            <a:avLst/>
          </a:prstGeom>
          <a:noFill/>
          <a:ln cap="flat" cmpd="sng" w="9525">
            <a:solidFill>
              <a:schemeClr val="lt1"/>
            </a:solidFill>
            <a:prstDash val="solid"/>
            <a:round/>
            <a:headEnd len="sm" w="sm" type="none"/>
            <a:tailEnd len="sm" w="sm" type="none"/>
          </a:ln>
        </p:spPr>
      </p:cxnSp>
      <p:sp>
        <p:nvSpPr>
          <p:cNvPr id="1430" name="Google Shape;1430;p130"/>
          <p:cNvSpPr txBox="1"/>
          <p:nvPr>
            <p:ph idx="4294967295" type="subTitle"/>
          </p:nvPr>
        </p:nvSpPr>
        <p:spPr>
          <a:xfrm>
            <a:off x="6210527" y="3128880"/>
            <a:ext cx="1627500" cy="215400"/>
          </a:xfrm>
          <a:prstGeom prst="rect">
            <a:avLst/>
          </a:prstGeom>
          <a:noFill/>
          <a:ln>
            <a:noFill/>
          </a:ln>
        </p:spPr>
        <p:txBody>
          <a:bodyPr anchorCtr="0" anchor="t" bIns="0" lIns="0" spcFirstLastPara="1" rIns="0" wrap="square" tIns="0">
            <a:spAutoFit/>
          </a:bodyPr>
          <a:lstStyle/>
          <a:p>
            <a:pPr indent="-304800" lvl="0" marL="457200" marR="0" rtl="0" algn="l">
              <a:lnSpc>
                <a:spcPct val="115000"/>
              </a:lnSpc>
              <a:spcBef>
                <a:spcPts val="0"/>
              </a:spcBef>
              <a:spcAft>
                <a:spcPts val="0"/>
              </a:spcAft>
              <a:buClr>
                <a:schemeClr val="lt1"/>
              </a:buClr>
              <a:buSzPts val="1200"/>
              <a:buFont typeface="DM Sans"/>
              <a:buChar char="●"/>
            </a:pPr>
            <a:r>
              <a:rPr b="0" i="0" lang="en" sz="1200" u="none" cap="none" strike="noStrike">
                <a:solidFill>
                  <a:schemeClr val="lt1"/>
                </a:solidFill>
                <a:latin typeface="DM Sans"/>
                <a:ea typeface="DM Sans"/>
                <a:cs typeface="DM Sans"/>
                <a:sym typeface="DM Sans"/>
              </a:rPr>
              <a:t>Pricing strategy</a:t>
            </a:r>
            <a:endParaRPr/>
          </a:p>
        </p:txBody>
      </p:sp>
      <p:sp>
        <p:nvSpPr>
          <p:cNvPr id="1431" name="Google Shape;1431;p130"/>
          <p:cNvSpPr txBox="1"/>
          <p:nvPr/>
        </p:nvSpPr>
        <p:spPr>
          <a:xfrm>
            <a:off x="355975" y="3833700"/>
            <a:ext cx="19455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Pilot MRR growth</a:t>
            </a:r>
            <a:endParaRPr/>
          </a:p>
        </p:txBody>
      </p:sp>
      <p:sp>
        <p:nvSpPr>
          <p:cNvPr id="1432" name="Google Shape;1432;p130"/>
          <p:cNvSpPr txBox="1"/>
          <p:nvPr/>
        </p:nvSpPr>
        <p:spPr>
          <a:xfrm>
            <a:off x="355975" y="3489275"/>
            <a:ext cx="19455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Market value</a:t>
            </a:r>
            <a:endParaRPr/>
          </a:p>
        </p:txBody>
      </p:sp>
      <p:sp>
        <p:nvSpPr>
          <p:cNvPr id="1433" name="Google Shape;1433;p130"/>
          <p:cNvSpPr txBox="1"/>
          <p:nvPr/>
        </p:nvSpPr>
        <p:spPr>
          <a:xfrm>
            <a:off x="355975" y="4178125"/>
            <a:ext cx="19455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Projected ARR growth</a:t>
            </a:r>
            <a:endParaRPr/>
          </a:p>
        </p:txBody>
      </p:sp>
      <p:sp>
        <p:nvSpPr>
          <p:cNvPr id="1434" name="Google Shape;1434;p130"/>
          <p:cNvSpPr txBox="1"/>
          <p:nvPr/>
        </p:nvSpPr>
        <p:spPr>
          <a:xfrm>
            <a:off x="355975" y="4522550"/>
            <a:ext cx="19455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Cost of entry</a:t>
            </a:r>
            <a:endParaRPr/>
          </a:p>
        </p:txBody>
      </p:sp>
      <p:sp>
        <p:nvSpPr>
          <p:cNvPr id="1435" name="Google Shape;1435;p130"/>
          <p:cNvSpPr txBox="1"/>
          <p:nvPr/>
        </p:nvSpPr>
        <p:spPr>
          <a:xfrm>
            <a:off x="2417575" y="3824850"/>
            <a:ext cx="5142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Freemium + seats</a:t>
            </a:r>
            <a:endParaRPr/>
          </a:p>
        </p:txBody>
      </p:sp>
      <p:sp>
        <p:nvSpPr>
          <p:cNvPr id="1436" name="Google Shape;1436;p130"/>
          <p:cNvSpPr txBox="1"/>
          <p:nvPr/>
        </p:nvSpPr>
        <p:spPr>
          <a:xfrm>
            <a:off x="2417575" y="3480425"/>
            <a:ext cx="5142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32% QoQ</a:t>
            </a:r>
            <a:endParaRPr/>
          </a:p>
        </p:txBody>
      </p:sp>
      <p:sp>
        <p:nvSpPr>
          <p:cNvPr id="1437" name="Google Shape;1437;p130"/>
          <p:cNvSpPr txBox="1"/>
          <p:nvPr/>
        </p:nvSpPr>
        <p:spPr>
          <a:xfrm>
            <a:off x="2417575" y="4169275"/>
            <a:ext cx="5142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$28M SOM</a:t>
            </a:r>
            <a:endParaRPr/>
          </a:p>
        </p:txBody>
      </p:sp>
      <p:sp>
        <p:nvSpPr>
          <p:cNvPr id="1438" name="Google Shape;1438;p130"/>
          <p:cNvSpPr txBox="1"/>
          <p:nvPr/>
        </p:nvSpPr>
        <p:spPr>
          <a:xfrm>
            <a:off x="2417575" y="4513700"/>
            <a:ext cx="5142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58% FY27</a:t>
            </a:r>
            <a:endParaRPr/>
          </a:p>
        </p:txBody>
      </p:sp>
      <p:cxnSp>
        <p:nvCxnSpPr>
          <p:cNvPr id="1439" name="Google Shape;1439;p130"/>
          <p:cNvCxnSpPr/>
          <p:nvPr/>
        </p:nvCxnSpPr>
        <p:spPr>
          <a:xfrm>
            <a:off x="355975" y="3712450"/>
            <a:ext cx="2201700" cy="0"/>
          </a:xfrm>
          <a:prstGeom prst="straightConnector1">
            <a:avLst/>
          </a:prstGeom>
          <a:noFill/>
          <a:ln cap="flat" cmpd="sng" w="9525">
            <a:solidFill>
              <a:schemeClr val="lt2"/>
            </a:solidFill>
            <a:prstDash val="solid"/>
            <a:round/>
            <a:headEnd len="sm" w="sm" type="none"/>
            <a:tailEnd len="sm" w="sm" type="none"/>
          </a:ln>
        </p:spPr>
      </p:cxnSp>
      <p:cxnSp>
        <p:nvCxnSpPr>
          <p:cNvPr id="1440" name="Google Shape;1440;p130"/>
          <p:cNvCxnSpPr/>
          <p:nvPr/>
        </p:nvCxnSpPr>
        <p:spPr>
          <a:xfrm>
            <a:off x="355975" y="4059675"/>
            <a:ext cx="2201700" cy="0"/>
          </a:xfrm>
          <a:prstGeom prst="straightConnector1">
            <a:avLst/>
          </a:prstGeom>
          <a:noFill/>
          <a:ln cap="flat" cmpd="sng" w="9525">
            <a:solidFill>
              <a:schemeClr val="lt2"/>
            </a:solidFill>
            <a:prstDash val="solid"/>
            <a:round/>
            <a:headEnd len="sm" w="sm" type="none"/>
            <a:tailEnd len="sm" w="sm" type="none"/>
          </a:ln>
        </p:spPr>
      </p:cxnSp>
      <p:cxnSp>
        <p:nvCxnSpPr>
          <p:cNvPr id="1441" name="Google Shape;1441;p130"/>
          <p:cNvCxnSpPr/>
          <p:nvPr/>
        </p:nvCxnSpPr>
        <p:spPr>
          <a:xfrm>
            <a:off x="355975" y="4420975"/>
            <a:ext cx="2201700" cy="0"/>
          </a:xfrm>
          <a:prstGeom prst="straightConnector1">
            <a:avLst/>
          </a:prstGeom>
          <a:noFill/>
          <a:ln cap="flat" cmpd="sng" w="9525">
            <a:solidFill>
              <a:schemeClr val="lt2"/>
            </a:solidFill>
            <a:prstDash val="solid"/>
            <a:round/>
            <a:headEnd len="sm" w="sm" type="none"/>
            <a:tailEnd len="sm" w="sm" type="none"/>
          </a:ln>
        </p:spPr>
      </p:cxnSp>
      <p:sp>
        <p:nvSpPr>
          <p:cNvPr id="1442" name="Google Shape;1442;p130"/>
          <p:cNvSpPr txBox="1"/>
          <p:nvPr/>
        </p:nvSpPr>
        <p:spPr>
          <a:xfrm rot="-5400000">
            <a:off x="5682525" y="4023408"/>
            <a:ext cx="1263000" cy="222900"/>
          </a:xfrm>
          <a:prstGeom prst="rect">
            <a:avLst/>
          </a:prstGeom>
          <a:solidFill>
            <a:schemeClr val="accent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MARKET</a:t>
            </a:r>
            <a:endParaRPr/>
          </a:p>
        </p:txBody>
      </p:sp>
      <p:sp>
        <p:nvSpPr>
          <p:cNvPr id="1443" name="Google Shape;1443;p130"/>
          <p:cNvSpPr txBox="1"/>
          <p:nvPr/>
        </p:nvSpPr>
        <p:spPr>
          <a:xfrm>
            <a:off x="6502150" y="3993963"/>
            <a:ext cx="926400" cy="21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Premium</a:t>
            </a:r>
            <a:endParaRPr/>
          </a:p>
        </p:txBody>
      </p:sp>
      <p:sp>
        <p:nvSpPr>
          <p:cNvPr id="1444" name="Google Shape;1444;p130"/>
          <p:cNvSpPr txBox="1"/>
          <p:nvPr/>
        </p:nvSpPr>
        <p:spPr>
          <a:xfrm>
            <a:off x="6502150" y="4270613"/>
            <a:ext cx="926400" cy="21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Mid-level</a:t>
            </a:r>
            <a:endParaRPr/>
          </a:p>
        </p:txBody>
      </p:sp>
      <p:sp>
        <p:nvSpPr>
          <p:cNvPr id="1445" name="Google Shape;1445;p130"/>
          <p:cNvSpPr txBox="1"/>
          <p:nvPr/>
        </p:nvSpPr>
        <p:spPr>
          <a:xfrm>
            <a:off x="6502150" y="4547263"/>
            <a:ext cx="926400" cy="21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Economy</a:t>
            </a:r>
            <a:endParaRPr/>
          </a:p>
        </p:txBody>
      </p:sp>
      <p:sp>
        <p:nvSpPr>
          <p:cNvPr id="1446" name="Google Shape;1446;p130"/>
          <p:cNvSpPr txBox="1"/>
          <p:nvPr/>
        </p:nvSpPr>
        <p:spPr>
          <a:xfrm>
            <a:off x="7038195" y="3731950"/>
            <a:ext cx="514200" cy="21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High</a:t>
            </a:r>
            <a:endParaRPr/>
          </a:p>
        </p:txBody>
      </p:sp>
      <p:sp>
        <p:nvSpPr>
          <p:cNvPr id="1447" name="Google Shape;1447;p130"/>
          <p:cNvSpPr txBox="1"/>
          <p:nvPr/>
        </p:nvSpPr>
        <p:spPr>
          <a:xfrm>
            <a:off x="7691069" y="3731950"/>
            <a:ext cx="380700" cy="21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Medium</a:t>
            </a:r>
            <a:endParaRPr/>
          </a:p>
        </p:txBody>
      </p:sp>
      <p:sp>
        <p:nvSpPr>
          <p:cNvPr id="1448" name="Google Shape;1448;p130"/>
          <p:cNvSpPr txBox="1"/>
          <p:nvPr/>
        </p:nvSpPr>
        <p:spPr>
          <a:xfrm>
            <a:off x="8311968" y="3731950"/>
            <a:ext cx="380700" cy="21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Low</a:t>
            </a:r>
            <a:endParaRPr/>
          </a:p>
        </p:txBody>
      </p:sp>
      <p:sp>
        <p:nvSpPr>
          <p:cNvPr descr="A chart comparing products based on their price point and market. " id="1449" name="Google Shape;1449;p130"/>
          <p:cNvSpPr/>
          <p:nvPr/>
        </p:nvSpPr>
        <p:spPr>
          <a:xfrm>
            <a:off x="6202275" y="3439225"/>
            <a:ext cx="2574600" cy="2154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PRICE POINT</a:t>
            </a:r>
            <a:endParaRPr/>
          </a:p>
        </p:txBody>
      </p:sp>
      <p:cxnSp>
        <p:nvCxnSpPr>
          <p:cNvPr id="1450" name="Google Shape;1450;p130"/>
          <p:cNvCxnSpPr/>
          <p:nvPr/>
        </p:nvCxnSpPr>
        <p:spPr>
          <a:xfrm>
            <a:off x="6425475" y="3906250"/>
            <a:ext cx="2351100" cy="0"/>
          </a:xfrm>
          <a:prstGeom prst="straightConnector1">
            <a:avLst/>
          </a:prstGeom>
          <a:noFill/>
          <a:ln cap="flat" cmpd="sng" w="9525">
            <a:solidFill>
              <a:schemeClr val="dk2"/>
            </a:solidFill>
            <a:prstDash val="solid"/>
            <a:round/>
            <a:headEnd len="sm" w="sm" type="none"/>
            <a:tailEnd len="sm" w="sm" type="none"/>
          </a:ln>
        </p:spPr>
      </p:cxnSp>
      <p:cxnSp>
        <p:nvCxnSpPr>
          <p:cNvPr id="1451" name="Google Shape;1451;p130"/>
          <p:cNvCxnSpPr/>
          <p:nvPr/>
        </p:nvCxnSpPr>
        <p:spPr>
          <a:xfrm>
            <a:off x="6425475" y="4188142"/>
            <a:ext cx="2351100" cy="0"/>
          </a:xfrm>
          <a:prstGeom prst="straightConnector1">
            <a:avLst/>
          </a:prstGeom>
          <a:noFill/>
          <a:ln cap="flat" cmpd="sng" w="9525">
            <a:solidFill>
              <a:schemeClr val="dk2"/>
            </a:solidFill>
            <a:prstDash val="solid"/>
            <a:round/>
            <a:headEnd len="sm" w="sm" type="none"/>
            <a:tailEnd len="sm" w="sm" type="none"/>
          </a:ln>
        </p:spPr>
      </p:cxnSp>
      <p:cxnSp>
        <p:nvCxnSpPr>
          <p:cNvPr id="1452" name="Google Shape;1452;p130"/>
          <p:cNvCxnSpPr/>
          <p:nvPr/>
        </p:nvCxnSpPr>
        <p:spPr>
          <a:xfrm>
            <a:off x="6425488" y="4470033"/>
            <a:ext cx="2351100" cy="0"/>
          </a:xfrm>
          <a:prstGeom prst="straightConnector1">
            <a:avLst/>
          </a:prstGeom>
          <a:noFill/>
          <a:ln cap="flat" cmpd="sng" w="9525">
            <a:solidFill>
              <a:schemeClr val="dk2"/>
            </a:solidFill>
            <a:prstDash val="solid"/>
            <a:round/>
            <a:headEnd len="sm" w="sm" type="none"/>
            <a:tailEnd len="sm" w="sm" type="none"/>
          </a:ln>
        </p:spPr>
      </p:cxnSp>
      <p:cxnSp>
        <p:nvCxnSpPr>
          <p:cNvPr id="1453" name="Google Shape;1453;p130"/>
          <p:cNvCxnSpPr/>
          <p:nvPr/>
        </p:nvCxnSpPr>
        <p:spPr>
          <a:xfrm>
            <a:off x="6425488" y="4751925"/>
            <a:ext cx="2351100" cy="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7" name="Shape 1457"/>
        <p:cNvGrpSpPr/>
        <p:nvPr/>
      </p:nvGrpSpPr>
      <p:grpSpPr>
        <a:xfrm>
          <a:off x="0" y="0"/>
          <a:ext cx="0" cy="0"/>
          <a:chOff x="0" y="0"/>
          <a:chExt cx="0" cy="0"/>
        </a:xfrm>
      </p:grpSpPr>
      <p:sp>
        <p:nvSpPr>
          <p:cNvPr id="1458" name="Google Shape;1458;p131"/>
          <p:cNvSpPr txBox="1"/>
          <p:nvPr>
            <p:ph type="title"/>
          </p:nvPr>
        </p:nvSpPr>
        <p:spPr>
          <a:xfrm>
            <a:off x="361975" y="957403"/>
            <a:ext cx="5627400" cy="5877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3000"/>
              <a:buNone/>
            </a:pPr>
            <a:r>
              <a:rPr lang="en" sz="3600"/>
              <a:t>Market analysis</a:t>
            </a:r>
            <a:endParaRPr/>
          </a:p>
        </p:txBody>
      </p:sp>
      <p:sp>
        <p:nvSpPr>
          <p:cNvPr id="1459" name="Google Shape;1459;p13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p>
            <a:pPr indent="0" lvl="0" marL="0" rtl="0" algn="r">
              <a:lnSpc>
                <a:spcPct val="100000"/>
              </a:lnSpc>
              <a:spcBef>
                <a:spcPts val="0"/>
              </a:spcBef>
              <a:spcAft>
                <a:spcPts val="0"/>
              </a:spcAft>
              <a:buSzPts val="700"/>
              <a:buNone/>
            </a:pPr>
            <a:r>
              <a:rPr lang="en" sz="700">
                <a:solidFill>
                  <a:schemeClr val="lt1"/>
                </a:solidFill>
                <a:latin typeface="DM Sans"/>
                <a:ea typeface="DM Sans"/>
                <a:cs typeface="DM Sans"/>
                <a:sym typeface="DM Sans"/>
              </a:rPr>
              <a:t>‹#›</a:t>
            </a:r>
            <a:endParaRPr/>
          </a:p>
        </p:txBody>
      </p:sp>
      <p:sp>
        <p:nvSpPr>
          <p:cNvPr id="1460" name="Google Shape;1460;p131"/>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SzPts val="700"/>
              <a:buFont typeface="DM Sans"/>
              <a:buNone/>
            </a:pPr>
            <a:r>
              <a:rPr lang="en" sz="700">
                <a:latin typeface="DM Sans"/>
                <a:ea typeface="DM Sans"/>
                <a:cs typeface="DM Sans"/>
                <a:sym typeface="DM Sans"/>
              </a:rPr>
              <a:t>DeckPilot Labs</a:t>
            </a:r>
            <a:endParaRPr/>
          </a:p>
        </p:txBody>
      </p:sp>
      <p:sp>
        <p:nvSpPr>
          <p:cNvPr id="1461" name="Google Shape;1461;p131"/>
          <p:cNvSpPr/>
          <p:nvPr/>
        </p:nvSpPr>
        <p:spPr>
          <a:xfrm>
            <a:off x="4083014" y="4015874"/>
            <a:ext cx="705600" cy="7056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DeckPilot</a:t>
            </a:r>
            <a:endParaRPr/>
          </a:p>
        </p:txBody>
      </p:sp>
      <p:sp>
        <p:nvSpPr>
          <p:cNvPr id="1462" name="Google Shape;1462;p131"/>
          <p:cNvSpPr/>
          <p:nvPr/>
        </p:nvSpPr>
        <p:spPr>
          <a:xfrm>
            <a:off x="3916369" y="2888614"/>
            <a:ext cx="1038900" cy="10389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Notion AI</a:t>
            </a:r>
            <a:endParaRPr/>
          </a:p>
        </p:txBody>
      </p:sp>
      <p:sp>
        <p:nvSpPr>
          <p:cNvPr id="1463" name="Google Shape;1463;p131"/>
          <p:cNvSpPr/>
          <p:nvPr/>
        </p:nvSpPr>
        <p:spPr>
          <a:xfrm>
            <a:off x="4630146" y="2242170"/>
            <a:ext cx="705600" cy="7056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AnswerBase</a:t>
            </a:r>
            <a:endParaRPr/>
          </a:p>
        </p:txBody>
      </p:sp>
      <p:sp>
        <p:nvSpPr>
          <p:cNvPr id="1464" name="Google Shape;1464;p131"/>
          <p:cNvSpPr/>
          <p:nvPr/>
        </p:nvSpPr>
        <p:spPr>
          <a:xfrm>
            <a:off x="3508743" y="2264916"/>
            <a:ext cx="705600" cy="7056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Guru</a:t>
            </a:r>
            <a:endParaRPr/>
          </a:p>
        </p:txBody>
      </p:sp>
      <p:sp>
        <p:nvSpPr>
          <p:cNvPr id="1465" name="Google Shape;1465;p131"/>
          <p:cNvSpPr/>
          <p:nvPr/>
        </p:nvSpPr>
        <p:spPr>
          <a:xfrm>
            <a:off x="3154645" y="3327094"/>
            <a:ext cx="705600" cy="7056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SlideQuery</a:t>
            </a:r>
            <a:endParaRPr/>
          </a:p>
        </p:txBody>
      </p:sp>
      <p:sp>
        <p:nvSpPr>
          <p:cNvPr id="1466" name="Google Shape;1466;p131"/>
          <p:cNvSpPr txBox="1"/>
          <p:nvPr>
            <p:ph idx="4" type="subTitle"/>
          </p:nvPr>
        </p:nvSpPr>
        <p:spPr>
          <a:xfrm>
            <a:off x="6216650" y="1853425"/>
            <a:ext cx="2061600" cy="215400"/>
          </a:xfrm>
          <a:prstGeom prst="rect">
            <a:avLst/>
          </a:prstGeom>
          <a:noFill/>
          <a:ln>
            <a:noFill/>
          </a:ln>
        </p:spPr>
        <p:txBody>
          <a:bodyPr anchorCtr="0" anchor="t" bIns="0" lIns="0" spcFirstLastPara="1" rIns="0" wrap="square" tIns="0">
            <a:spAutoFit/>
          </a:bodyPr>
          <a:lstStyle/>
          <a:p>
            <a:pPr indent="-304800" lvl="0" marL="457200" rtl="0" algn="l">
              <a:lnSpc>
                <a:spcPct val="115000"/>
              </a:lnSpc>
              <a:spcBef>
                <a:spcPts val="0"/>
              </a:spcBef>
              <a:spcAft>
                <a:spcPts val="0"/>
              </a:spcAft>
              <a:buSzPts val="1400"/>
              <a:buNone/>
            </a:pPr>
            <a:r>
              <a:rPr lang="en"/>
              <a:t>Customer segments</a:t>
            </a:r>
            <a:endParaRPr/>
          </a:p>
        </p:txBody>
      </p:sp>
      <p:grpSp>
        <p:nvGrpSpPr>
          <p:cNvPr id="1467" name="Google Shape;1467;p131"/>
          <p:cNvGrpSpPr/>
          <p:nvPr/>
        </p:nvGrpSpPr>
        <p:grpSpPr>
          <a:xfrm>
            <a:off x="6216650" y="2242177"/>
            <a:ext cx="2569480" cy="659151"/>
            <a:chOff x="6216650" y="2242177"/>
            <a:chExt cx="2569480" cy="659151"/>
          </a:xfrm>
        </p:grpSpPr>
        <p:sp>
          <p:nvSpPr>
            <p:cNvPr id="1468" name="Google Shape;1468;p131"/>
            <p:cNvSpPr/>
            <p:nvPr/>
          </p:nvSpPr>
          <p:spPr>
            <a:xfrm>
              <a:off x="6216650" y="2242177"/>
              <a:ext cx="1232700" cy="293100"/>
            </a:xfrm>
            <a:prstGeom prst="roundRect">
              <a:avLst>
                <a:gd fmla="val 0" name="adj"/>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Sales enablement</a:t>
              </a:r>
              <a:endParaRPr/>
            </a:p>
          </p:txBody>
        </p:sp>
        <p:sp>
          <p:nvSpPr>
            <p:cNvPr id="1469" name="Google Shape;1469;p131"/>
            <p:cNvSpPr/>
            <p:nvPr/>
          </p:nvSpPr>
          <p:spPr>
            <a:xfrm>
              <a:off x="7544005" y="2242177"/>
              <a:ext cx="1232700" cy="293100"/>
            </a:xfrm>
            <a:prstGeom prst="roundRect">
              <a:avLst>
                <a:gd fmla="val 0" name="adj"/>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Internal L&amp;D</a:t>
              </a:r>
              <a:endParaRPr/>
            </a:p>
          </p:txBody>
        </p:sp>
        <p:sp>
          <p:nvSpPr>
            <p:cNvPr id="1470" name="Google Shape;1470;p131"/>
            <p:cNvSpPr/>
            <p:nvPr/>
          </p:nvSpPr>
          <p:spPr>
            <a:xfrm>
              <a:off x="6216650" y="2608228"/>
              <a:ext cx="1232700" cy="293100"/>
            </a:xfrm>
            <a:prstGeom prst="roundRect">
              <a:avLst>
                <a:gd fmla="val 0" name="adj"/>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Implementation teams</a:t>
              </a:r>
              <a:endParaRPr/>
            </a:p>
          </p:txBody>
        </p:sp>
        <p:sp>
          <p:nvSpPr>
            <p:cNvPr id="1471" name="Google Shape;1471;p131"/>
            <p:cNvSpPr/>
            <p:nvPr/>
          </p:nvSpPr>
          <p:spPr>
            <a:xfrm>
              <a:off x="7553430" y="2608228"/>
              <a:ext cx="1232700" cy="293100"/>
            </a:xfrm>
            <a:prstGeom prst="roundRect">
              <a:avLst>
                <a:gd fmla="val 0" name="adj"/>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Product marketing</a:t>
              </a:r>
              <a:endParaRPr/>
            </a:p>
          </p:txBody>
        </p:sp>
      </p:grpSp>
      <p:sp>
        <p:nvSpPr>
          <p:cNvPr id="1472" name="Google Shape;1472;p131"/>
          <p:cNvSpPr txBox="1"/>
          <p:nvPr>
            <p:ph idx="2" type="subTitle"/>
          </p:nvPr>
        </p:nvSpPr>
        <p:spPr>
          <a:xfrm>
            <a:off x="362125" y="1853425"/>
            <a:ext cx="2061600" cy="2376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SzPts val="1400"/>
              <a:buNone/>
            </a:pPr>
            <a:r>
              <a:rPr lang="en"/>
              <a:t>Context</a:t>
            </a:r>
            <a:endParaRPr/>
          </a:p>
        </p:txBody>
      </p:sp>
      <p:sp>
        <p:nvSpPr>
          <p:cNvPr id="1473" name="Google Shape;1473;p131"/>
          <p:cNvSpPr txBox="1"/>
          <p:nvPr>
            <p:ph idx="3" type="subTitle"/>
          </p:nvPr>
        </p:nvSpPr>
        <p:spPr>
          <a:xfrm>
            <a:off x="3154650" y="1853425"/>
            <a:ext cx="2061600" cy="2376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SzPts val="1400"/>
              <a:buNone/>
            </a:pPr>
            <a:r>
              <a:rPr lang="en"/>
              <a:t>Key players</a:t>
            </a:r>
            <a:endParaRPr/>
          </a:p>
        </p:txBody>
      </p:sp>
      <p:sp>
        <p:nvSpPr>
          <p:cNvPr id="1474" name="Google Shape;1474;p131"/>
          <p:cNvSpPr txBox="1"/>
          <p:nvPr>
            <p:ph idx="5" type="subTitle"/>
          </p:nvPr>
        </p:nvSpPr>
        <p:spPr>
          <a:xfrm>
            <a:off x="362125" y="2206700"/>
            <a:ext cx="2575800" cy="12483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SzPts val="1000"/>
              <a:buFont typeface="DM Sans Light"/>
              <a:buNone/>
            </a:pPr>
            <a:r>
              <a:rPr lang="en" sz="1000">
                <a:latin typeface="DM Sans Light"/>
                <a:ea typeface="DM Sans Light"/>
                <a:cs typeface="DM Sans Light"/>
                <a:sym typeface="DM Sans Light"/>
              </a:rPr>
              <a:t>The category spans general workspace AI, enterprise knowledge tools, and niche slide assistants. DeckPilot wins when the customer values citations, version control, and measurable post-meeting reuse.</a:t>
            </a:r>
            <a:endParaRPr/>
          </a:p>
        </p:txBody>
      </p:sp>
      <p:sp>
        <p:nvSpPr>
          <p:cNvPr id="1475" name="Google Shape;1475;p131"/>
          <p:cNvSpPr txBox="1"/>
          <p:nvPr>
            <p:ph idx="4" type="subTitle"/>
          </p:nvPr>
        </p:nvSpPr>
        <p:spPr>
          <a:xfrm>
            <a:off x="6210527" y="3128880"/>
            <a:ext cx="1627500" cy="215400"/>
          </a:xfrm>
          <a:prstGeom prst="rect">
            <a:avLst/>
          </a:prstGeom>
          <a:noFill/>
          <a:ln>
            <a:noFill/>
          </a:ln>
        </p:spPr>
        <p:txBody>
          <a:bodyPr anchorCtr="0" anchor="t" bIns="0" lIns="0" spcFirstLastPara="1" rIns="0" wrap="square" tIns="0">
            <a:spAutoFit/>
          </a:bodyPr>
          <a:lstStyle/>
          <a:p>
            <a:pPr indent="-304800" lvl="0" marL="457200" rtl="0" algn="l">
              <a:lnSpc>
                <a:spcPct val="115000"/>
              </a:lnSpc>
              <a:spcBef>
                <a:spcPts val="0"/>
              </a:spcBef>
              <a:spcAft>
                <a:spcPts val="0"/>
              </a:spcAft>
              <a:buSzPts val="1400"/>
              <a:buNone/>
            </a:pPr>
            <a:r>
              <a:rPr lang="en"/>
              <a:t>Pricing strategy</a:t>
            </a:r>
            <a:endParaRPr/>
          </a:p>
        </p:txBody>
      </p:sp>
      <p:grpSp>
        <p:nvGrpSpPr>
          <p:cNvPr id="1476" name="Google Shape;1476;p131"/>
          <p:cNvGrpSpPr/>
          <p:nvPr/>
        </p:nvGrpSpPr>
        <p:grpSpPr>
          <a:xfrm>
            <a:off x="165048" y="3561825"/>
            <a:ext cx="2989216" cy="1279725"/>
            <a:chOff x="362125" y="3561825"/>
            <a:chExt cx="2575800" cy="1279725"/>
          </a:xfrm>
        </p:grpSpPr>
        <p:sp>
          <p:nvSpPr>
            <p:cNvPr id="1477" name="Google Shape;1477;p131"/>
            <p:cNvSpPr txBox="1"/>
            <p:nvPr/>
          </p:nvSpPr>
          <p:spPr>
            <a:xfrm>
              <a:off x="362125" y="3915100"/>
              <a:ext cx="19455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Historic growth rate</a:t>
              </a:r>
              <a:endParaRPr/>
            </a:p>
          </p:txBody>
        </p:sp>
        <p:sp>
          <p:nvSpPr>
            <p:cNvPr id="1478" name="Google Shape;1478;p131"/>
            <p:cNvSpPr txBox="1"/>
            <p:nvPr/>
          </p:nvSpPr>
          <p:spPr>
            <a:xfrm>
              <a:off x="362125" y="3570675"/>
              <a:ext cx="19455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Market value</a:t>
              </a:r>
              <a:endParaRPr/>
            </a:p>
          </p:txBody>
        </p:sp>
        <p:sp>
          <p:nvSpPr>
            <p:cNvPr id="1479" name="Google Shape;1479;p131"/>
            <p:cNvSpPr txBox="1"/>
            <p:nvPr/>
          </p:nvSpPr>
          <p:spPr>
            <a:xfrm>
              <a:off x="362125" y="4259525"/>
              <a:ext cx="19455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Projected growth rate</a:t>
              </a:r>
              <a:endParaRPr/>
            </a:p>
          </p:txBody>
        </p:sp>
        <p:sp>
          <p:nvSpPr>
            <p:cNvPr id="1480" name="Google Shape;1480;p131"/>
            <p:cNvSpPr txBox="1"/>
            <p:nvPr/>
          </p:nvSpPr>
          <p:spPr>
            <a:xfrm>
              <a:off x="362125" y="4603950"/>
              <a:ext cx="19455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Cost of entry</a:t>
              </a:r>
              <a:endParaRPr/>
            </a:p>
          </p:txBody>
        </p:sp>
        <p:sp>
          <p:nvSpPr>
            <p:cNvPr id="1481" name="Google Shape;1481;p131"/>
            <p:cNvSpPr txBox="1"/>
            <p:nvPr/>
          </p:nvSpPr>
          <p:spPr>
            <a:xfrm>
              <a:off x="2423725" y="3906250"/>
              <a:ext cx="5142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Annual contracts</a:t>
              </a:r>
              <a:endParaRPr/>
            </a:p>
          </p:txBody>
        </p:sp>
        <p:sp>
          <p:nvSpPr>
            <p:cNvPr id="1482" name="Google Shape;1482;p131"/>
            <p:cNvSpPr txBox="1"/>
            <p:nvPr/>
          </p:nvSpPr>
          <p:spPr>
            <a:xfrm>
              <a:off x="2423725" y="3561825"/>
              <a:ext cx="5142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32% QoQ</a:t>
              </a:r>
              <a:endParaRPr/>
            </a:p>
          </p:txBody>
        </p:sp>
        <p:sp>
          <p:nvSpPr>
            <p:cNvPr id="1483" name="Google Shape;1483;p131"/>
            <p:cNvSpPr txBox="1"/>
            <p:nvPr/>
          </p:nvSpPr>
          <p:spPr>
            <a:xfrm>
              <a:off x="2423725" y="4250675"/>
              <a:ext cx="5142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$28M SOM</a:t>
              </a:r>
              <a:endParaRPr/>
            </a:p>
          </p:txBody>
        </p:sp>
        <p:sp>
          <p:nvSpPr>
            <p:cNvPr id="1484" name="Google Shape;1484;p131"/>
            <p:cNvSpPr txBox="1"/>
            <p:nvPr/>
          </p:nvSpPr>
          <p:spPr>
            <a:xfrm>
              <a:off x="2423725" y="4595100"/>
              <a:ext cx="5142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58% FY27</a:t>
              </a:r>
              <a:endParaRPr/>
            </a:p>
          </p:txBody>
        </p:sp>
        <p:cxnSp>
          <p:nvCxnSpPr>
            <p:cNvPr id="1485" name="Google Shape;1485;p131"/>
            <p:cNvCxnSpPr/>
            <p:nvPr/>
          </p:nvCxnSpPr>
          <p:spPr>
            <a:xfrm>
              <a:off x="362125" y="3793850"/>
              <a:ext cx="2201700" cy="0"/>
            </a:xfrm>
            <a:prstGeom prst="straightConnector1">
              <a:avLst/>
            </a:prstGeom>
            <a:noFill/>
            <a:ln cap="flat" cmpd="sng" w="9525">
              <a:solidFill>
                <a:schemeClr val="lt2"/>
              </a:solidFill>
              <a:prstDash val="solid"/>
              <a:round/>
              <a:headEnd len="sm" w="sm" type="none"/>
              <a:tailEnd len="sm" w="sm" type="none"/>
            </a:ln>
          </p:spPr>
        </p:cxnSp>
        <p:cxnSp>
          <p:nvCxnSpPr>
            <p:cNvPr id="1486" name="Google Shape;1486;p131"/>
            <p:cNvCxnSpPr/>
            <p:nvPr/>
          </p:nvCxnSpPr>
          <p:spPr>
            <a:xfrm>
              <a:off x="362125" y="4141075"/>
              <a:ext cx="2201700" cy="0"/>
            </a:xfrm>
            <a:prstGeom prst="straightConnector1">
              <a:avLst/>
            </a:prstGeom>
            <a:noFill/>
            <a:ln cap="flat" cmpd="sng" w="9525">
              <a:solidFill>
                <a:schemeClr val="lt2"/>
              </a:solidFill>
              <a:prstDash val="solid"/>
              <a:round/>
              <a:headEnd len="sm" w="sm" type="none"/>
              <a:tailEnd len="sm" w="sm" type="none"/>
            </a:ln>
          </p:spPr>
        </p:cxnSp>
        <p:cxnSp>
          <p:nvCxnSpPr>
            <p:cNvPr id="1487" name="Google Shape;1487;p131"/>
            <p:cNvCxnSpPr/>
            <p:nvPr/>
          </p:nvCxnSpPr>
          <p:spPr>
            <a:xfrm>
              <a:off x="362125" y="4502375"/>
              <a:ext cx="2201700" cy="0"/>
            </a:xfrm>
            <a:prstGeom prst="straightConnector1">
              <a:avLst/>
            </a:prstGeom>
            <a:noFill/>
            <a:ln cap="flat" cmpd="sng" w="9525">
              <a:solidFill>
                <a:schemeClr val="lt2"/>
              </a:solidFill>
              <a:prstDash val="solid"/>
              <a:round/>
              <a:headEnd len="sm" w="sm" type="none"/>
              <a:tailEnd len="sm" w="sm" type="none"/>
            </a:ln>
          </p:spPr>
        </p:cxnSp>
        <p:cxnSp>
          <p:nvCxnSpPr>
            <p:cNvPr id="1488" name="Google Shape;1488;p131"/>
            <p:cNvCxnSpPr/>
            <p:nvPr/>
          </p:nvCxnSpPr>
          <p:spPr>
            <a:xfrm>
              <a:off x="362125" y="4841550"/>
              <a:ext cx="2201700" cy="0"/>
            </a:xfrm>
            <a:prstGeom prst="straightConnector1">
              <a:avLst/>
            </a:prstGeom>
            <a:noFill/>
            <a:ln cap="flat" cmpd="sng" w="9525">
              <a:solidFill>
                <a:schemeClr val="lt2"/>
              </a:solidFill>
              <a:prstDash val="solid"/>
              <a:round/>
              <a:headEnd len="sm" w="sm" type="none"/>
              <a:tailEnd len="sm" w="sm" type="none"/>
            </a:ln>
          </p:spPr>
        </p:cxnSp>
      </p:grpSp>
      <p:grpSp>
        <p:nvGrpSpPr>
          <p:cNvPr id="1489" name="Google Shape;1489;p131"/>
          <p:cNvGrpSpPr/>
          <p:nvPr/>
        </p:nvGrpSpPr>
        <p:grpSpPr>
          <a:xfrm>
            <a:off x="6202275" y="3439225"/>
            <a:ext cx="2574600" cy="1327133"/>
            <a:chOff x="6202275" y="3439225"/>
            <a:chExt cx="2574600" cy="1327133"/>
          </a:xfrm>
        </p:grpSpPr>
        <p:sp>
          <p:nvSpPr>
            <p:cNvPr id="1490" name="Google Shape;1490;p131"/>
            <p:cNvSpPr txBox="1"/>
            <p:nvPr/>
          </p:nvSpPr>
          <p:spPr>
            <a:xfrm rot="-5400000">
              <a:off x="5682525" y="4023408"/>
              <a:ext cx="1263000" cy="222900"/>
            </a:xfrm>
            <a:prstGeom prst="rect">
              <a:avLst/>
            </a:prstGeom>
            <a:solidFill>
              <a:schemeClr val="accent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MARKET</a:t>
              </a:r>
              <a:endParaRPr/>
            </a:p>
          </p:txBody>
        </p:sp>
        <p:sp>
          <p:nvSpPr>
            <p:cNvPr id="1491" name="Google Shape;1491;p131"/>
            <p:cNvSpPr txBox="1"/>
            <p:nvPr/>
          </p:nvSpPr>
          <p:spPr>
            <a:xfrm>
              <a:off x="6502150" y="3993963"/>
              <a:ext cx="926400" cy="21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Premium</a:t>
              </a:r>
              <a:endParaRPr/>
            </a:p>
          </p:txBody>
        </p:sp>
        <p:sp>
          <p:nvSpPr>
            <p:cNvPr id="1492" name="Google Shape;1492;p131"/>
            <p:cNvSpPr txBox="1"/>
            <p:nvPr/>
          </p:nvSpPr>
          <p:spPr>
            <a:xfrm>
              <a:off x="6502150" y="4270613"/>
              <a:ext cx="926400" cy="21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Mid-level</a:t>
              </a:r>
              <a:endParaRPr/>
            </a:p>
          </p:txBody>
        </p:sp>
        <p:sp>
          <p:nvSpPr>
            <p:cNvPr id="1493" name="Google Shape;1493;p131"/>
            <p:cNvSpPr txBox="1"/>
            <p:nvPr/>
          </p:nvSpPr>
          <p:spPr>
            <a:xfrm>
              <a:off x="6502150" y="4547263"/>
              <a:ext cx="926400" cy="21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Economy</a:t>
              </a:r>
              <a:endParaRPr/>
            </a:p>
          </p:txBody>
        </p:sp>
        <p:sp>
          <p:nvSpPr>
            <p:cNvPr id="1494" name="Google Shape;1494;p131"/>
            <p:cNvSpPr txBox="1"/>
            <p:nvPr/>
          </p:nvSpPr>
          <p:spPr>
            <a:xfrm>
              <a:off x="7038195" y="3731950"/>
              <a:ext cx="514200" cy="21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High</a:t>
              </a:r>
              <a:endParaRPr/>
            </a:p>
          </p:txBody>
        </p:sp>
        <p:sp>
          <p:nvSpPr>
            <p:cNvPr id="1495" name="Google Shape;1495;p131"/>
            <p:cNvSpPr txBox="1"/>
            <p:nvPr/>
          </p:nvSpPr>
          <p:spPr>
            <a:xfrm>
              <a:off x="7691069" y="3731950"/>
              <a:ext cx="380700" cy="21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Medium</a:t>
              </a:r>
              <a:endParaRPr/>
            </a:p>
          </p:txBody>
        </p:sp>
        <p:sp>
          <p:nvSpPr>
            <p:cNvPr id="1496" name="Google Shape;1496;p131"/>
            <p:cNvSpPr txBox="1"/>
            <p:nvPr/>
          </p:nvSpPr>
          <p:spPr>
            <a:xfrm>
              <a:off x="8311968" y="3731950"/>
              <a:ext cx="380700" cy="21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Low</a:t>
              </a:r>
              <a:endParaRPr/>
            </a:p>
          </p:txBody>
        </p:sp>
        <p:sp>
          <p:nvSpPr>
            <p:cNvPr descr="A chart comparing products based on their price point and market. " id="1497" name="Google Shape;1497;p131"/>
            <p:cNvSpPr/>
            <p:nvPr/>
          </p:nvSpPr>
          <p:spPr>
            <a:xfrm>
              <a:off x="6202275" y="3439225"/>
              <a:ext cx="2574600" cy="2154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PRICE POINT</a:t>
              </a:r>
              <a:endParaRPr/>
            </a:p>
          </p:txBody>
        </p:sp>
        <p:cxnSp>
          <p:nvCxnSpPr>
            <p:cNvPr id="1498" name="Google Shape;1498;p131"/>
            <p:cNvCxnSpPr/>
            <p:nvPr/>
          </p:nvCxnSpPr>
          <p:spPr>
            <a:xfrm>
              <a:off x="6425475" y="3906250"/>
              <a:ext cx="2351100" cy="0"/>
            </a:xfrm>
            <a:prstGeom prst="straightConnector1">
              <a:avLst/>
            </a:prstGeom>
            <a:noFill/>
            <a:ln cap="flat" cmpd="sng" w="9525">
              <a:solidFill>
                <a:schemeClr val="lt2"/>
              </a:solidFill>
              <a:prstDash val="solid"/>
              <a:round/>
              <a:headEnd len="sm" w="sm" type="none"/>
              <a:tailEnd len="sm" w="sm" type="none"/>
            </a:ln>
          </p:spPr>
        </p:cxnSp>
        <p:cxnSp>
          <p:nvCxnSpPr>
            <p:cNvPr id="1499" name="Google Shape;1499;p131"/>
            <p:cNvCxnSpPr/>
            <p:nvPr/>
          </p:nvCxnSpPr>
          <p:spPr>
            <a:xfrm>
              <a:off x="6425475" y="4188142"/>
              <a:ext cx="2351100" cy="0"/>
            </a:xfrm>
            <a:prstGeom prst="straightConnector1">
              <a:avLst/>
            </a:prstGeom>
            <a:noFill/>
            <a:ln cap="flat" cmpd="sng" w="9525">
              <a:solidFill>
                <a:schemeClr val="lt2"/>
              </a:solidFill>
              <a:prstDash val="solid"/>
              <a:round/>
              <a:headEnd len="sm" w="sm" type="none"/>
              <a:tailEnd len="sm" w="sm" type="none"/>
            </a:ln>
          </p:spPr>
        </p:cxnSp>
        <p:cxnSp>
          <p:nvCxnSpPr>
            <p:cNvPr id="1500" name="Google Shape;1500;p131"/>
            <p:cNvCxnSpPr/>
            <p:nvPr/>
          </p:nvCxnSpPr>
          <p:spPr>
            <a:xfrm>
              <a:off x="6425488" y="4470033"/>
              <a:ext cx="2351100" cy="0"/>
            </a:xfrm>
            <a:prstGeom prst="straightConnector1">
              <a:avLst/>
            </a:prstGeom>
            <a:noFill/>
            <a:ln cap="flat" cmpd="sng" w="9525">
              <a:solidFill>
                <a:schemeClr val="lt2"/>
              </a:solidFill>
              <a:prstDash val="solid"/>
              <a:round/>
              <a:headEnd len="sm" w="sm" type="none"/>
              <a:tailEnd len="sm" w="sm" type="none"/>
            </a:ln>
          </p:spPr>
        </p:cxnSp>
        <p:cxnSp>
          <p:nvCxnSpPr>
            <p:cNvPr id="1501" name="Google Shape;1501;p131"/>
            <p:cNvCxnSpPr/>
            <p:nvPr/>
          </p:nvCxnSpPr>
          <p:spPr>
            <a:xfrm>
              <a:off x="6425488" y="4751925"/>
              <a:ext cx="2351100" cy="0"/>
            </a:xfrm>
            <a:prstGeom prst="straightConnector1">
              <a:avLst/>
            </a:prstGeom>
            <a:noFill/>
            <a:ln cap="flat" cmpd="sng" w="9525">
              <a:solidFill>
                <a:schemeClr val="lt2"/>
              </a:solidFill>
              <a:prstDash val="solid"/>
              <a:round/>
              <a:headEnd len="sm" w="sm" type="none"/>
              <a:tailEnd len="sm" w="sm" type="none"/>
            </a:ln>
          </p:spPr>
        </p:cxnSp>
      </p:grpSp>
      <p:sp>
        <p:nvSpPr>
          <p:cNvPr id="1502" name="Google Shape;1502;p131"/>
          <p:cNvSpPr/>
          <p:nvPr/>
        </p:nvSpPr>
        <p:spPr>
          <a:xfrm>
            <a:off x="5007140" y="3333796"/>
            <a:ext cx="705600" cy="7056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CallNote AI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6" name="Shape 1506"/>
        <p:cNvGrpSpPr/>
        <p:nvPr/>
      </p:nvGrpSpPr>
      <p:grpSpPr>
        <a:xfrm>
          <a:off x="0" y="0"/>
          <a:ext cx="0" cy="0"/>
          <a:chOff x="0" y="0"/>
          <a:chExt cx="0" cy="0"/>
        </a:xfrm>
      </p:grpSpPr>
      <p:sp>
        <p:nvSpPr>
          <p:cNvPr id="1507" name="Google Shape;1507;p132"/>
          <p:cNvSpPr/>
          <p:nvPr/>
        </p:nvSpPr>
        <p:spPr>
          <a:xfrm>
            <a:off x="2281954" y="2973600"/>
            <a:ext cx="2283600" cy="2178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DM Sans"/>
              <a:ea typeface="DM Sans"/>
              <a:cs typeface="DM Sans"/>
              <a:sym typeface="DM Sans"/>
            </a:endParaRPr>
          </a:p>
        </p:txBody>
      </p:sp>
      <p:sp>
        <p:nvSpPr>
          <p:cNvPr id="1508" name="Google Shape;1508;p132"/>
          <p:cNvSpPr/>
          <p:nvPr/>
        </p:nvSpPr>
        <p:spPr>
          <a:xfrm>
            <a:off x="6100" y="2973600"/>
            <a:ext cx="2283600" cy="21783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DM Sans"/>
              <a:ea typeface="DM Sans"/>
              <a:cs typeface="DM Sans"/>
              <a:sym typeface="DM Sans"/>
            </a:endParaRPr>
          </a:p>
        </p:txBody>
      </p:sp>
      <p:sp>
        <p:nvSpPr>
          <p:cNvPr id="1509" name="Google Shape;1509;p132"/>
          <p:cNvSpPr/>
          <p:nvPr/>
        </p:nvSpPr>
        <p:spPr>
          <a:xfrm>
            <a:off x="4565475" y="2973600"/>
            <a:ext cx="4578600" cy="21702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DM Sans"/>
              <a:ea typeface="DM Sans"/>
              <a:cs typeface="DM Sans"/>
              <a:sym typeface="DM Sans"/>
            </a:endParaRPr>
          </a:p>
        </p:txBody>
      </p:sp>
      <p:sp>
        <p:nvSpPr>
          <p:cNvPr id="1510" name="Google Shape;1510;p132"/>
          <p:cNvSpPr/>
          <p:nvPr/>
        </p:nvSpPr>
        <p:spPr>
          <a:xfrm>
            <a:off x="4565475" y="0"/>
            <a:ext cx="2294400" cy="2973600"/>
          </a:xfrm>
          <a:prstGeom prst="rect">
            <a:avLst/>
          </a:prstGeom>
          <a:solidFill>
            <a:schemeClr val="dk2"/>
          </a:solidFill>
          <a:ln>
            <a:noFill/>
          </a:ln>
        </p:spPr>
        <p:txBody>
          <a:bodyPr anchorCtr="0" anchor="ctr" bIns="0" lIns="91425" spcFirstLastPara="1" rIns="0"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DM Sans"/>
              <a:ea typeface="DM Sans"/>
              <a:cs typeface="DM Sans"/>
              <a:sym typeface="DM Sans"/>
            </a:endParaRPr>
          </a:p>
        </p:txBody>
      </p:sp>
      <p:sp>
        <p:nvSpPr>
          <p:cNvPr id="1511" name="Google Shape;1511;p132"/>
          <p:cNvSpPr/>
          <p:nvPr/>
        </p:nvSpPr>
        <p:spPr>
          <a:xfrm>
            <a:off x="6849550" y="0"/>
            <a:ext cx="2294400" cy="29736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DM Sans"/>
              <a:ea typeface="DM Sans"/>
              <a:cs typeface="DM Sans"/>
              <a:sym typeface="DM Sans"/>
            </a:endParaRPr>
          </a:p>
        </p:txBody>
      </p:sp>
      <p:sp>
        <p:nvSpPr>
          <p:cNvPr id="1512" name="Google Shape;1512;p132"/>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Clr>
                <a:schemeClr val="dk1"/>
              </a:buClr>
              <a:buSzPts val="700"/>
              <a:buFont typeface="DM Sans"/>
              <a:buNone/>
            </a:pPr>
            <a:r>
              <a:rPr lang="en" sz="700">
                <a:solidFill>
                  <a:schemeClr val="dk1"/>
                </a:solidFill>
                <a:latin typeface="DM Sans"/>
                <a:ea typeface="DM Sans"/>
                <a:cs typeface="DM Sans"/>
                <a:sym typeface="DM Sans"/>
              </a:rPr>
              <a:t>DeckPilot Labs</a:t>
            </a:r>
            <a:endParaRPr/>
          </a:p>
        </p:txBody>
      </p:sp>
      <p:sp>
        <p:nvSpPr>
          <p:cNvPr id="1513" name="Google Shape;1513;p132"/>
          <p:cNvSpPr txBox="1"/>
          <p:nvPr>
            <p:ph type="title"/>
          </p:nvPr>
        </p:nvSpPr>
        <p:spPr>
          <a:xfrm>
            <a:off x="361975" y="988555"/>
            <a:ext cx="3860100" cy="9144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SzPts val="3000"/>
              <a:buNone/>
            </a:pPr>
            <a:r>
              <a:rPr lang="en" sz="2200">
                <a:solidFill>
                  <a:schemeClr val="dk1"/>
                </a:solidFill>
              </a:rPr>
              <a:t>DeckPilot creates value by turning existing slide content into a reliable assistant and charging for access, adoption, and enterprise controls.</a:t>
            </a:r>
            <a:endParaRPr/>
          </a:p>
        </p:txBody>
      </p:sp>
      <p:sp>
        <p:nvSpPr>
          <p:cNvPr id="1514" name="Google Shape;1514;p132"/>
          <p:cNvSpPr txBox="1"/>
          <p:nvPr>
            <p:ph idx="2" type="subTitle"/>
          </p:nvPr>
        </p:nvSpPr>
        <p:spPr>
          <a:xfrm>
            <a:off x="361975" y="732775"/>
            <a:ext cx="3860100" cy="138600"/>
          </a:xfrm>
          <a:prstGeom prst="rect">
            <a:avLst/>
          </a:prstGeom>
          <a:noFill/>
          <a:ln>
            <a:noFill/>
          </a:ln>
        </p:spPr>
        <p:txBody>
          <a:bodyPr anchorCtr="0" anchor="b" bIns="0" lIns="0" spcFirstLastPara="1" rIns="0" wrap="square" tIns="0">
            <a:spAutoFit/>
          </a:bodyPr>
          <a:lstStyle/>
          <a:p>
            <a:pPr indent="-304800" lvl="0" marL="457200" rtl="0" algn="l">
              <a:lnSpc>
                <a:spcPct val="115000"/>
              </a:lnSpc>
              <a:spcBef>
                <a:spcPts val="0"/>
              </a:spcBef>
              <a:spcAft>
                <a:spcPts val="0"/>
              </a:spcAft>
              <a:buClr>
                <a:schemeClr val="dk1"/>
              </a:buClr>
              <a:buSzPts val="1000"/>
              <a:buFont typeface="DM Sans Light"/>
              <a:buNone/>
            </a:pPr>
            <a:r>
              <a:rPr lang="en" sz="1000">
                <a:solidFill>
                  <a:schemeClr val="dk1"/>
                </a:solidFill>
                <a:latin typeface="DM Sans Light"/>
                <a:ea typeface="DM Sans Light"/>
                <a:cs typeface="DM Sans Light"/>
                <a:sym typeface="DM Sans Light"/>
              </a:rPr>
              <a:t>BUSINESS MODEL</a:t>
            </a:r>
            <a:endParaRPr/>
          </a:p>
        </p:txBody>
      </p:sp>
      <p:sp>
        <p:nvSpPr>
          <p:cNvPr id="1515" name="Google Shape;1515;p132"/>
          <p:cNvSpPr txBox="1"/>
          <p:nvPr>
            <p:ph idx="3" type="body"/>
          </p:nvPr>
        </p:nvSpPr>
        <p:spPr>
          <a:xfrm>
            <a:off x="4800825" y="3665600"/>
            <a:ext cx="3975900" cy="1114200"/>
          </a:xfrm>
          <a:prstGeom prst="rect">
            <a:avLst/>
          </a:prstGeom>
          <a:noFill/>
          <a:ln>
            <a:noFill/>
          </a:ln>
        </p:spPr>
        <p:txBody>
          <a:bodyPr anchorCtr="0" anchor="t" bIns="0" lIns="0" spcFirstLastPara="1" rIns="0" wrap="square" tIns="0">
            <a:noAutofit/>
          </a:bodyPr>
          <a:lstStyle/>
          <a:p>
            <a:pPr indent="-292100" lvl="0" marL="457200" rtl="0" algn="l">
              <a:lnSpc>
                <a:spcPct val="115000"/>
              </a:lnSpc>
              <a:spcBef>
                <a:spcPts val="0"/>
              </a:spcBef>
              <a:spcAft>
                <a:spcPts val="0"/>
              </a:spcAft>
              <a:buClr>
                <a:schemeClr val="dk1"/>
              </a:buClr>
              <a:buSzPts val="1000"/>
              <a:buFont typeface="DM Sans"/>
              <a:buChar char="●"/>
            </a:pPr>
            <a:r>
              <a:rPr lang="en" sz="1000">
                <a:solidFill>
                  <a:schemeClr val="dk1"/>
                </a:solidFill>
              </a:rPr>
              <a:t>Sales enablement</a:t>
            </a:r>
            <a:endParaRPr/>
          </a:p>
          <a:p>
            <a:pPr indent="-292100" lvl="0" marL="457200" rtl="0" algn="l">
              <a:lnSpc>
                <a:spcPct val="115000"/>
              </a:lnSpc>
              <a:spcBef>
                <a:spcPts val="0"/>
              </a:spcBef>
              <a:spcAft>
                <a:spcPts val="0"/>
              </a:spcAft>
              <a:buClr>
                <a:schemeClr val="dk1"/>
              </a:buClr>
              <a:buSzPts val="1000"/>
              <a:buFont typeface="DM Sans"/>
              <a:buChar char="●"/>
            </a:pPr>
            <a:r>
              <a:rPr lang="en" sz="1000">
                <a:solidFill>
                  <a:schemeClr val="dk1"/>
                </a:solidFill>
              </a:rPr>
              <a:t>Customer success ops</a:t>
            </a:r>
            <a:endParaRPr/>
          </a:p>
          <a:p>
            <a:pPr indent="-292100" lvl="0" marL="457200" rtl="0" algn="l">
              <a:lnSpc>
                <a:spcPct val="115000"/>
              </a:lnSpc>
              <a:spcBef>
                <a:spcPts val="0"/>
              </a:spcBef>
              <a:spcAft>
                <a:spcPts val="0"/>
              </a:spcAft>
              <a:buClr>
                <a:schemeClr val="dk1"/>
              </a:buClr>
              <a:buSzPts val="1000"/>
              <a:buFont typeface="DM Sans"/>
              <a:buChar char="●"/>
            </a:pPr>
            <a:r>
              <a:rPr lang="en" sz="1000">
                <a:solidFill>
                  <a:schemeClr val="dk1"/>
                </a:solidFill>
              </a:rPr>
              <a:t>Learning teams</a:t>
            </a:r>
            <a:endParaRPr/>
          </a:p>
        </p:txBody>
      </p:sp>
      <p:sp>
        <p:nvSpPr>
          <p:cNvPr id="1516" name="Google Shape;1516;p132"/>
          <p:cNvSpPr txBox="1"/>
          <p:nvPr>
            <p:ph idx="4" type="subTitle"/>
          </p:nvPr>
        </p:nvSpPr>
        <p:spPr>
          <a:xfrm>
            <a:off x="4800825" y="3285232"/>
            <a:ext cx="3975900" cy="184800"/>
          </a:xfrm>
          <a:prstGeom prst="rect">
            <a:avLst/>
          </a:prstGeom>
          <a:noFill/>
          <a:ln>
            <a:noFill/>
          </a:ln>
        </p:spPr>
        <p:txBody>
          <a:bodyPr anchorCtr="0" anchor="t" bIns="0" lIns="0" spcFirstLastPara="1" rIns="0" wrap="square" tIns="0">
            <a:spAutoFit/>
          </a:bodyPr>
          <a:lstStyle/>
          <a:p>
            <a:pPr indent="-304800" lvl="0" marL="457200" rtl="0" algn="l">
              <a:lnSpc>
                <a:spcPct val="115000"/>
              </a:lnSpc>
              <a:spcBef>
                <a:spcPts val="0"/>
              </a:spcBef>
              <a:spcAft>
                <a:spcPts val="0"/>
              </a:spcAft>
              <a:buClr>
                <a:schemeClr val="dk1"/>
              </a:buClr>
              <a:buSzPts val="1200"/>
              <a:buNone/>
            </a:pPr>
            <a:r>
              <a:rPr lang="en" sz="1200">
                <a:solidFill>
                  <a:schemeClr val="dk1"/>
                </a:solidFill>
              </a:rPr>
              <a:t>Customer segments</a:t>
            </a:r>
            <a:endParaRPr/>
          </a:p>
        </p:txBody>
      </p:sp>
      <p:sp>
        <p:nvSpPr>
          <p:cNvPr id="1517" name="Google Shape;1517;p132"/>
          <p:cNvSpPr txBox="1"/>
          <p:nvPr>
            <p:ph idx="5" type="body"/>
          </p:nvPr>
        </p:nvSpPr>
        <p:spPr>
          <a:xfrm>
            <a:off x="2611800" y="3665600"/>
            <a:ext cx="1686000" cy="1114200"/>
          </a:xfrm>
          <a:prstGeom prst="rect">
            <a:avLst/>
          </a:prstGeom>
          <a:noFill/>
          <a:ln>
            <a:noFill/>
          </a:ln>
        </p:spPr>
        <p:txBody>
          <a:bodyPr anchorCtr="0" anchor="t" bIns="0" lIns="0" spcFirstLastPara="1" rIns="0" wrap="square" tIns="0">
            <a:noAutofit/>
          </a:bodyPr>
          <a:lstStyle/>
          <a:p>
            <a:pPr indent="-292100" lvl="0" marL="457200" rtl="0" algn="l">
              <a:lnSpc>
                <a:spcPct val="100000"/>
              </a:lnSpc>
              <a:spcBef>
                <a:spcPts val="0"/>
              </a:spcBef>
              <a:spcAft>
                <a:spcPts val="0"/>
              </a:spcAft>
              <a:buSzPts val="1000"/>
              <a:buFont typeface="DM Sans"/>
              <a:buChar char="●"/>
            </a:pPr>
            <a:r>
              <a:rPr lang="en" sz="1000"/>
              <a:t>Workspace providers, LMS vendors, implementation partners, and security reviewers help us reach enterprise buyers faster.</a:t>
            </a:r>
            <a:endParaRPr/>
          </a:p>
        </p:txBody>
      </p:sp>
      <p:sp>
        <p:nvSpPr>
          <p:cNvPr id="1518" name="Google Shape;1518;p132"/>
          <p:cNvSpPr txBox="1"/>
          <p:nvPr>
            <p:ph idx="6" type="subTitle"/>
          </p:nvPr>
        </p:nvSpPr>
        <p:spPr>
          <a:xfrm>
            <a:off x="2611802" y="3285232"/>
            <a:ext cx="1627500" cy="184800"/>
          </a:xfrm>
          <a:prstGeom prst="rect">
            <a:avLst/>
          </a:prstGeom>
          <a:noFill/>
          <a:ln>
            <a:noFill/>
          </a:ln>
        </p:spPr>
        <p:txBody>
          <a:bodyPr anchorCtr="0" anchor="t" bIns="0" lIns="0" spcFirstLastPara="1" rIns="0" wrap="square" tIns="0">
            <a:spAutoFit/>
          </a:bodyPr>
          <a:lstStyle/>
          <a:p>
            <a:pPr indent="-304800" lvl="0" marL="457200" rtl="0" algn="l">
              <a:lnSpc>
                <a:spcPct val="115000"/>
              </a:lnSpc>
              <a:spcBef>
                <a:spcPts val="0"/>
              </a:spcBef>
              <a:spcAft>
                <a:spcPts val="0"/>
              </a:spcAft>
              <a:buSzPts val="1200"/>
              <a:buNone/>
            </a:pPr>
            <a:r>
              <a:rPr lang="en" sz="1200"/>
              <a:t>Key partnership</a:t>
            </a:r>
            <a:endParaRPr/>
          </a:p>
        </p:txBody>
      </p:sp>
      <p:sp>
        <p:nvSpPr>
          <p:cNvPr id="1519" name="Google Shape;1519;p132"/>
          <p:cNvSpPr txBox="1"/>
          <p:nvPr>
            <p:ph idx="7" type="body"/>
          </p:nvPr>
        </p:nvSpPr>
        <p:spPr>
          <a:xfrm>
            <a:off x="361975" y="3665600"/>
            <a:ext cx="1746000" cy="1114200"/>
          </a:xfrm>
          <a:prstGeom prst="rect">
            <a:avLst/>
          </a:prstGeom>
          <a:noFill/>
          <a:ln>
            <a:noFill/>
          </a:ln>
        </p:spPr>
        <p:txBody>
          <a:bodyPr anchorCtr="0" anchor="t" bIns="0" lIns="0" spcFirstLastPara="1" rIns="0" wrap="square" tIns="0">
            <a:noAutofit/>
          </a:bodyPr>
          <a:lstStyle/>
          <a:p>
            <a:pPr indent="-292100" lvl="0" marL="457200" rtl="0" algn="l">
              <a:lnSpc>
                <a:spcPct val="115000"/>
              </a:lnSpc>
              <a:spcBef>
                <a:spcPts val="0"/>
              </a:spcBef>
              <a:spcAft>
                <a:spcPts val="0"/>
              </a:spcAft>
              <a:buClr>
                <a:schemeClr val="dk1"/>
              </a:buClr>
              <a:buSzPts val="1000"/>
              <a:buFont typeface="DM Sans"/>
              <a:buChar char="●"/>
            </a:pPr>
            <a:r>
              <a:rPr lang="en" sz="1000">
                <a:solidFill>
                  <a:schemeClr val="dk1"/>
                </a:solidFill>
              </a:rPr>
              <a:t>Parse decks, maintain retrieval quality, onboard admins, review unresolved questions, and improve content freshness.</a:t>
            </a:r>
            <a:endParaRPr/>
          </a:p>
        </p:txBody>
      </p:sp>
      <p:sp>
        <p:nvSpPr>
          <p:cNvPr id="1520" name="Google Shape;1520;p132"/>
          <p:cNvSpPr txBox="1"/>
          <p:nvPr>
            <p:ph idx="8" type="subTitle"/>
          </p:nvPr>
        </p:nvSpPr>
        <p:spPr>
          <a:xfrm>
            <a:off x="361977" y="3285232"/>
            <a:ext cx="1627500" cy="184800"/>
          </a:xfrm>
          <a:prstGeom prst="rect">
            <a:avLst/>
          </a:prstGeom>
          <a:noFill/>
          <a:ln>
            <a:noFill/>
          </a:ln>
        </p:spPr>
        <p:txBody>
          <a:bodyPr anchorCtr="0" anchor="t" bIns="0" lIns="0" spcFirstLastPara="1" rIns="0" wrap="square" tIns="0">
            <a:spAutoFit/>
          </a:bodyPr>
          <a:lstStyle/>
          <a:p>
            <a:pPr indent="-304800" lvl="0" marL="457200" rtl="0" algn="l">
              <a:lnSpc>
                <a:spcPct val="115000"/>
              </a:lnSpc>
              <a:spcBef>
                <a:spcPts val="0"/>
              </a:spcBef>
              <a:spcAft>
                <a:spcPts val="0"/>
              </a:spcAft>
              <a:buClr>
                <a:schemeClr val="dk1"/>
              </a:buClr>
              <a:buSzPts val="1200"/>
              <a:buNone/>
            </a:pPr>
            <a:r>
              <a:rPr lang="en" sz="1200">
                <a:solidFill>
                  <a:schemeClr val="dk1"/>
                </a:solidFill>
              </a:rPr>
              <a:t>Key activities</a:t>
            </a:r>
            <a:endParaRPr/>
          </a:p>
        </p:txBody>
      </p:sp>
      <p:sp>
        <p:nvSpPr>
          <p:cNvPr id="1521" name="Google Shape;1521;p132"/>
          <p:cNvSpPr txBox="1"/>
          <p:nvPr>
            <p:ph idx="9" type="body"/>
          </p:nvPr>
        </p:nvSpPr>
        <p:spPr>
          <a:xfrm>
            <a:off x="4871875" y="696950"/>
            <a:ext cx="1627500" cy="632400"/>
          </a:xfrm>
          <a:prstGeom prst="rect">
            <a:avLst/>
          </a:prstGeom>
          <a:noFill/>
          <a:ln>
            <a:noFill/>
          </a:ln>
        </p:spPr>
        <p:txBody>
          <a:bodyPr anchorCtr="0" anchor="t" bIns="0" lIns="0" spcFirstLastPara="1" rIns="0" wrap="square" tIns="0">
            <a:noAutofit/>
          </a:bodyPr>
          <a:lstStyle/>
          <a:p>
            <a:pPr indent="-292100" lvl="0" marL="457200" rtl="0" algn="l">
              <a:lnSpc>
                <a:spcPct val="115000"/>
              </a:lnSpc>
              <a:spcBef>
                <a:spcPts val="0"/>
              </a:spcBef>
              <a:spcAft>
                <a:spcPts val="0"/>
              </a:spcAft>
              <a:buClr>
                <a:schemeClr val="dk1"/>
              </a:buClr>
              <a:buSzPts val="1000"/>
              <a:buFont typeface="DM Sans"/>
              <a:buChar char="●"/>
            </a:pPr>
            <a:r>
              <a:rPr lang="en" sz="1000">
                <a:solidFill>
                  <a:schemeClr val="dk1"/>
                </a:solidFill>
              </a:rPr>
              <a:t>Cloud inference, indexing, evaluation, customer success, and security compliance are the biggest operating costs.</a:t>
            </a:r>
            <a:endParaRPr/>
          </a:p>
        </p:txBody>
      </p:sp>
      <p:sp>
        <p:nvSpPr>
          <p:cNvPr id="1522" name="Google Shape;1522;p132"/>
          <p:cNvSpPr txBox="1"/>
          <p:nvPr>
            <p:ph idx="13" type="subTitle"/>
          </p:nvPr>
        </p:nvSpPr>
        <p:spPr>
          <a:xfrm>
            <a:off x="4900725" y="369898"/>
            <a:ext cx="1627500" cy="184800"/>
          </a:xfrm>
          <a:prstGeom prst="rect">
            <a:avLst/>
          </a:prstGeom>
          <a:noFill/>
          <a:ln>
            <a:noFill/>
          </a:ln>
        </p:spPr>
        <p:txBody>
          <a:bodyPr anchorCtr="0" anchor="t" bIns="0" lIns="0" spcFirstLastPara="1" rIns="0" wrap="square" tIns="0">
            <a:spAutoFit/>
          </a:bodyPr>
          <a:lstStyle/>
          <a:p>
            <a:pPr indent="-304800" lvl="0" marL="457200" rtl="0" algn="l">
              <a:lnSpc>
                <a:spcPct val="115000"/>
              </a:lnSpc>
              <a:spcBef>
                <a:spcPts val="0"/>
              </a:spcBef>
              <a:spcAft>
                <a:spcPts val="0"/>
              </a:spcAft>
              <a:buClr>
                <a:schemeClr val="dk1"/>
              </a:buClr>
              <a:buSzPts val="1200"/>
              <a:buNone/>
            </a:pPr>
            <a:r>
              <a:rPr lang="en" sz="1200">
                <a:solidFill>
                  <a:schemeClr val="dk1"/>
                </a:solidFill>
              </a:rPr>
              <a:t>Cost structure</a:t>
            </a:r>
            <a:endParaRPr/>
          </a:p>
        </p:txBody>
      </p:sp>
      <p:sp>
        <p:nvSpPr>
          <p:cNvPr id="1523" name="Google Shape;1523;p132"/>
          <p:cNvSpPr txBox="1"/>
          <p:nvPr>
            <p:ph idx="14" type="body"/>
          </p:nvPr>
        </p:nvSpPr>
        <p:spPr>
          <a:xfrm>
            <a:off x="7203275" y="642350"/>
            <a:ext cx="1627500" cy="632400"/>
          </a:xfrm>
          <a:prstGeom prst="rect">
            <a:avLst/>
          </a:prstGeom>
          <a:noFill/>
          <a:ln>
            <a:noFill/>
          </a:ln>
        </p:spPr>
        <p:txBody>
          <a:bodyPr anchorCtr="0" anchor="t" bIns="0" lIns="0" spcFirstLastPara="1" rIns="0" wrap="square" tIns="0">
            <a:noAutofit/>
          </a:bodyPr>
          <a:lstStyle/>
          <a:p>
            <a:pPr indent="-292100" lvl="0" marL="457200" rtl="0" algn="l">
              <a:lnSpc>
                <a:spcPct val="115000"/>
              </a:lnSpc>
              <a:spcBef>
                <a:spcPts val="0"/>
              </a:spcBef>
              <a:spcAft>
                <a:spcPts val="0"/>
              </a:spcAft>
              <a:buClr>
                <a:schemeClr val="lt1"/>
              </a:buClr>
              <a:buSzPts val="1000"/>
              <a:buFont typeface="DM Sans"/>
              <a:buChar char="●"/>
            </a:pPr>
            <a:r>
              <a:rPr lang="en" sz="1000"/>
              <a:t>Revenue comes from annual subscriptions, seat bundles, premium connectors, and limited implementation services.</a:t>
            </a:r>
            <a:endParaRPr/>
          </a:p>
        </p:txBody>
      </p:sp>
      <p:sp>
        <p:nvSpPr>
          <p:cNvPr id="1524" name="Google Shape;1524;p132"/>
          <p:cNvSpPr txBox="1"/>
          <p:nvPr>
            <p:ph idx="15" type="subTitle"/>
          </p:nvPr>
        </p:nvSpPr>
        <p:spPr>
          <a:xfrm>
            <a:off x="7127775" y="369898"/>
            <a:ext cx="1627500" cy="184800"/>
          </a:xfrm>
          <a:prstGeom prst="rect">
            <a:avLst/>
          </a:prstGeom>
          <a:noFill/>
          <a:ln>
            <a:noFill/>
          </a:ln>
        </p:spPr>
        <p:txBody>
          <a:bodyPr anchorCtr="0" anchor="t" bIns="0" lIns="0" spcFirstLastPara="1" rIns="0" wrap="square" tIns="0">
            <a:spAutoFit/>
          </a:bodyPr>
          <a:lstStyle/>
          <a:p>
            <a:pPr indent="-304800" lvl="0" marL="457200" rtl="0" algn="l">
              <a:lnSpc>
                <a:spcPct val="115000"/>
              </a:lnSpc>
              <a:spcBef>
                <a:spcPts val="0"/>
              </a:spcBef>
              <a:spcAft>
                <a:spcPts val="0"/>
              </a:spcAft>
              <a:buSzPts val="1200"/>
              <a:buNone/>
            </a:pPr>
            <a:r>
              <a:rPr lang="en" sz="1200"/>
              <a:t>Revenue streams</a:t>
            </a:r>
            <a:endParaRPr/>
          </a:p>
        </p:txBody>
      </p:sp>
      <p:cxnSp>
        <p:nvCxnSpPr>
          <p:cNvPr id="1525" name="Google Shape;1525;p132"/>
          <p:cNvCxnSpPr/>
          <p:nvPr/>
        </p:nvCxnSpPr>
        <p:spPr>
          <a:xfrm>
            <a:off x="4891604" y="2151472"/>
            <a:ext cx="1618800" cy="0"/>
          </a:xfrm>
          <a:prstGeom prst="straightConnector1">
            <a:avLst/>
          </a:prstGeom>
          <a:noFill/>
          <a:ln cap="flat" cmpd="sng" w="9525">
            <a:solidFill>
              <a:schemeClr val="lt2"/>
            </a:solidFill>
            <a:prstDash val="solid"/>
            <a:round/>
            <a:headEnd len="sm" w="sm" type="none"/>
            <a:tailEnd len="sm" w="sm" type="none"/>
          </a:ln>
        </p:spPr>
      </p:cxnSp>
      <p:cxnSp>
        <p:nvCxnSpPr>
          <p:cNvPr id="1526" name="Google Shape;1526;p132"/>
          <p:cNvCxnSpPr/>
          <p:nvPr/>
        </p:nvCxnSpPr>
        <p:spPr>
          <a:xfrm>
            <a:off x="4891604" y="2381757"/>
            <a:ext cx="1618800" cy="0"/>
          </a:xfrm>
          <a:prstGeom prst="straightConnector1">
            <a:avLst/>
          </a:prstGeom>
          <a:noFill/>
          <a:ln cap="flat" cmpd="sng" w="9525">
            <a:solidFill>
              <a:schemeClr val="lt2"/>
            </a:solidFill>
            <a:prstDash val="solid"/>
            <a:round/>
            <a:headEnd len="sm" w="sm" type="none"/>
            <a:tailEnd len="sm" w="sm" type="none"/>
          </a:ln>
        </p:spPr>
      </p:cxnSp>
      <p:cxnSp>
        <p:nvCxnSpPr>
          <p:cNvPr id="1527" name="Google Shape;1527;p132"/>
          <p:cNvCxnSpPr/>
          <p:nvPr/>
        </p:nvCxnSpPr>
        <p:spPr>
          <a:xfrm>
            <a:off x="7169462" y="2151472"/>
            <a:ext cx="1618800" cy="0"/>
          </a:xfrm>
          <a:prstGeom prst="straightConnector1">
            <a:avLst/>
          </a:prstGeom>
          <a:noFill/>
          <a:ln cap="flat" cmpd="sng" w="9525">
            <a:solidFill>
              <a:schemeClr val="dk2"/>
            </a:solidFill>
            <a:prstDash val="solid"/>
            <a:round/>
            <a:headEnd len="sm" w="sm" type="none"/>
            <a:tailEnd len="sm" w="sm" type="none"/>
          </a:ln>
        </p:spPr>
      </p:cxnSp>
      <p:cxnSp>
        <p:nvCxnSpPr>
          <p:cNvPr id="1528" name="Google Shape;1528;p132"/>
          <p:cNvCxnSpPr/>
          <p:nvPr/>
        </p:nvCxnSpPr>
        <p:spPr>
          <a:xfrm>
            <a:off x="7169462" y="2381757"/>
            <a:ext cx="1618800" cy="0"/>
          </a:xfrm>
          <a:prstGeom prst="straightConnector1">
            <a:avLst/>
          </a:prstGeom>
          <a:noFill/>
          <a:ln cap="flat" cmpd="sng" w="9525">
            <a:solidFill>
              <a:schemeClr val="dk2"/>
            </a:solidFill>
            <a:prstDash val="solid"/>
            <a:round/>
            <a:headEnd len="sm" w="sm" type="none"/>
            <a:tailEnd len="sm" w="sm" type="none"/>
          </a:ln>
        </p:spPr>
      </p:cxnSp>
      <p:sp>
        <p:nvSpPr>
          <p:cNvPr id="1529" name="Google Shape;1529;p13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p>
            <a:pPr indent="0" lvl="0" marL="0" rtl="0" algn="r">
              <a:lnSpc>
                <a:spcPct val="100000"/>
              </a:lnSpc>
              <a:spcBef>
                <a:spcPts val="0"/>
              </a:spcBef>
              <a:spcAft>
                <a:spcPts val="0"/>
              </a:spcAft>
              <a:buSzPts val="700"/>
              <a:buNone/>
            </a:pPr>
            <a:r>
              <a:rPr lang="en" sz="700">
                <a:solidFill>
                  <a:schemeClr val="lt1"/>
                </a:solidFill>
                <a:latin typeface="DM Sans"/>
                <a:ea typeface="DM Sans"/>
                <a:cs typeface="DM Sans"/>
                <a:sym typeface="DM Sans"/>
              </a:rPr>
              <a:t>‹#›</a:t>
            </a:r>
            <a:endParaRPr/>
          </a:p>
        </p:txBody>
      </p:sp>
      <p:sp>
        <p:nvSpPr>
          <p:cNvPr id="1530" name="Google Shape;1530;p132"/>
          <p:cNvSpPr txBox="1"/>
          <p:nvPr/>
        </p:nvSpPr>
        <p:spPr>
          <a:xfrm>
            <a:off x="4900725" y="1929950"/>
            <a:ext cx="16275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Infra 34%</a:t>
            </a:r>
            <a:endParaRPr/>
          </a:p>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R&amp;D 29%</a:t>
            </a:r>
            <a:endParaRPr/>
          </a:p>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Success 18%</a:t>
            </a:r>
            <a:endParaRPr/>
          </a:p>
        </p:txBody>
      </p:sp>
      <p:sp>
        <p:nvSpPr>
          <p:cNvPr id="1531" name="Google Shape;1531;p132"/>
          <p:cNvSpPr txBox="1"/>
          <p:nvPr/>
        </p:nvSpPr>
        <p:spPr>
          <a:xfrm>
            <a:off x="7098525" y="2019300"/>
            <a:ext cx="16860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Subscriptions 62%</a:t>
            </a:r>
            <a:endParaRPr/>
          </a:p>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Services 23%</a:t>
            </a:r>
            <a:endParaRPr/>
          </a:p>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Usage 15%</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5" name="Shape 1535"/>
        <p:cNvGrpSpPr/>
        <p:nvPr/>
      </p:nvGrpSpPr>
      <p:grpSpPr>
        <a:xfrm>
          <a:off x="0" y="0"/>
          <a:ext cx="0" cy="0"/>
          <a:chOff x="0" y="0"/>
          <a:chExt cx="0" cy="0"/>
        </a:xfrm>
      </p:grpSpPr>
      <p:sp>
        <p:nvSpPr>
          <p:cNvPr id="1536" name="Google Shape;1536;p133"/>
          <p:cNvSpPr/>
          <p:nvPr/>
        </p:nvSpPr>
        <p:spPr>
          <a:xfrm>
            <a:off x="5493600" y="75"/>
            <a:ext cx="3664800" cy="19626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DM Sans"/>
              <a:ea typeface="DM Sans"/>
              <a:cs typeface="DM Sans"/>
              <a:sym typeface="DM Sans"/>
            </a:endParaRPr>
          </a:p>
        </p:txBody>
      </p:sp>
      <p:sp>
        <p:nvSpPr>
          <p:cNvPr id="1537" name="Google Shape;1537;p133"/>
          <p:cNvSpPr/>
          <p:nvPr/>
        </p:nvSpPr>
        <p:spPr>
          <a:xfrm>
            <a:off x="5493600" y="1962763"/>
            <a:ext cx="3664800" cy="19626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DM Sans"/>
              <a:ea typeface="DM Sans"/>
              <a:cs typeface="DM Sans"/>
              <a:sym typeface="DM Sans"/>
            </a:endParaRPr>
          </a:p>
        </p:txBody>
      </p:sp>
      <p:sp>
        <p:nvSpPr>
          <p:cNvPr id="1538" name="Google Shape;1538;p133"/>
          <p:cNvSpPr/>
          <p:nvPr/>
        </p:nvSpPr>
        <p:spPr>
          <a:xfrm>
            <a:off x="5493600" y="3925375"/>
            <a:ext cx="3664800" cy="12276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DM Sans"/>
              <a:ea typeface="DM Sans"/>
              <a:cs typeface="DM Sans"/>
              <a:sym typeface="DM Sans"/>
            </a:endParaRPr>
          </a:p>
        </p:txBody>
      </p:sp>
      <p:sp>
        <p:nvSpPr>
          <p:cNvPr id="1539" name="Google Shape;1539;p133"/>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Clr>
                <a:schemeClr val="dk1"/>
              </a:buClr>
              <a:buSzPts val="700"/>
              <a:buFont typeface="DM Sans"/>
              <a:buNone/>
            </a:pPr>
            <a:r>
              <a:rPr lang="en" sz="700">
                <a:solidFill>
                  <a:schemeClr val="dk1"/>
                </a:solidFill>
                <a:latin typeface="DM Sans"/>
                <a:ea typeface="DM Sans"/>
                <a:cs typeface="DM Sans"/>
                <a:sym typeface="DM Sans"/>
              </a:rPr>
              <a:t>DeckPilot Labs</a:t>
            </a:r>
            <a:endParaRPr/>
          </a:p>
        </p:txBody>
      </p:sp>
      <p:sp>
        <p:nvSpPr>
          <p:cNvPr id="1540" name="Google Shape;1540;p133"/>
          <p:cNvSpPr txBox="1"/>
          <p:nvPr>
            <p:ph idx="2" type="subTitle"/>
          </p:nvPr>
        </p:nvSpPr>
        <p:spPr>
          <a:xfrm>
            <a:off x="361975" y="732775"/>
            <a:ext cx="3860100" cy="153900"/>
          </a:xfrm>
          <a:prstGeom prst="rect">
            <a:avLst/>
          </a:prstGeom>
          <a:noFill/>
          <a:ln>
            <a:noFill/>
          </a:ln>
        </p:spPr>
        <p:txBody>
          <a:bodyPr anchorCtr="0" anchor="b" bIns="0" lIns="0" spcFirstLastPara="1" rIns="0" wrap="square" tIns="0">
            <a:spAutoFit/>
          </a:bodyPr>
          <a:lstStyle/>
          <a:p>
            <a:pPr indent="-304800" lvl="0" marL="457200" rtl="0" algn="l">
              <a:lnSpc>
                <a:spcPct val="115000"/>
              </a:lnSpc>
              <a:spcBef>
                <a:spcPts val="0"/>
              </a:spcBef>
              <a:spcAft>
                <a:spcPts val="0"/>
              </a:spcAft>
              <a:buClr>
                <a:schemeClr val="dk1"/>
              </a:buClr>
              <a:buSzPts val="1000"/>
              <a:buFont typeface="DM Sans Light"/>
              <a:buNone/>
            </a:pPr>
            <a:r>
              <a:rPr lang="en" sz="1000">
                <a:solidFill>
                  <a:schemeClr val="dk1"/>
                </a:solidFill>
                <a:latin typeface="DM Sans Light"/>
                <a:ea typeface="DM Sans Light"/>
                <a:cs typeface="DM Sans Light"/>
                <a:sym typeface="DM Sans Light"/>
              </a:rPr>
              <a:t>COST STRUCTURE</a:t>
            </a:r>
            <a:endParaRPr/>
          </a:p>
        </p:txBody>
      </p:sp>
      <p:sp>
        <p:nvSpPr>
          <p:cNvPr id="1541" name="Google Shape;1541;p13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p>
            <a:pPr indent="0" lvl="0" marL="0" rtl="0" algn="r">
              <a:lnSpc>
                <a:spcPct val="100000"/>
              </a:lnSpc>
              <a:spcBef>
                <a:spcPts val="0"/>
              </a:spcBef>
              <a:spcAft>
                <a:spcPts val="0"/>
              </a:spcAft>
              <a:buSzPts val="700"/>
              <a:buNone/>
            </a:pPr>
            <a:r>
              <a:rPr lang="en" sz="700">
                <a:solidFill>
                  <a:schemeClr val="lt1"/>
                </a:solidFill>
                <a:latin typeface="DM Sans"/>
                <a:ea typeface="DM Sans"/>
                <a:cs typeface="DM Sans"/>
                <a:sym typeface="DM Sans"/>
              </a:rPr>
              <a:t>‹#›</a:t>
            </a:r>
            <a:endParaRPr/>
          </a:p>
        </p:txBody>
      </p:sp>
      <p:sp>
        <p:nvSpPr>
          <p:cNvPr id="1542" name="Google Shape;1542;p133"/>
          <p:cNvSpPr txBox="1"/>
          <p:nvPr>
            <p:ph type="title"/>
          </p:nvPr>
        </p:nvSpPr>
        <p:spPr>
          <a:xfrm>
            <a:off x="5796575" y="2216413"/>
            <a:ext cx="9895200" cy="8589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SzPts val="3000"/>
              <a:buNone/>
            </a:pPr>
            <a:r>
              <a:rPr lang="en" sz="6200">
                <a:solidFill>
                  <a:schemeClr val="dk1"/>
                </a:solidFill>
              </a:rPr>
              <a:t>-18%</a:t>
            </a:r>
            <a:endParaRPr/>
          </a:p>
        </p:txBody>
      </p:sp>
      <p:sp>
        <p:nvSpPr>
          <p:cNvPr id="1543" name="Google Shape;1543;p133"/>
          <p:cNvSpPr txBox="1"/>
          <p:nvPr>
            <p:ph idx="3" type="title"/>
          </p:nvPr>
        </p:nvSpPr>
        <p:spPr>
          <a:xfrm>
            <a:off x="5796575" y="507450"/>
            <a:ext cx="9895200" cy="8589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SzPts val="3000"/>
              <a:buNone/>
            </a:pPr>
            <a:r>
              <a:rPr lang="en" sz="6200"/>
              <a:t>-22%</a:t>
            </a:r>
            <a:endParaRPr/>
          </a:p>
        </p:txBody>
      </p:sp>
      <p:sp>
        <p:nvSpPr>
          <p:cNvPr id="1544" name="Google Shape;1544;p133"/>
          <p:cNvSpPr txBox="1"/>
          <p:nvPr>
            <p:ph idx="4" type="subTitle"/>
          </p:nvPr>
        </p:nvSpPr>
        <p:spPr>
          <a:xfrm>
            <a:off x="5776100" y="4316012"/>
            <a:ext cx="2613300" cy="543900"/>
          </a:xfrm>
          <a:prstGeom prst="rect">
            <a:avLst/>
          </a:prstGeom>
          <a:noFill/>
          <a:ln>
            <a:noFill/>
          </a:ln>
        </p:spPr>
        <p:txBody>
          <a:bodyPr anchorCtr="0" anchor="b" bIns="0" lIns="0" spcFirstLastPara="1" rIns="0" wrap="square" tIns="0">
            <a:noAutofit/>
          </a:bodyPr>
          <a:lstStyle/>
          <a:p>
            <a:pPr indent="-304800" lvl="0" marL="457200" rtl="0" algn="l">
              <a:lnSpc>
                <a:spcPct val="115000"/>
              </a:lnSpc>
              <a:spcBef>
                <a:spcPts val="0"/>
              </a:spcBef>
              <a:spcAft>
                <a:spcPts val="0"/>
              </a:spcAft>
              <a:buSzPts val="1000"/>
              <a:buFont typeface="DM Sans"/>
              <a:buNone/>
            </a:pPr>
            <a:r>
              <a:rPr lang="en" sz="1000">
                <a:latin typeface="DM Sans"/>
                <a:ea typeface="DM Sans"/>
                <a:cs typeface="DM Sans"/>
                <a:sym typeface="DM Sans"/>
              </a:rPr>
              <a:t>Model routing, caching, and smarter pre-processing reduce inference cost per 100 questions as query volume grows.</a:t>
            </a:r>
            <a:endParaRPr/>
          </a:p>
        </p:txBody>
      </p:sp>
      <p:sp>
        <p:nvSpPr>
          <p:cNvPr id="1545" name="Google Shape;1545;p133"/>
          <p:cNvSpPr txBox="1"/>
          <p:nvPr>
            <p:ph idx="5" type="subTitle"/>
          </p:nvPr>
        </p:nvSpPr>
        <p:spPr>
          <a:xfrm>
            <a:off x="5776100" y="3269301"/>
            <a:ext cx="2613300" cy="432300"/>
          </a:xfrm>
          <a:prstGeom prst="rect">
            <a:avLst/>
          </a:prstGeom>
          <a:noFill/>
          <a:ln>
            <a:noFill/>
          </a:ln>
        </p:spPr>
        <p:txBody>
          <a:bodyPr anchorCtr="0" anchor="b" bIns="0" lIns="0" spcFirstLastPara="1" rIns="0" wrap="square" tIns="0">
            <a:noAutofit/>
          </a:bodyPr>
          <a:lstStyle/>
          <a:p>
            <a:pPr indent="-304800" lvl="0" marL="457200" rtl="0" algn="l">
              <a:lnSpc>
                <a:spcPct val="115000"/>
              </a:lnSpc>
              <a:spcBef>
                <a:spcPts val="0"/>
              </a:spcBef>
              <a:spcAft>
                <a:spcPts val="0"/>
              </a:spcAft>
              <a:buClr>
                <a:schemeClr val="dk1"/>
              </a:buClr>
              <a:buSzPts val="1000"/>
              <a:buFont typeface="DM Sans"/>
              <a:buNone/>
            </a:pPr>
            <a:r>
              <a:rPr lang="en" sz="1000">
                <a:solidFill>
                  <a:schemeClr val="dk1"/>
                </a:solidFill>
                <a:latin typeface="DM Sans"/>
                <a:ea typeface="DM Sans"/>
                <a:cs typeface="DM Sans"/>
                <a:sym typeface="DM Sans"/>
              </a:rPr>
              <a:t>Template-based onboarding and reusable evaluation sets cut implementation effort for new customers.</a:t>
            </a:r>
            <a:endParaRPr/>
          </a:p>
        </p:txBody>
      </p:sp>
      <p:sp>
        <p:nvSpPr>
          <p:cNvPr id="1546" name="Google Shape;1546;p133"/>
          <p:cNvSpPr txBox="1"/>
          <p:nvPr>
            <p:ph idx="6" type="subTitle"/>
          </p:nvPr>
        </p:nvSpPr>
        <p:spPr>
          <a:xfrm>
            <a:off x="5776100" y="1343775"/>
            <a:ext cx="2613300" cy="483000"/>
          </a:xfrm>
          <a:prstGeom prst="rect">
            <a:avLst/>
          </a:prstGeom>
          <a:noFill/>
          <a:ln>
            <a:noFill/>
          </a:ln>
        </p:spPr>
        <p:txBody>
          <a:bodyPr anchorCtr="0" anchor="b" bIns="0" lIns="0" spcFirstLastPara="1" rIns="0" wrap="square" tIns="0">
            <a:noAutofit/>
          </a:bodyPr>
          <a:lstStyle/>
          <a:p>
            <a:pPr indent="-304800" lvl="0" marL="457200" rtl="0" algn="l">
              <a:lnSpc>
                <a:spcPct val="115000"/>
              </a:lnSpc>
              <a:spcBef>
                <a:spcPts val="0"/>
              </a:spcBef>
              <a:spcAft>
                <a:spcPts val="0"/>
              </a:spcAft>
              <a:buSzPts val="1000"/>
              <a:buFont typeface="DM Sans"/>
              <a:buNone/>
            </a:pPr>
            <a:r>
              <a:rPr lang="en" sz="1000">
                <a:latin typeface="DM Sans"/>
                <a:ea typeface="DM Sans"/>
                <a:cs typeface="DM Sans"/>
                <a:sym typeface="DM Sans"/>
              </a:rPr>
              <a:t>Content deduplication lowers storage and indexing spend when customers upload multiple versions of the same deck.</a:t>
            </a:r>
            <a:endParaRPr/>
          </a:p>
        </p:txBody>
      </p:sp>
      <p:cxnSp>
        <p:nvCxnSpPr>
          <p:cNvPr id="1547" name="Google Shape;1547;p133"/>
          <p:cNvCxnSpPr>
            <a:stCxn id="1548" idx="3"/>
          </p:cNvCxnSpPr>
          <p:nvPr/>
        </p:nvCxnSpPr>
        <p:spPr>
          <a:xfrm>
            <a:off x="981475" y="1915412"/>
            <a:ext cx="654000" cy="0"/>
          </a:xfrm>
          <a:prstGeom prst="straightConnector1">
            <a:avLst/>
          </a:prstGeom>
          <a:noFill/>
          <a:ln cap="flat" cmpd="sng" w="9525">
            <a:solidFill>
              <a:schemeClr val="accent1"/>
            </a:solidFill>
            <a:prstDash val="solid"/>
            <a:round/>
            <a:headEnd len="sm" w="sm" type="none"/>
            <a:tailEnd len="sm" w="sm" type="none"/>
          </a:ln>
        </p:spPr>
      </p:cxnSp>
      <p:cxnSp>
        <p:nvCxnSpPr>
          <p:cNvPr id="1549" name="Google Shape;1549;p133"/>
          <p:cNvCxnSpPr>
            <a:stCxn id="1550" idx="3"/>
          </p:cNvCxnSpPr>
          <p:nvPr/>
        </p:nvCxnSpPr>
        <p:spPr>
          <a:xfrm>
            <a:off x="981475" y="3463187"/>
            <a:ext cx="1192800" cy="0"/>
          </a:xfrm>
          <a:prstGeom prst="straightConnector1">
            <a:avLst/>
          </a:prstGeom>
          <a:noFill/>
          <a:ln cap="flat" cmpd="sng" w="9525">
            <a:solidFill>
              <a:schemeClr val="accent1"/>
            </a:solidFill>
            <a:prstDash val="solid"/>
            <a:round/>
            <a:headEnd len="sm" w="sm" type="none"/>
            <a:tailEnd len="sm" w="sm" type="none"/>
          </a:ln>
        </p:spPr>
      </p:cxnSp>
      <p:cxnSp>
        <p:nvCxnSpPr>
          <p:cNvPr id="1551" name="Google Shape;1551;p133"/>
          <p:cNvCxnSpPr>
            <a:endCxn id="1552" idx="1"/>
          </p:cNvCxnSpPr>
          <p:nvPr/>
        </p:nvCxnSpPr>
        <p:spPr>
          <a:xfrm>
            <a:off x="3290375" y="3463187"/>
            <a:ext cx="1150800" cy="0"/>
          </a:xfrm>
          <a:prstGeom prst="straightConnector1">
            <a:avLst/>
          </a:prstGeom>
          <a:noFill/>
          <a:ln cap="flat" cmpd="sng" w="9525">
            <a:solidFill>
              <a:schemeClr val="accent1"/>
            </a:solidFill>
            <a:prstDash val="solid"/>
            <a:round/>
            <a:headEnd len="sm" w="sm" type="none"/>
            <a:tailEnd len="sm" w="sm" type="none"/>
          </a:ln>
        </p:spPr>
      </p:cxnSp>
      <p:cxnSp>
        <p:nvCxnSpPr>
          <p:cNvPr id="1553" name="Google Shape;1553;p133"/>
          <p:cNvCxnSpPr/>
          <p:nvPr/>
        </p:nvCxnSpPr>
        <p:spPr>
          <a:xfrm>
            <a:off x="3357800" y="2469812"/>
            <a:ext cx="1083300" cy="0"/>
          </a:xfrm>
          <a:prstGeom prst="straightConnector1">
            <a:avLst/>
          </a:prstGeom>
          <a:noFill/>
          <a:ln cap="flat" cmpd="sng" w="9525">
            <a:solidFill>
              <a:schemeClr val="accent1"/>
            </a:solidFill>
            <a:prstDash val="solid"/>
            <a:round/>
            <a:headEnd len="sm" w="sm" type="none"/>
            <a:tailEnd len="sm" w="sm" type="none"/>
          </a:ln>
        </p:spPr>
      </p:cxnSp>
      <p:cxnSp>
        <p:nvCxnSpPr>
          <p:cNvPr id="1554" name="Google Shape;1554;p133"/>
          <p:cNvCxnSpPr/>
          <p:nvPr/>
        </p:nvCxnSpPr>
        <p:spPr>
          <a:xfrm>
            <a:off x="3357800" y="1482462"/>
            <a:ext cx="1083300" cy="0"/>
          </a:xfrm>
          <a:prstGeom prst="straightConnector1">
            <a:avLst/>
          </a:prstGeom>
          <a:noFill/>
          <a:ln cap="flat" cmpd="sng" w="9525">
            <a:solidFill>
              <a:schemeClr val="accent1"/>
            </a:solidFill>
            <a:prstDash val="solid"/>
            <a:round/>
            <a:headEnd len="sm" w="sm" type="none"/>
            <a:tailEnd len="sm" w="sm" type="none"/>
          </a:ln>
        </p:spPr>
      </p:cxnSp>
      <p:sp>
        <p:nvSpPr>
          <p:cNvPr id="1555" name="Google Shape;1555;p133"/>
          <p:cNvSpPr/>
          <p:nvPr/>
        </p:nvSpPr>
        <p:spPr>
          <a:xfrm>
            <a:off x="1481688" y="1086112"/>
            <a:ext cx="2530200" cy="2530200"/>
          </a:xfrm>
          <a:prstGeom prst="pie">
            <a:avLst>
              <a:gd fmla="val 15921570" name="adj1"/>
              <a:gd fmla="val 67552" name="adj2"/>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A pie chart visualizing the cost structure of a company, including staffing, taxes, marketing, and more. " id="1556" name="Google Shape;1556;p133"/>
          <p:cNvSpPr/>
          <p:nvPr/>
        </p:nvSpPr>
        <p:spPr>
          <a:xfrm>
            <a:off x="1481688" y="1086112"/>
            <a:ext cx="2530200" cy="2530200"/>
          </a:xfrm>
          <a:prstGeom prst="pie">
            <a:avLst>
              <a:gd fmla="val 0" name="adj1"/>
              <a:gd fmla="val 16200000" name="adj2"/>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DM Sans"/>
              <a:ea typeface="DM Sans"/>
              <a:cs typeface="DM Sans"/>
              <a:sym typeface="DM Sans"/>
            </a:endParaRPr>
          </a:p>
        </p:txBody>
      </p:sp>
      <p:sp>
        <p:nvSpPr>
          <p:cNvPr id="1557" name="Google Shape;1557;p133"/>
          <p:cNvSpPr/>
          <p:nvPr/>
        </p:nvSpPr>
        <p:spPr>
          <a:xfrm>
            <a:off x="1481688" y="1086112"/>
            <a:ext cx="2530200" cy="2530200"/>
          </a:xfrm>
          <a:prstGeom prst="pie">
            <a:avLst>
              <a:gd fmla="val 20400455" name="adj1"/>
              <a:gd fmla="val 4846375" name="adj2"/>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a:ea typeface="DM Sans"/>
              <a:cs typeface="DM Sans"/>
              <a:sym typeface="DM Sans"/>
            </a:endParaRPr>
          </a:p>
        </p:txBody>
      </p:sp>
      <p:sp>
        <p:nvSpPr>
          <p:cNvPr id="1558" name="Google Shape;1558;p133"/>
          <p:cNvSpPr/>
          <p:nvPr/>
        </p:nvSpPr>
        <p:spPr>
          <a:xfrm rot="2707147">
            <a:off x="383110" y="4466658"/>
            <a:ext cx="102036" cy="102036"/>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559" name="Google Shape;1559;p133"/>
          <p:cNvSpPr txBox="1"/>
          <p:nvPr/>
        </p:nvSpPr>
        <p:spPr>
          <a:xfrm>
            <a:off x="600375" y="4440735"/>
            <a:ext cx="977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Data hosting</a:t>
            </a:r>
            <a:endParaRPr/>
          </a:p>
        </p:txBody>
      </p:sp>
      <p:sp>
        <p:nvSpPr>
          <p:cNvPr id="1560" name="Google Shape;1560;p133"/>
          <p:cNvSpPr/>
          <p:nvPr/>
        </p:nvSpPr>
        <p:spPr>
          <a:xfrm rot="2707147">
            <a:off x="1791210" y="4466658"/>
            <a:ext cx="102036" cy="102036"/>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561" name="Google Shape;1561;p133"/>
          <p:cNvSpPr txBox="1"/>
          <p:nvPr/>
        </p:nvSpPr>
        <p:spPr>
          <a:xfrm>
            <a:off x="2008475" y="4440735"/>
            <a:ext cx="977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Technology</a:t>
            </a:r>
            <a:endParaRPr/>
          </a:p>
        </p:txBody>
      </p:sp>
      <p:sp>
        <p:nvSpPr>
          <p:cNvPr id="1562" name="Google Shape;1562;p133"/>
          <p:cNvSpPr/>
          <p:nvPr/>
        </p:nvSpPr>
        <p:spPr>
          <a:xfrm rot="2707147">
            <a:off x="383110" y="4110658"/>
            <a:ext cx="102036" cy="102036"/>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563" name="Google Shape;1563;p133"/>
          <p:cNvSpPr txBox="1"/>
          <p:nvPr/>
        </p:nvSpPr>
        <p:spPr>
          <a:xfrm>
            <a:off x="600375" y="4084735"/>
            <a:ext cx="977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Staffing</a:t>
            </a:r>
            <a:endParaRPr/>
          </a:p>
        </p:txBody>
      </p:sp>
      <p:sp>
        <p:nvSpPr>
          <p:cNvPr id="1564" name="Google Shape;1564;p133"/>
          <p:cNvSpPr/>
          <p:nvPr/>
        </p:nvSpPr>
        <p:spPr>
          <a:xfrm rot="2707147">
            <a:off x="1791210" y="4110658"/>
            <a:ext cx="102036" cy="102036"/>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565" name="Google Shape;1565;p133"/>
          <p:cNvSpPr txBox="1"/>
          <p:nvPr/>
        </p:nvSpPr>
        <p:spPr>
          <a:xfrm>
            <a:off x="2008475" y="4084735"/>
            <a:ext cx="977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Taxes</a:t>
            </a:r>
            <a:endParaRPr/>
          </a:p>
        </p:txBody>
      </p:sp>
      <p:sp>
        <p:nvSpPr>
          <p:cNvPr id="1566" name="Google Shape;1566;p133"/>
          <p:cNvSpPr/>
          <p:nvPr/>
        </p:nvSpPr>
        <p:spPr>
          <a:xfrm rot="2707147">
            <a:off x="3330410" y="4110658"/>
            <a:ext cx="102036" cy="102036"/>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567" name="Google Shape;1567;p133"/>
          <p:cNvSpPr txBox="1"/>
          <p:nvPr/>
        </p:nvSpPr>
        <p:spPr>
          <a:xfrm>
            <a:off x="3547675" y="4084735"/>
            <a:ext cx="977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Marketing</a:t>
            </a:r>
            <a:endParaRPr/>
          </a:p>
        </p:txBody>
      </p:sp>
      <p:sp>
        <p:nvSpPr>
          <p:cNvPr id="1568" name="Google Shape;1568;p133"/>
          <p:cNvSpPr/>
          <p:nvPr/>
        </p:nvSpPr>
        <p:spPr>
          <a:xfrm>
            <a:off x="1481688" y="1086112"/>
            <a:ext cx="2530200" cy="2530200"/>
          </a:xfrm>
          <a:prstGeom prst="pie">
            <a:avLst>
              <a:gd fmla="val 2473686" name="adj1"/>
              <a:gd fmla="val 6224957" name="adj2"/>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9" name="Google Shape;1569;p133"/>
          <p:cNvSpPr/>
          <p:nvPr/>
        </p:nvSpPr>
        <p:spPr>
          <a:xfrm>
            <a:off x="1481688" y="1086112"/>
            <a:ext cx="2530200" cy="2530200"/>
          </a:xfrm>
          <a:prstGeom prst="pie">
            <a:avLst>
              <a:gd fmla="val 6215302" name="adj1"/>
              <a:gd fmla="val 8316239" name="adj2"/>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8" name="Google Shape;1548;p133"/>
          <p:cNvSpPr txBox="1"/>
          <p:nvPr/>
        </p:nvSpPr>
        <p:spPr>
          <a:xfrm>
            <a:off x="361975" y="1807712"/>
            <a:ext cx="6195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12%</a:t>
            </a:r>
            <a:endParaRPr/>
          </a:p>
        </p:txBody>
      </p:sp>
      <p:sp>
        <p:nvSpPr>
          <p:cNvPr id="1550" name="Google Shape;1550;p133"/>
          <p:cNvSpPr txBox="1"/>
          <p:nvPr/>
        </p:nvSpPr>
        <p:spPr>
          <a:xfrm>
            <a:off x="361975" y="3355487"/>
            <a:ext cx="6195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37%</a:t>
            </a:r>
            <a:endParaRPr/>
          </a:p>
        </p:txBody>
      </p:sp>
      <p:sp>
        <p:nvSpPr>
          <p:cNvPr id="1570" name="Google Shape;1570;p133"/>
          <p:cNvSpPr txBox="1"/>
          <p:nvPr/>
        </p:nvSpPr>
        <p:spPr>
          <a:xfrm>
            <a:off x="4441175" y="1374762"/>
            <a:ext cx="6195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31%</a:t>
            </a:r>
            <a:endParaRPr/>
          </a:p>
        </p:txBody>
      </p:sp>
      <p:sp>
        <p:nvSpPr>
          <p:cNvPr id="1552" name="Google Shape;1552;p133"/>
          <p:cNvSpPr txBox="1"/>
          <p:nvPr/>
        </p:nvSpPr>
        <p:spPr>
          <a:xfrm>
            <a:off x="4441175" y="3355487"/>
            <a:ext cx="6195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5%</a:t>
            </a:r>
            <a:endParaRPr/>
          </a:p>
        </p:txBody>
      </p:sp>
      <p:sp>
        <p:nvSpPr>
          <p:cNvPr id="1571" name="Google Shape;1571;p133"/>
          <p:cNvSpPr txBox="1"/>
          <p:nvPr/>
        </p:nvSpPr>
        <p:spPr>
          <a:xfrm>
            <a:off x="4441175" y="2365125"/>
            <a:ext cx="6195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15%</a:t>
            </a:r>
            <a:endParaRPr/>
          </a:p>
        </p:txBody>
      </p:sp>
      <p:sp>
        <p:nvSpPr>
          <p:cNvPr id="1572" name="Google Shape;1572;p133"/>
          <p:cNvSpPr/>
          <p:nvPr/>
        </p:nvSpPr>
        <p:spPr>
          <a:xfrm>
            <a:off x="2205138" y="1809578"/>
            <a:ext cx="1083300" cy="10833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573" name="Google Shape;1573;p133"/>
          <p:cNvCxnSpPr/>
          <p:nvPr/>
        </p:nvCxnSpPr>
        <p:spPr>
          <a:xfrm>
            <a:off x="355979" y="3963945"/>
            <a:ext cx="4829700" cy="0"/>
          </a:xfrm>
          <a:prstGeom prst="straightConnector1">
            <a:avLst/>
          </a:prstGeom>
          <a:noFill/>
          <a:ln cap="flat" cmpd="sng" w="9525">
            <a:solidFill>
              <a:schemeClr val="accent1"/>
            </a:solidFill>
            <a:prstDash val="solid"/>
            <a:round/>
            <a:headEnd len="sm" w="sm" type="none"/>
            <a:tailEnd len="sm" w="sm" type="none"/>
          </a:ln>
        </p:spPr>
      </p:cxnSp>
      <p:cxnSp>
        <p:nvCxnSpPr>
          <p:cNvPr id="1574" name="Google Shape;1574;p133"/>
          <p:cNvCxnSpPr/>
          <p:nvPr/>
        </p:nvCxnSpPr>
        <p:spPr>
          <a:xfrm>
            <a:off x="355979" y="4339170"/>
            <a:ext cx="4829700" cy="0"/>
          </a:xfrm>
          <a:prstGeom prst="straightConnector1">
            <a:avLst/>
          </a:prstGeom>
          <a:noFill/>
          <a:ln cap="flat" cmpd="sng" w="9525">
            <a:solidFill>
              <a:schemeClr val="accent1"/>
            </a:solidFill>
            <a:prstDash val="solid"/>
            <a:round/>
            <a:headEnd len="sm" w="sm" type="none"/>
            <a:tailEnd len="sm" w="sm" type="none"/>
          </a:ln>
        </p:spPr>
      </p:cxnSp>
      <p:cxnSp>
        <p:nvCxnSpPr>
          <p:cNvPr id="1575" name="Google Shape;1575;p133"/>
          <p:cNvCxnSpPr/>
          <p:nvPr/>
        </p:nvCxnSpPr>
        <p:spPr>
          <a:xfrm>
            <a:off x="355979" y="4695145"/>
            <a:ext cx="4829700" cy="0"/>
          </a:xfrm>
          <a:prstGeom prst="straightConnector1">
            <a:avLst/>
          </a:prstGeom>
          <a:noFill/>
          <a:ln cap="flat" cmpd="sng" w="9525">
            <a:solidFill>
              <a:schemeClr val="accent1"/>
            </a:solidFill>
            <a:prstDash val="solid"/>
            <a:round/>
            <a:headEnd len="sm" w="sm" type="none"/>
            <a:tailEnd len="sm" w="sm" type="non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8" name="Shape 1578"/>
        <p:cNvGrpSpPr/>
        <p:nvPr/>
      </p:nvGrpSpPr>
      <p:grpSpPr>
        <a:xfrm>
          <a:off x="0" y="0"/>
          <a:ext cx="0" cy="0"/>
          <a:chOff x="0" y="0"/>
          <a:chExt cx="0" cy="0"/>
        </a:xfrm>
      </p:grpSpPr>
      <p:sp>
        <p:nvSpPr>
          <p:cNvPr id="1579" name="Google Shape;1579;p134"/>
          <p:cNvSpPr/>
          <p:nvPr/>
        </p:nvSpPr>
        <p:spPr>
          <a:xfrm>
            <a:off x="0" y="0"/>
            <a:ext cx="9144000" cy="5143500"/>
          </a:xfrm>
          <a:prstGeom prst="rect">
            <a:avLst/>
          </a:prstGeom>
          <a:solidFill>
            <a:srgbClr val="183C4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80" name="Google Shape;1580;p134"/>
          <p:cNvSpPr txBox="1"/>
          <p:nvPr/>
        </p:nvSpPr>
        <p:spPr>
          <a:xfrm>
            <a:off x="381000" y="238125"/>
            <a:ext cx="1905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700">
                <a:solidFill>
                  <a:srgbClr val="F9F9F9"/>
                </a:solidFill>
                <a:latin typeface="DM Sans"/>
                <a:ea typeface="DM Sans"/>
                <a:cs typeface="DM Sans"/>
                <a:sym typeface="DM Sans"/>
              </a:rPr>
              <a:t>DeckPilot Labs</a:t>
            </a:r>
            <a:endParaRPr sz="700">
              <a:solidFill>
                <a:srgbClr val="F9F9F9"/>
              </a:solidFill>
              <a:latin typeface="DM Sans"/>
              <a:ea typeface="DM Sans"/>
              <a:cs typeface="DM Sans"/>
              <a:sym typeface="DM Sans"/>
            </a:endParaRPr>
          </a:p>
        </p:txBody>
      </p:sp>
      <p:sp>
        <p:nvSpPr>
          <p:cNvPr id="1581" name="Google Shape;1581;p134"/>
          <p:cNvSpPr txBox="1"/>
          <p:nvPr/>
        </p:nvSpPr>
        <p:spPr>
          <a:xfrm>
            <a:off x="8572500" y="238125"/>
            <a:ext cx="1905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700">
                <a:solidFill>
                  <a:srgbClr val="F9F9F9"/>
                </a:solidFill>
                <a:latin typeface="DM Sans"/>
                <a:ea typeface="DM Sans"/>
                <a:cs typeface="DM Sans"/>
                <a:sym typeface="DM Sans"/>
              </a:rPr>
              <a:t>03</a:t>
            </a:r>
            <a:endParaRPr sz="700">
              <a:solidFill>
                <a:srgbClr val="F9F9F9"/>
              </a:solidFill>
              <a:latin typeface="DM Sans"/>
              <a:ea typeface="DM Sans"/>
              <a:cs typeface="DM Sans"/>
              <a:sym typeface="DM Sans"/>
            </a:endParaRPr>
          </a:p>
        </p:txBody>
      </p:sp>
      <p:sp>
        <p:nvSpPr>
          <p:cNvPr id="1582" name="Google Shape;1582;p134"/>
          <p:cNvSpPr txBox="1"/>
          <p:nvPr/>
        </p:nvSpPr>
        <p:spPr>
          <a:xfrm>
            <a:off x="381000" y="666750"/>
            <a:ext cx="47625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2170">
                <a:solidFill>
                  <a:srgbClr val="F9F9F9"/>
                </a:solidFill>
                <a:latin typeface="Newsreader"/>
                <a:ea typeface="Newsreader"/>
                <a:cs typeface="Newsreader"/>
                <a:sym typeface="Newsreader"/>
              </a:rPr>
              <a:t>Strategic optimizations are driving significant operational cost reductions.</a:t>
            </a:r>
            <a:endParaRPr sz="2170">
              <a:solidFill>
                <a:srgbClr val="F9F9F9"/>
              </a:solidFill>
              <a:latin typeface="Newsreader"/>
              <a:ea typeface="Newsreader"/>
              <a:cs typeface="Newsreader"/>
              <a:sym typeface="Newsreader"/>
            </a:endParaRPr>
          </a:p>
        </p:txBody>
      </p:sp>
      <p:grpSp>
        <p:nvGrpSpPr>
          <p:cNvPr id="1583" name="Google Shape;1583;p134"/>
          <p:cNvGrpSpPr/>
          <p:nvPr/>
        </p:nvGrpSpPr>
        <p:grpSpPr>
          <a:xfrm>
            <a:off x="1524000" y="1905000"/>
            <a:ext cx="2286000" cy="2286150"/>
            <a:chOff x="1524000" y="1905000"/>
            <a:chExt cx="2286000" cy="2286150"/>
          </a:xfrm>
        </p:grpSpPr>
        <p:pic>
          <p:nvPicPr>
            <p:cNvPr id="1584" name="Google Shape;1584;p134"/>
            <p:cNvPicPr preferRelativeResize="0"/>
            <p:nvPr/>
          </p:nvPicPr>
          <p:blipFill rotWithShape="1">
            <a:blip r:embed="rId3">
              <a:alphaModFix/>
            </a:blip>
            <a:srcRect b="0" l="0" r="0" t="0"/>
            <a:stretch/>
          </p:blipFill>
          <p:spPr>
            <a:xfrm>
              <a:off x="2667000" y="1905000"/>
              <a:ext cx="1143000" cy="1928700"/>
            </a:xfrm>
            <a:prstGeom prst="rect">
              <a:avLst/>
            </a:prstGeom>
            <a:noFill/>
            <a:ln>
              <a:noFill/>
            </a:ln>
          </p:spPr>
        </p:pic>
        <p:pic>
          <p:nvPicPr>
            <p:cNvPr id="1585" name="Google Shape;1585;p134"/>
            <p:cNvPicPr preferRelativeResize="0"/>
            <p:nvPr/>
          </p:nvPicPr>
          <p:blipFill rotWithShape="1">
            <a:blip r:embed="rId4">
              <a:alphaModFix/>
            </a:blip>
            <a:srcRect b="0" l="0" r="0" t="0"/>
            <a:stretch/>
          </p:blipFill>
          <p:spPr>
            <a:xfrm>
              <a:off x="1628775" y="3371850"/>
              <a:ext cx="1871700" cy="819300"/>
            </a:xfrm>
            <a:prstGeom prst="rect">
              <a:avLst/>
            </a:prstGeom>
            <a:noFill/>
            <a:ln>
              <a:noFill/>
            </a:ln>
          </p:spPr>
        </p:pic>
        <p:pic>
          <p:nvPicPr>
            <p:cNvPr id="1586" name="Google Shape;1586;p134"/>
            <p:cNvPicPr preferRelativeResize="0"/>
            <p:nvPr/>
          </p:nvPicPr>
          <p:blipFill rotWithShape="1">
            <a:blip r:embed="rId5">
              <a:alphaModFix/>
            </a:blip>
            <a:srcRect b="0" l="0" r="0" t="0"/>
            <a:stretch/>
          </p:blipFill>
          <p:spPr>
            <a:xfrm>
              <a:off x="1524000" y="2495550"/>
              <a:ext cx="476400" cy="1043100"/>
            </a:xfrm>
            <a:prstGeom prst="rect">
              <a:avLst/>
            </a:prstGeom>
            <a:noFill/>
            <a:ln>
              <a:noFill/>
            </a:ln>
          </p:spPr>
        </p:pic>
        <p:pic>
          <p:nvPicPr>
            <p:cNvPr id="1587" name="Google Shape;1587;p134"/>
            <p:cNvPicPr preferRelativeResize="0"/>
            <p:nvPr/>
          </p:nvPicPr>
          <p:blipFill rotWithShape="1">
            <a:blip r:embed="rId6">
              <a:alphaModFix/>
            </a:blip>
            <a:srcRect b="0" l="0" r="0" t="0"/>
            <a:stretch/>
          </p:blipFill>
          <p:spPr>
            <a:xfrm>
              <a:off x="1662113" y="1957388"/>
              <a:ext cx="771600" cy="723900"/>
            </a:xfrm>
            <a:prstGeom prst="rect">
              <a:avLst/>
            </a:prstGeom>
            <a:noFill/>
            <a:ln>
              <a:noFill/>
            </a:ln>
          </p:spPr>
        </p:pic>
        <p:pic>
          <p:nvPicPr>
            <p:cNvPr id="1588" name="Google Shape;1588;p134"/>
            <p:cNvPicPr preferRelativeResize="0"/>
            <p:nvPr/>
          </p:nvPicPr>
          <p:blipFill rotWithShape="1">
            <a:blip r:embed="rId7">
              <a:alphaModFix/>
            </a:blip>
            <a:srcRect b="0" l="0" r="0" t="0"/>
            <a:stretch/>
          </p:blipFill>
          <p:spPr>
            <a:xfrm>
              <a:off x="2314575" y="1905000"/>
              <a:ext cx="352500" cy="419100"/>
            </a:xfrm>
            <a:prstGeom prst="rect">
              <a:avLst/>
            </a:prstGeom>
            <a:noFill/>
            <a:ln>
              <a:noFill/>
            </a:ln>
          </p:spPr>
        </p:pic>
        <p:sp>
          <p:nvSpPr>
            <p:cNvPr id="1589" name="Google Shape;1589;p134"/>
            <p:cNvSpPr/>
            <p:nvPr/>
          </p:nvSpPr>
          <p:spPr>
            <a:xfrm>
              <a:off x="1905000" y="2286000"/>
              <a:ext cx="1524000" cy="1524000"/>
            </a:xfrm>
            <a:prstGeom prst="ellipse">
              <a:avLst/>
            </a:prstGeom>
            <a:solidFill>
              <a:srgbClr val="183C4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0" name="Google Shape;1590;p134"/>
            <p:cNvSpPr txBox="1"/>
            <p:nvPr/>
          </p:nvSpPr>
          <p:spPr>
            <a:xfrm>
              <a:off x="2000250" y="2857500"/>
              <a:ext cx="1333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00">
                  <a:solidFill>
                    <a:srgbClr val="F9F9F9"/>
                  </a:solidFill>
                  <a:latin typeface="DM Sans"/>
                  <a:ea typeface="DM Sans"/>
                  <a:cs typeface="DM Sans"/>
                  <a:sym typeface="DM Sans"/>
                </a:rPr>
                <a:t>Cost Structure</a:t>
              </a:r>
              <a:endParaRPr b="1" sz="800">
                <a:solidFill>
                  <a:srgbClr val="F9F9F9"/>
                </a:solidFill>
                <a:latin typeface="DM Sans"/>
                <a:ea typeface="DM Sans"/>
                <a:cs typeface="DM Sans"/>
                <a:sym typeface="DM Sans"/>
              </a:endParaRPr>
            </a:p>
          </p:txBody>
        </p:sp>
      </p:grpSp>
      <p:grpSp>
        <p:nvGrpSpPr>
          <p:cNvPr id="1591" name="Google Shape;1591;p134"/>
          <p:cNvGrpSpPr/>
          <p:nvPr/>
        </p:nvGrpSpPr>
        <p:grpSpPr>
          <a:xfrm>
            <a:off x="476250" y="4333875"/>
            <a:ext cx="4714875" cy="190500"/>
            <a:chOff x="476250" y="4333875"/>
            <a:chExt cx="4714875" cy="190500"/>
          </a:xfrm>
        </p:grpSpPr>
        <p:sp>
          <p:nvSpPr>
            <p:cNvPr id="1592" name="Google Shape;1592;p134"/>
            <p:cNvSpPr/>
            <p:nvPr/>
          </p:nvSpPr>
          <p:spPr>
            <a:xfrm>
              <a:off x="476250" y="4381500"/>
              <a:ext cx="95400" cy="95400"/>
            </a:xfrm>
            <a:prstGeom prst="roundRect">
              <a:avLst>
                <a:gd fmla="val 20000" name="adj"/>
              </a:avLst>
            </a:prstGeom>
            <a:solidFill>
              <a:srgbClr val="A6DAE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3" name="Google Shape;1593;p134"/>
            <p:cNvSpPr txBox="1"/>
            <p:nvPr/>
          </p:nvSpPr>
          <p:spPr>
            <a:xfrm>
              <a:off x="619125" y="4333875"/>
              <a:ext cx="762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F9F9F9"/>
                  </a:solidFill>
                  <a:latin typeface="DM Sans"/>
                  <a:ea typeface="DM Sans"/>
                  <a:cs typeface="DM Sans"/>
                  <a:sym typeface="DM Sans"/>
                </a:rPr>
                <a:t>Staffing 37%</a:t>
              </a:r>
              <a:endParaRPr b="0" sz="1000">
                <a:solidFill>
                  <a:srgbClr val="F9F9F9"/>
                </a:solidFill>
                <a:latin typeface="DM Sans"/>
                <a:ea typeface="DM Sans"/>
                <a:cs typeface="DM Sans"/>
                <a:sym typeface="DM Sans"/>
              </a:endParaRPr>
            </a:p>
          </p:txBody>
        </p:sp>
        <p:sp>
          <p:nvSpPr>
            <p:cNvPr id="1594" name="Google Shape;1594;p134"/>
            <p:cNvSpPr/>
            <p:nvPr/>
          </p:nvSpPr>
          <p:spPr>
            <a:xfrm>
              <a:off x="1428750" y="4381500"/>
              <a:ext cx="95400" cy="95400"/>
            </a:xfrm>
            <a:prstGeom prst="roundRect">
              <a:avLst>
                <a:gd fmla="val 20000" name="adj"/>
              </a:avLst>
            </a:prstGeom>
            <a:solidFill>
              <a:srgbClr val="B0D5C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5" name="Google Shape;1595;p134"/>
            <p:cNvSpPr txBox="1"/>
            <p:nvPr/>
          </p:nvSpPr>
          <p:spPr>
            <a:xfrm>
              <a:off x="1571625" y="4333875"/>
              <a:ext cx="762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F9F9F9"/>
                  </a:solidFill>
                  <a:latin typeface="DM Sans"/>
                  <a:ea typeface="DM Sans"/>
                  <a:cs typeface="DM Sans"/>
                  <a:sym typeface="DM Sans"/>
                </a:rPr>
                <a:t>Tech 31%</a:t>
              </a:r>
              <a:endParaRPr b="0" sz="1000">
                <a:solidFill>
                  <a:srgbClr val="F9F9F9"/>
                </a:solidFill>
                <a:latin typeface="DM Sans"/>
                <a:ea typeface="DM Sans"/>
                <a:cs typeface="DM Sans"/>
                <a:sym typeface="DM Sans"/>
              </a:endParaRPr>
            </a:p>
          </p:txBody>
        </p:sp>
        <p:sp>
          <p:nvSpPr>
            <p:cNvPr id="1596" name="Google Shape;1596;p134"/>
            <p:cNvSpPr/>
            <p:nvPr/>
          </p:nvSpPr>
          <p:spPr>
            <a:xfrm>
              <a:off x="2381250" y="4381500"/>
              <a:ext cx="95400" cy="95400"/>
            </a:xfrm>
            <a:prstGeom prst="roundRect">
              <a:avLst>
                <a:gd fmla="val 20000" name="adj"/>
              </a:avLst>
            </a:prstGeom>
            <a:solidFill>
              <a:srgbClr val="42634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7" name="Google Shape;1597;p134"/>
            <p:cNvSpPr txBox="1"/>
            <p:nvPr/>
          </p:nvSpPr>
          <p:spPr>
            <a:xfrm>
              <a:off x="2524125" y="4333875"/>
              <a:ext cx="952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F9F9F9"/>
                  </a:solidFill>
                  <a:latin typeface="DM Sans"/>
                  <a:ea typeface="DM Sans"/>
                  <a:cs typeface="DM Sans"/>
                  <a:sym typeface="DM Sans"/>
                </a:rPr>
                <a:t>Marketing 15%</a:t>
              </a:r>
              <a:endParaRPr b="0" sz="1000">
                <a:solidFill>
                  <a:srgbClr val="F9F9F9"/>
                </a:solidFill>
                <a:latin typeface="DM Sans"/>
                <a:ea typeface="DM Sans"/>
                <a:cs typeface="DM Sans"/>
                <a:sym typeface="DM Sans"/>
              </a:endParaRPr>
            </a:p>
          </p:txBody>
        </p:sp>
        <p:sp>
          <p:nvSpPr>
            <p:cNvPr id="1598" name="Google Shape;1598;p134"/>
            <p:cNvSpPr/>
            <p:nvPr/>
          </p:nvSpPr>
          <p:spPr>
            <a:xfrm>
              <a:off x="3524250" y="4381500"/>
              <a:ext cx="95400" cy="95400"/>
            </a:xfrm>
            <a:prstGeom prst="roundRect">
              <a:avLst>
                <a:gd fmla="val 20000" name="adj"/>
              </a:avLst>
            </a:prstGeom>
            <a:solidFill>
              <a:srgbClr val="799DA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9" name="Google Shape;1599;p134"/>
            <p:cNvSpPr txBox="1"/>
            <p:nvPr/>
          </p:nvSpPr>
          <p:spPr>
            <a:xfrm>
              <a:off x="3667125" y="4333875"/>
              <a:ext cx="762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F9F9F9"/>
                  </a:solidFill>
                  <a:latin typeface="DM Sans"/>
                  <a:ea typeface="DM Sans"/>
                  <a:cs typeface="DM Sans"/>
                  <a:sym typeface="DM Sans"/>
                </a:rPr>
                <a:t>Hosting 12%</a:t>
              </a:r>
              <a:endParaRPr b="0" sz="1000">
                <a:solidFill>
                  <a:srgbClr val="F9F9F9"/>
                </a:solidFill>
                <a:latin typeface="DM Sans"/>
                <a:ea typeface="DM Sans"/>
                <a:cs typeface="DM Sans"/>
                <a:sym typeface="DM Sans"/>
              </a:endParaRPr>
            </a:p>
          </p:txBody>
        </p:sp>
        <p:sp>
          <p:nvSpPr>
            <p:cNvPr id="1600" name="Google Shape;1600;p134"/>
            <p:cNvSpPr/>
            <p:nvPr/>
          </p:nvSpPr>
          <p:spPr>
            <a:xfrm>
              <a:off x="4476750" y="4381500"/>
              <a:ext cx="95400" cy="95400"/>
            </a:xfrm>
            <a:prstGeom prst="roundRect">
              <a:avLst>
                <a:gd fmla="val 20000" name="adj"/>
              </a:avLst>
            </a:prstGeom>
            <a:solidFill>
              <a:srgbClr val="B78D4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1" name="Google Shape;1601;p134"/>
            <p:cNvSpPr txBox="1"/>
            <p:nvPr/>
          </p:nvSpPr>
          <p:spPr>
            <a:xfrm>
              <a:off x="4619625" y="4333875"/>
              <a:ext cx="571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F9F9F9"/>
                  </a:solidFill>
                  <a:latin typeface="DM Sans"/>
                  <a:ea typeface="DM Sans"/>
                  <a:cs typeface="DM Sans"/>
                  <a:sym typeface="DM Sans"/>
                </a:rPr>
                <a:t>Taxes 5%</a:t>
              </a:r>
              <a:endParaRPr b="0" sz="1000">
                <a:solidFill>
                  <a:srgbClr val="F9F9F9"/>
                </a:solidFill>
                <a:latin typeface="DM Sans"/>
                <a:ea typeface="DM Sans"/>
                <a:cs typeface="DM Sans"/>
                <a:sym typeface="DM Sans"/>
              </a:endParaRPr>
            </a:p>
          </p:txBody>
        </p:sp>
      </p:grpSp>
      <p:sp>
        <p:nvSpPr>
          <p:cNvPr id="1602" name="Google Shape;1602;p134"/>
          <p:cNvSpPr/>
          <p:nvPr/>
        </p:nvSpPr>
        <p:spPr>
          <a:xfrm>
            <a:off x="5524500" y="0"/>
            <a:ext cx="3619500" cy="1714500"/>
          </a:xfrm>
          <a:prstGeom prst="rect">
            <a:avLst/>
          </a:prstGeom>
          <a:solidFill>
            <a:srgbClr val="B0D5C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3" name="Google Shape;1603;p134"/>
          <p:cNvSpPr txBox="1"/>
          <p:nvPr/>
        </p:nvSpPr>
        <p:spPr>
          <a:xfrm>
            <a:off x="5810250" y="285750"/>
            <a:ext cx="952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3000">
                <a:solidFill>
                  <a:srgbClr val="183C40"/>
                </a:solidFill>
                <a:latin typeface="Newsreader"/>
                <a:ea typeface="Newsreader"/>
                <a:cs typeface="Newsreader"/>
                <a:sym typeface="Newsreader"/>
              </a:rPr>
              <a:t>-22%</a:t>
            </a:r>
            <a:endParaRPr sz="3000">
              <a:solidFill>
                <a:srgbClr val="183C40"/>
              </a:solidFill>
              <a:latin typeface="Newsreader"/>
              <a:ea typeface="Newsreader"/>
              <a:cs typeface="Newsreader"/>
              <a:sym typeface="Newsreader"/>
            </a:endParaRPr>
          </a:p>
        </p:txBody>
      </p:sp>
      <p:sp>
        <p:nvSpPr>
          <p:cNvPr id="1604" name="Google Shape;1604;p134"/>
          <p:cNvSpPr txBox="1"/>
          <p:nvPr/>
        </p:nvSpPr>
        <p:spPr>
          <a:xfrm>
            <a:off x="5810250" y="857250"/>
            <a:ext cx="30480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183C40"/>
                </a:solidFill>
                <a:latin typeface="DM Sans"/>
                <a:ea typeface="DM Sans"/>
                <a:cs typeface="DM Sans"/>
                <a:sym typeface="DM Sans"/>
              </a:rPr>
              <a:t>Storage &amp; Indexing</a:t>
            </a:r>
            <a:endParaRPr b="1" sz="1100">
              <a:solidFill>
                <a:srgbClr val="183C40"/>
              </a:solidFill>
              <a:latin typeface="DM Sans"/>
              <a:ea typeface="DM Sans"/>
              <a:cs typeface="DM Sans"/>
              <a:sym typeface="DM Sans"/>
            </a:endParaRPr>
          </a:p>
          <a:p>
            <a:pPr indent="0" lvl="0" marL="0" rtl="0" algn="l">
              <a:spcBef>
                <a:spcPts val="300"/>
              </a:spcBef>
              <a:spcAft>
                <a:spcPts val="0"/>
              </a:spcAft>
              <a:buNone/>
            </a:pPr>
            <a:r>
              <a:rPr b="0" lang="en" sz="1000">
                <a:solidFill>
                  <a:srgbClr val="183C40"/>
                </a:solidFill>
                <a:latin typeface="DM Sans"/>
                <a:ea typeface="DM Sans"/>
                <a:cs typeface="DM Sans"/>
                <a:sym typeface="DM Sans"/>
              </a:rPr>
              <a:t>Content deduplication lowers spend when customers upload multiple deck versions.</a:t>
            </a:r>
            <a:endParaRPr b="0" sz="1000">
              <a:solidFill>
                <a:srgbClr val="183C40"/>
              </a:solidFill>
              <a:latin typeface="DM Sans"/>
              <a:ea typeface="DM Sans"/>
              <a:cs typeface="DM Sans"/>
              <a:sym typeface="DM Sans"/>
            </a:endParaRPr>
          </a:p>
        </p:txBody>
      </p:sp>
      <p:sp>
        <p:nvSpPr>
          <p:cNvPr id="1605" name="Google Shape;1605;p134"/>
          <p:cNvSpPr/>
          <p:nvPr/>
        </p:nvSpPr>
        <p:spPr>
          <a:xfrm>
            <a:off x="5524500" y="1714500"/>
            <a:ext cx="3619500" cy="1714500"/>
          </a:xfrm>
          <a:prstGeom prst="rect">
            <a:avLst/>
          </a:prstGeom>
          <a:solidFill>
            <a:srgbClr val="42634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6" name="Google Shape;1606;p134"/>
          <p:cNvSpPr txBox="1"/>
          <p:nvPr/>
        </p:nvSpPr>
        <p:spPr>
          <a:xfrm>
            <a:off x="5810250" y="2000250"/>
            <a:ext cx="952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3000">
                <a:solidFill>
                  <a:srgbClr val="F9F9F9"/>
                </a:solidFill>
                <a:latin typeface="Newsreader"/>
                <a:ea typeface="Newsreader"/>
                <a:cs typeface="Newsreader"/>
                <a:sym typeface="Newsreader"/>
              </a:rPr>
              <a:t>-18%</a:t>
            </a:r>
            <a:endParaRPr sz="3000">
              <a:solidFill>
                <a:srgbClr val="F9F9F9"/>
              </a:solidFill>
              <a:latin typeface="Newsreader"/>
              <a:ea typeface="Newsreader"/>
              <a:cs typeface="Newsreader"/>
              <a:sym typeface="Newsreader"/>
            </a:endParaRPr>
          </a:p>
        </p:txBody>
      </p:sp>
      <p:sp>
        <p:nvSpPr>
          <p:cNvPr id="1607" name="Google Shape;1607;p134"/>
          <p:cNvSpPr txBox="1"/>
          <p:nvPr/>
        </p:nvSpPr>
        <p:spPr>
          <a:xfrm>
            <a:off x="5810250" y="2571750"/>
            <a:ext cx="30480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F9F9F9"/>
                </a:solidFill>
                <a:latin typeface="DM Sans"/>
                <a:ea typeface="DM Sans"/>
                <a:cs typeface="DM Sans"/>
                <a:sym typeface="DM Sans"/>
              </a:rPr>
              <a:t>Implementation Effort</a:t>
            </a:r>
            <a:endParaRPr b="1" sz="1100">
              <a:solidFill>
                <a:srgbClr val="F9F9F9"/>
              </a:solidFill>
              <a:latin typeface="DM Sans"/>
              <a:ea typeface="DM Sans"/>
              <a:cs typeface="DM Sans"/>
              <a:sym typeface="DM Sans"/>
            </a:endParaRPr>
          </a:p>
          <a:p>
            <a:pPr indent="0" lvl="0" marL="0" rtl="0" algn="l">
              <a:spcBef>
                <a:spcPts val="300"/>
              </a:spcBef>
              <a:spcAft>
                <a:spcPts val="0"/>
              </a:spcAft>
              <a:buNone/>
            </a:pPr>
            <a:r>
              <a:rPr b="0" lang="en" sz="1000">
                <a:solidFill>
                  <a:srgbClr val="F9F9F9"/>
                </a:solidFill>
                <a:latin typeface="DM Sans"/>
                <a:ea typeface="DM Sans"/>
                <a:cs typeface="DM Sans"/>
                <a:sym typeface="DM Sans"/>
              </a:rPr>
              <a:t>Template-based onboarding and reusable evaluation sets cut costs for new clients.</a:t>
            </a:r>
            <a:endParaRPr b="0" sz="1000">
              <a:solidFill>
                <a:srgbClr val="F9F9F9"/>
              </a:solidFill>
              <a:latin typeface="DM Sans"/>
              <a:ea typeface="DM Sans"/>
              <a:cs typeface="DM Sans"/>
              <a:sym typeface="DM Sans"/>
            </a:endParaRPr>
          </a:p>
        </p:txBody>
      </p:sp>
      <p:sp>
        <p:nvSpPr>
          <p:cNvPr id="1608" name="Google Shape;1608;p134"/>
          <p:cNvSpPr/>
          <p:nvPr/>
        </p:nvSpPr>
        <p:spPr>
          <a:xfrm>
            <a:off x="5524500" y="3429000"/>
            <a:ext cx="3619500" cy="1714500"/>
          </a:xfrm>
          <a:prstGeom prst="rect">
            <a:avLst/>
          </a:prstGeom>
          <a:solidFill>
            <a:srgbClr val="A6DAE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9" name="Google Shape;1609;p134"/>
          <p:cNvSpPr txBox="1"/>
          <p:nvPr/>
        </p:nvSpPr>
        <p:spPr>
          <a:xfrm>
            <a:off x="5810250" y="3714750"/>
            <a:ext cx="3048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800">
                <a:solidFill>
                  <a:srgbClr val="183C40"/>
                </a:solidFill>
                <a:latin typeface="DM Sans"/>
                <a:ea typeface="DM Sans"/>
                <a:cs typeface="DM Sans"/>
                <a:sym typeface="DM Sans"/>
              </a:rPr>
              <a:t>Efficiency Gains</a:t>
            </a:r>
            <a:endParaRPr b="1" sz="800">
              <a:solidFill>
                <a:srgbClr val="183C40"/>
              </a:solidFill>
              <a:latin typeface="DM Sans"/>
              <a:ea typeface="DM Sans"/>
              <a:cs typeface="DM Sans"/>
              <a:sym typeface="DM Sans"/>
            </a:endParaRPr>
          </a:p>
        </p:txBody>
      </p:sp>
      <p:sp>
        <p:nvSpPr>
          <p:cNvPr id="1610" name="Google Shape;1610;p134"/>
          <p:cNvSpPr txBox="1"/>
          <p:nvPr/>
        </p:nvSpPr>
        <p:spPr>
          <a:xfrm>
            <a:off x="5810250" y="4000500"/>
            <a:ext cx="30480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183C40"/>
                </a:solidFill>
                <a:latin typeface="DM Sans"/>
                <a:ea typeface="DM Sans"/>
                <a:cs typeface="DM Sans"/>
                <a:sym typeface="DM Sans"/>
              </a:rPr>
              <a:t>Inference Optimization</a:t>
            </a:r>
            <a:endParaRPr b="1" sz="1100">
              <a:solidFill>
                <a:srgbClr val="183C40"/>
              </a:solidFill>
              <a:latin typeface="DM Sans"/>
              <a:ea typeface="DM Sans"/>
              <a:cs typeface="DM Sans"/>
              <a:sym typeface="DM Sans"/>
            </a:endParaRPr>
          </a:p>
          <a:p>
            <a:pPr indent="0" lvl="0" marL="0" rtl="0" algn="l">
              <a:spcBef>
                <a:spcPts val="300"/>
              </a:spcBef>
              <a:spcAft>
                <a:spcPts val="0"/>
              </a:spcAft>
              <a:buNone/>
            </a:pPr>
            <a:r>
              <a:rPr b="0" lang="en" sz="1000">
                <a:solidFill>
                  <a:srgbClr val="183C40"/>
                </a:solidFill>
                <a:latin typeface="DM Sans"/>
                <a:ea typeface="DM Sans"/>
                <a:cs typeface="DM Sans"/>
                <a:sym typeface="DM Sans"/>
              </a:rPr>
              <a:t>Model routing, caching, and smarter pre-processing reduce unit costs as query volume scales.</a:t>
            </a:r>
            <a:endParaRPr b="0" sz="1000">
              <a:solidFill>
                <a:srgbClr val="183C40"/>
              </a:solidFill>
              <a:latin typeface="DM Sans"/>
              <a:ea typeface="DM Sans"/>
              <a:cs typeface="DM Sans"/>
              <a:sym typeface="DM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1614" name="Shape 1614"/>
        <p:cNvGrpSpPr/>
        <p:nvPr/>
      </p:nvGrpSpPr>
      <p:grpSpPr>
        <a:xfrm>
          <a:off x="0" y="0"/>
          <a:ext cx="0" cy="0"/>
          <a:chOff x="0" y="0"/>
          <a:chExt cx="0" cy="0"/>
        </a:xfrm>
      </p:grpSpPr>
      <p:grpSp>
        <p:nvGrpSpPr>
          <p:cNvPr id="1615" name="Google Shape;1615;p135"/>
          <p:cNvGrpSpPr/>
          <p:nvPr/>
        </p:nvGrpSpPr>
        <p:grpSpPr>
          <a:xfrm>
            <a:off x="3654723" y="2381497"/>
            <a:ext cx="1830600" cy="2762228"/>
            <a:chOff x="3654723" y="2381497"/>
            <a:chExt cx="1830600" cy="2762228"/>
          </a:xfrm>
        </p:grpSpPr>
        <p:sp>
          <p:nvSpPr>
            <p:cNvPr id="1616" name="Google Shape;1616;p135"/>
            <p:cNvSpPr/>
            <p:nvPr/>
          </p:nvSpPr>
          <p:spPr>
            <a:xfrm>
              <a:off x="3654723" y="2963325"/>
              <a:ext cx="1830600" cy="21804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a:ea typeface="DM Sans"/>
                <a:cs typeface="DM Sans"/>
                <a:sym typeface="DM Sans"/>
              </a:endParaRPr>
            </a:p>
          </p:txBody>
        </p:sp>
        <p:sp>
          <p:nvSpPr>
            <p:cNvPr id="1617" name="Google Shape;1617;p135"/>
            <p:cNvSpPr txBox="1"/>
            <p:nvPr/>
          </p:nvSpPr>
          <p:spPr>
            <a:xfrm>
              <a:off x="3994063" y="4123550"/>
              <a:ext cx="1151400" cy="692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CRM, LMS, and drive connectors.</a:t>
              </a:r>
              <a:endParaRPr/>
            </a:p>
          </p:txBody>
        </p:sp>
        <p:sp>
          <p:nvSpPr>
            <p:cNvPr id="1618" name="Google Shape;1618;p135"/>
            <p:cNvSpPr txBox="1"/>
            <p:nvPr/>
          </p:nvSpPr>
          <p:spPr>
            <a:xfrm>
              <a:off x="3994063" y="3641725"/>
              <a:ext cx="11514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Premium connectors</a:t>
              </a:r>
              <a:endParaRPr/>
            </a:p>
          </p:txBody>
        </p:sp>
        <p:sp>
          <p:nvSpPr>
            <p:cNvPr id="1619" name="Google Shape;1619;p135"/>
            <p:cNvSpPr txBox="1"/>
            <p:nvPr/>
          </p:nvSpPr>
          <p:spPr>
            <a:xfrm>
              <a:off x="3994075" y="2381497"/>
              <a:ext cx="1151400" cy="58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8%</a:t>
              </a:r>
              <a:endParaRPr/>
            </a:p>
          </p:txBody>
        </p:sp>
      </p:grpSp>
      <p:grpSp>
        <p:nvGrpSpPr>
          <p:cNvPr id="1620" name="Google Shape;1620;p135"/>
          <p:cNvGrpSpPr/>
          <p:nvPr/>
        </p:nvGrpSpPr>
        <p:grpSpPr>
          <a:xfrm>
            <a:off x="1823925" y="1430725"/>
            <a:ext cx="1830600" cy="3713350"/>
            <a:chOff x="1823925" y="1430725"/>
            <a:chExt cx="1830600" cy="3713350"/>
          </a:xfrm>
        </p:grpSpPr>
        <p:sp>
          <p:nvSpPr>
            <p:cNvPr id="1621" name="Google Shape;1621;p135"/>
            <p:cNvSpPr/>
            <p:nvPr/>
          </p:nvSpPr>
          <p:spPr>
            <a:xfrm>
              <a:off x="1823925" y="1960475"/>
              <a:ext cx="1830600" cy="31836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a:ea typeface="DM Sans"/>
                <a:cs typeface="DM Sans"/>
                <a:sym typeface="DM Sans"/>
              </a:endParaRPr>
            </a:p>
          </p:txBody>
        </p:sp>
        <p:sp>
          <p:nvSpPr>
            <p:cNvPr id="1622" name="Google Shape;1622;p135"/>
            <p:cNvSpPr txBox="1"/>
            <p:nvPr/>
          </p:nvSpPr>
          <p:spPr>
            <a:xfrm>
              <a:off x="2166988" y="4123550"/>
              <a:ext cx="1151400" cy="692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Extra admin and viewer seats.</a:t>
              </a:r>
              <a:endParaRPr/>
            </a:p>
          </p:txBody>
        </p:sp>
        <p:sp>
          <p:nvSpPr>
            <p:cNvPr id="1623" name="Google Shape;1623;p135"/>
            <p:cNvSpPr txBox="1"/>
            <p:nvPr/>
          </p:nvSpPr>
          <p:spPr>
            <a:xfrm>
              <a:off x="2166988" y="3641725"/>
              <a:ext cx="11514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Seat expansion</a:t>
              </a:r>
              <a:endParaRPr/>
            </a:p>
          </p:txBody>
        </p:sp>
        <p:sp>
          <p:nvSpPr>
            <p:cNvPr id="1624" name="Google Shape;1624;p135"/>
            <p:cNvSpPr txBox="1"/>
            <p:nvPr/>
          </p:nvSpPr>
          <p:spPr>
            <a:xfrm>
              <a:off x="2167000" y="1430725"/>
              <a:ext cx="1151400" cy="58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12%</a:t>
              </a:r>
              <a:endParaRPr/>
            </a:p>
          </p:txBody>
        </p:sp>
      </p:grpSp>
      <p:grpSp>
        <p:nvGrpSpPr>
          <p:cNvPr id="1625" name="Google Shape;1625;p135"/>
          <p:cNvGrpSpPr/>
          <p:nvPr/>
        </p:nvGrpSpPr>
        <p:grpSpPr>
          <a:xfrm>
            <a:off x="5485000" y="477197"/>
            <a:ext cx="1830600" cy="4666103"/>
            <a:chOff x="5485000" y="477197"/>
            <a:chExt cx="1830600" cy="4666103"/>
          </a:xfrm>
        </p:grpSpPr>
        <p:sp>
          <p:nvSpPr>
            <p:cNvPr id="1626" name="Google Shape;1626;p135"/>
            <p:cNvSpPr/>
            <p:nvPr/>
          </p:nvSpPr>
          <p:spPr>
            <a:xfrm>
              <a:off x="5485000" y="1028800"/>
              <a:ext cx="1830600" cy="41145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a:ea typeface="DM Sans"/>
                <a:cs typeface="DM Sans"/>
                <a:sym typeface="DM Sans"/>
              </a:endParaRPr>
            </a:p>
          </p:txBody>
        </p:sp>
        <p:sp>
          <p:nvSpPr>
            <p:cNvPr id="1627" name="Google Shape;1627;p135"/>
            <p:cNvSpPr txBox="1"/>
            <p:nvPr/>
          </p:nvSpPr>
          <p:spPr>
            <a:xfrm>
              <a:off x="5823700" y="4123550"/>
              <a:ext cx="1151400" cy="692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Paid onboarding and setup.</a:t>
              </a:r>
              <a:endParaRPr/>
            </a:p>
          </p:txBody>
        </p:sp>
        <p:sp>
          <p:nvSpPr>
            <p:cNvPr id="1628" name="Google Shape;1628;p135"/>
            <p:cNvSpPr txBox="1"/>
            <p:nvPr/>
          </p:nvSpPr>
          <p:spPr>
            <a:xfrm>
              <a:off x="5823700" y="3641725"/>
              <a:ext cx="11514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Implementation services</a:t>
              </a:r>
              <a:endParaRPr/>
            </a:p>
          </p:txBody>
        </p:sp>
        <p:sp>
          <p:nvSpPr>
            <p:cNvPr id="1629" name="Google Shape;1629;p135"/>
            <p:cNvSpPr txBox="1"/>
            <p:nvPr/>
          </p:nvSpPr>
          <p:spPr>
            <a:xfrm>
              <a:off x="5823700" y="477197"/>
              <a:ext cx="1151400" cy="58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5%</a:t>
              </a:r>
              <a:endParaRPr/>
            </a:p>
          </p:txBody>
        </p:sp>
      </p:grpSp>
      <p:grpSp>
        <p:nvGrpSpPr>
          <p:cNvPr id="1630" name="Google Shape;1630;p135"/>
          <p:cNvGrpSpPr/>
          <p:nvPr/>
        </p:nvGrpSpPr>
        <p:grpSpPr>
          <a:xfrm>
            <a:off x="7313500" y="1498974"/>
            <a:ext cx="1830600" cy="3644476"/>
            <a:chOff x="7313500" y="1498974"/>
            <a:chExt cx="1830600" cy="3644476"/>
          </a:xfrm>
        </p:grpSpPr>
        <p:sp>
          <p:nvSpPr>
            <p:cNvPr id="1631" name="Google Shape;1631;p135"/>
            <p:cNvSpPr/>
            <p:nvPr/>
          </p:nvSpPr>
          <p:spPr>
            <a:xfrm>
              <a:off x="7313500" y="2060050"/>
              <a:ext cx="1830600" cy="30834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a:ea typeface="DM Sans"/>
                <a:cs typeface="DM Sans"/>
                <a:sym typeface="DM Sans"/>
              </a:endParaRPr>
            </a:p>
          </p:txBody>
        </p:sp>
        <p:sp>
          <p:nvSpPr>
            <p:cNvPr id="1632" name="Google Shape;1632;p135"/>
            <p:cNvSpPr txBox="1"/>
            <p:nvPr/>
          </p:nvSpPr>
          <p:spPr>
            <a:xfrm>
              <a:off x="7626663" y="4123550"/>
              <a:ext cx="1151400" cy="692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Overage above plan limits.</a:t>
              </a:r>
              <a:endParaRPr/>
            </a:p>
          </p:txBody>
        </p:sp>
        <p:sp>
          <p:nvSpPr>
            <p:cNvPr id="1633" name="Google Shape;1633;p135"/>
            <p:cNvSpPr txBox="1"/>
            <p:nvPr/>
          </p:nvSpPr>
          <p:spPr>
            <a:xfrm>
              <a:off x="7626675" y="2949800"/>
              <a:ext cx="1151400" cy="646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API and usage overage</a:t>
              </a:r>
              <a:endParaRPr/>
            </a:p>
          </p:txBody>
        </p:sp>
        <p:sp>
          <p:nvSpPr>
            <p:cNvPr id="1634" name="Google Shape;1634;p135"/>
            <p:cNvSpPr txBox="1"/>
            <p:nvPr/>
          </p:nvSpPr>
          <p:spPr>
            <a:xfrm>
              <a:off x="7626663" y="1498974"/>
              <a:ext cx="1151400" cy="58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3%</a:t>
              </a:r>
              <a:endParaRPr/>
            </a:p>
          </p:txBody>
        </p:sp>
      </p:grpSp>
      <p:sp>
        <p:nvSpPr>
          <p:cNvPr id="1635" name="Google Shape;1635;p13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p>
            <a:pPr indent="0" lvl="0" marL="0" rtl="0" algn="r">
              <a:lnSpc>
                <a:spcPct val="100000"/>
              </a:lnSpc>
              <a:spcBef>
                <a:spcPts val="0"/>
              </a:spcBef>
              <a:spcAft>
                <a:spcPts val="0"/>
              </a:spcAft>
              <a:buSzPts val="700"/>
              <a:buNone/>
            </a:pPr>
            <a:r>
              <a:rPr lang="en" sz="700">
                <a:solidFill>
                  <a:schemeClr val="lt1"/>
                </a:solidFill>
                <a:latin typeface="DM Sans"/>
                <a:ea typeface="DM Sans"/>
                <a:cs typeface="DM Sans"/>
                <a:sym typeface="DM Sans"/>
              </a:rPr>
              <a:t>‹#›</a:t>
            </a:r>
            <a:endParaRPr/>
          </a:p>
        </p:txBody>
      </p:sp>
      <p:sp>
        <p:nvSpPr>
          <p:cNvPr id="1636" name="Google Shape;1636;p135"/>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SzPts val="700"/>
              <a:buFont typeface="DM Sans"/>
              <a:buNone/>
            </a:pPr>
            <a:r>
              <a:rPr lang="en" sz="700">
                <a:latin typeface="DM Sans"/>
                <a:ea typeface="DM Sans"/>
                <a:cs typeface="DM Sans"/>
                <a:sym typeface="DM Sans"/>
              </a:rPr>
              <a:t>DeckPilot Labs</a:t>
            </a:r>
            <a:endParaRPr/>
          </a:p>
        </p:txBody>
      </p:sp>
      <p:sp>
        <p:nvSpPr>
          <p:cNvPr id="1637" name="Google Shape;1637;p135"/>
          <p:cNvSpPr txBox="1"/>
          <p:nvPr>
            <p:ph idx="2" type="subTitle"/>
          </p:nvPr>
        </p:nvSpPr>
        <p:spPr>
          <a:xfrm>
            <a:off x="361975" y="732775"/>
            <a:ext cx="4163100" cy="153900"/>
          </a:xfrm>
          <a:prstGeom prst="rect">
            <a:avLst/>
          </a:prstGeom>
          <a:noFill/>
          <a:ln>
            <a:noFill/>
          </a:ln>
        </p:spPr>
        <p:txBody>
          <a:bodyPr anchorCtr="0" anchor="b" bIns="0" lIns="0" spcFirstLastPara="1" rIns="0" wrap="square" tIns="0">
            <a:spAutoFit/>
          </a:bodyPr>
          <a:lstStyle/>
          <a:p>
            <a:pPr indent="-304800" lvl="0" marL="457200" rtl="0" algn="l">
              <a:lnSpc>
                <a:spcPct val="115000"/>
              </a:lnSpc>
              <a:spcBef>
                <a:spcPts val="0"/>
              </a:spcBef>
              <a:spcAft>
                <a:spcPts val="0"/>
              </a:spcAft>
              <a:buSzPts val="1000"/>
              <a:buFont typeface="DM Sans Light"/>
              <a:buNone/>
            </a:pPr>
            <a:r>
              <a:rPr lang="en" sz="1000">
                <a:latin typeface="DM Sans Light"/>
                <a:ea typeface="DM Sans Light"/>
                <a:cs typeface="DM Sans Light"/>
                <a:sym typeface="DM Sans Light"/>
              </a:rPr>
              <a:t>REVENUE MODEL</a:t>
            </a:r>
            <a:endParaRPr/>
          </a:p>
        </p:txBody>
      </p:sp>
      <p:sp>
        <p:nvSpPr>
          <p:cNvPr id="1638" name="Google Shape;1638;p135"/>
          <p:cNvSpPr txBox="1"/>
          <p:nvPr/>
        </p:nvSpPr>
        <p:spPr>
          <a:xfrm>
            <a:off x="361963" y="2006822"/>
            <a:ext cx="1151400" cy="58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72%</a:t>
            </a:r>
            <a:endParaRPr/>
          </a:p>
        </p:txBody>
      </p:sp>
      <p:sp>
        <p:nvSpPr>
          <p:cNvPr descr="A series of bar charts comparing a company's various revenue streams as percentages of total revenue. " id="1639" name="Google Shape;1639;p135"/>
          <p:cNvSpPr/>
          <p:nvPr/>
        </p:nvSpPr>
        <p:spPr>
          <a:xfrm>
            <a:off x="50" y="2562675"/>
            <a:ext cx="1824000" cy="258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a:ea typeface="DM Sans"/>
              <a:cs typeface="DM Sans"/>
              <a:sym typeface="DM Sans"/>
            </a:endParaRPr>
          </a:p>
        </p:txBody>
      </p:sp>
      <p:sp>
        <p:nvSpPr>
          <p:cNvPr id="1640" name="Google Shape;1640;p135"/>
          <p:cNvSpPr txBox="1"/>
          <p:nvPr/>
        </p:nvSpPr>
        <p:spPr>
          <a:xfrm>
            <a:off x="361975" y="4123550"/>
            <a:ext cx="1151400" cy="692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Core annual SaaS contracts.</a:t>
            </a:r>
            <a:endParaRPr/>
          </a:p>
        </p:txBody>
      </p:sp>
      <p:sp>
        <p:nvSpPr>
          <p:cNvPr id="1641" name="Google Shape;1641;p135"/>
          <p:cNvSpPr txBox="1"/>
          <p:nvPr/>
        </p:nvSpPr>
        <p:spPr>
          <a:xfrm>
            <a:off x="361975" y="3641725"/>
            <a:ext cx="11514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Platform subscription</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5" name="Shape 1645"/>
        <p:cNvGrpSpPr/>
        <p:nvPr/>
      </p:nvGrpSpPr>
      <p:grpSpPr>
        <a:xfrm>
          <a:off x="0" y="0"/>
          <a:ext cx="0" cy="0"/>
          <a:chOff x="0" y="0"/>
          <a:chExt cx="0" cy="0"/>
        </a:xfrm>
      </p:grpSpPr>
      <p:sp>
        <p:nvSpPr>
          <p:cNvPr id="1646" name="Google Shape;1646;p136"/>
          <p:cNvSpPr/>
          <p:nvPr/>
        </p:nvSpPr>
        <p:spPr>
          <a:xfrm>
            <a:off x="4565475" y="375676"/>
            <a:ext cx="4578600" cy="1469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DM Sans"/>
              <a:ea typeface="DM Sans"/>
              <a:cs typeface="DM Sans"/>
              <a:sym typeface="DM Sans"/>
            </a:endParaRPr>
          </a:p>
        </p:txBody>
      </p:sp>
      <p:sp>
        <p:nvSpPr>
          <p:cNvPr id="1647" name="Google Shape;1647;p136"/>
          <p:cNvSpPr/>
          <p:nvPr/>
        </p:nvSpPr>
        <p:spPr>
          <a:xfrm>
            <a:off x="4565475" y="1845637"/>
            <a:ext cx="4578600" cy="1469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DM Sans"/>
              <a:ea typeface="DM Sans"/>
              <a:cs typeface="DM Sans"/>
              <a:sym typeface="DM Sans"/>
            </a:endParaRPr>
          </a:p>
        </p:txBody>
      </p:sp>
      <p:sp>
        <p:nvSpPr>
          <p:cNvPr id="1648" name="Google Shape;1648;p136"/>
          <p:cNvSpPr/>
          <p:nvPr/>
        </p:nvSpPr>
        <p:spPr>
          <a:xfrm>
            <a:off x="4565475" y="3310189"/>
            <a:ext cx="4578600" cy="14697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DM Sans"/>
              <a:ea typeface="DM Sans"/>
              <a:cs typeface="DM Sans"/>
              <a:sym typeface="DM Sans"/>
            </a:endParaRPr>
          </a:p>
        </p:txBody>
      </p:sp>
      <p:sp>
        <p:nvSpPr>
          <p:cNvPr id="1649" name="Google Shape;1649;p136"/>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SzPts val="700"/>
              <a:buFont typeface="DM Sans"/>
              <a:buNone/>
            </a:pPr>
            <a:r>
              <a:rPr lang="en" sz="700">
                <a:latin typeface="DM Sans"/>
                <a:ea typeface="DM Sans"/>
                <a:cs typeface="DM Sans"/>
                <a:sym typeface="DM Sans"/>
              </a:rPr>
              <a:t>DeckPilot Labs</a:t>
            </a:r>
            <a:endParaRPr/>
          </a:p>
        </p:txBody>
      </p:sp>
      <p:sp>
        <p:nvSpPr>
          <p:cNvPr id="1650" name="Google Shape;1650;p136"/>
          <p:cNvSpPr txBox="1"/>
          <p:nvPr>
            <p:ph idx="2" type="body"/>
          </p:nvPr>
        </p:nvSpPr>
        <p:spPr>
          <a:xfrm>
            <a:off x="4845475" y="998689"/>
            <a:ext cx="3382500" cy="615600"/>
          </a:xfrm>
          <a:prstGeom prst="rect">
            <a:avLst/>
          </a:prstGeom>
          <a:noFill/>
          <a:ln>
            <a:noFill/>
          </a:ln>
        </p:spPr>
        <p:txBody>
          <a:bodyPr anchorCtr="0" anchor="t" bIns="0" lIns="0" spcFirstLastPara="1" rIns="0" wrap="square" tIns="0">
            <a:spAutoFit/>
          </a:bodyPr>
          <a:lstStyle/>
          <a:p>
            <a:pPr indent="-292100" lvl="0" marL="457200" rtl="0" algn="l">
              <a:lnSpc>
                <a:spcPct val="115000"/>
              </a:lnSpc>
              <a:spcBef>
                <a:spcPts val="0"/>
              </a:spcBef>
              <a:spcAft>
                <a:spcPts val="0"/>
              </a:spcAft>
              <a:buClr>
                <a:schemeClr val="lt1"/>
              </a:buClr>
              <a:buSzPts val="1000"/>
              <a:buFont typeface="DM Sans"/>
              <a:buChar char="●"/>
            </a:pPr>
            <a:r>
              <a:rPr lang="en" sz="1000"/>
              <a:t>Our daily operations focus on reliable ingestion, measurable retrieval quality, and a feedback loop that keeps answers current as decks change.</a:t>
            </a:r>
            <a:endParaRPr/>
          </a:p>
        </p:txBody>
      </p:sp>
      <p:sp>
        <p:nvSpPr>
          <p:cNvPr id="1651" name="Google Shape;1651;p136"/>
          <p:cNvSpPr txBox="1"/>
          <p:nvPr>
            <p:ph idx="3" type="subTitle"/>
          </p:nvPr>
        </p:nvSpPr>
        <p:spPr>
          <a:xfrm>
            <a:off x="4845475" y="666041"/>
            <a:ext cx="3382500" cy="215400"/>
          </a:xfrm>
          <a:prstGeom prst="rect">
            <a:avLst/>
          </a:prstGeom>
          <a:noFill/>
          <a:ln>
            <a:noFill/>
          </a:ln>
        </p:spPr>
        <p:txBody>
          <a:bodyPr anchorCtr="0" anchor="t" bIns="0" lIns="0" spcFirstLastPara="1" rIns="0" wrap="square" tIns="0">
            <a:spAutoFit/>
          </a:bodyPr>
          <a:lstStyle/>
          <a:p>
            <a:pPr indent="-304800" lvl="0" marL="457200" rtl="0" algn="l">
              <a:lnSpc>
                <a:spcPct val="115000"/>
              </a:lnSpc>
              <a:spcBef>
                <a:spcPts val="0"/>
              </a:spcBef>
              <a:spcAft>
                <a:spcPts val="0"/>
              </a:spcAft>
              <a:buSzPts val="1400"/>
              <a:buNone/>
            </a:pPr>
            <a:r>
              <a:rPr lang="en"/>
              <a:t>Slide parsing and chunk QA</a:t>
            </a:r>
            <a:endParaRPr/>
          </a:p>
        </p:txBody>
      </p:sp>
      <p:sp>
        <p:nvSpPr>
          <p:cNvPr id="1652" name="Google Shape;1652;p136"/>
          <p:cNvSpPr txBox="1"/>
          <p:nvPr>
            <p:ph idx="5" type="body"/>
          </p:nvPr>
        </p:nvSpPr>
        <p:spPr>
          <a:xfrm>
            <a:off x="4845475" y="3927439"/>
            <a:ext cx="3382500" cy="461700"/>
          </a:xfrm>
          <a:prstGeom prst="rect">
            <a:avLst/>
          </a:prstGeom>
          <a:noFill/>
          <a:ln>
            <a:noFill/>
          </a:ln>
        </p:spPr>
        <p:txBody>
          <a:bodyPr anchorCtr="0" anchor="t" bIns="0" lIns="0" spcFirstLastPara="1" rIns="0" wrap="square" tIns="0">
            <a:spAutoFit/>
          </a:bodyPr>
          <a:lstStyle/>
          <a:p>
            <a:pPr indent="-292100" lvl="0" marL="457200" rtl="0" algn="l">
              <a:lnSpc>
                <a:spcPct val="115000"/>
              </a:lnSpc>
              <a:spcBef>
                <a:spcPts val="0"/>
              </a:spcBef>
              <a:spcAft>
                <a:spcPts val="0"/>
              </a:spcAft>
              <a:buClr>
                <a:schemeClr val="dk1"/>
              </a:buClr>
              <a:buSzPts val="1000"/>
              <a:buFont typeface="DM Sans"/>
              <a:buChar char="●"/>
            </a:pPr>
            <a:r>
              <a:rPr lang="en" sz="1000">
                <a:solidFill>
                  <a:schemeClr val="dk1"/>
                </a:solidFill>
              </a:rPr>
              <a:t>Support activities make the primary workflow dependable at enterprise scale.</a:t>
            </a:r>
            <a:endParaRPr/>
          </a:p>
        </p:txBody>
      </p:sp>
      <p:sp>
        <p:nvSpPr>
          <p:cNvPr id="1653" name="Google Shape;1653;p136"/>
          <p:cNvSpPr txBox="1"/>
          <p:nvPr>
            <p:ph idx="6" type="subTitle"/>
          </p:nvPr>
        </p:nvSpPr>
        <p:spPr>
          <a:xfrm>
            <a:off x="4845475" y="3594791"/>
            <a:ext cx="3382500" cy="215400"/>
          </a:xfrm>
          <a:prstGeom prst="rect">
            <a:avLst/>
          </a:prstGeom>
          <a:noFill/>
          <a:ln>
            <a:noFill/>
          </a:ln>
        </p:spPr>
        <p:txBody>
          <a:bodyPr anchorCtr="0" anchor="t" bIns="0" lIns="0" spcFirstLastPara="1" rIns="0" wrap="square" tIns="0">
            <a:spAutoFit/>
          </a:bodyPr>
          <a:lstStyle/>
          <a:p>
            <a:pPr indent="-304800" lvl="0" marL="457200" rtl="0" algn="l">
              <a:lnSpc>
                <a:spcPct val="115000"/>
              </a:lnSpc>
              <a:spcBef>
                <a:spcPts val="0"/>
              </a:spcBef>
              <a:spcAft>
                <a:spcPts val="0"/>
              </a:spcAft>
              <a:buClr>
                <a:schemeClr val="dk1"/>
              </a:buClr>
              <a:buSzPts val="1400"/>
              <a:buNone/>
            </a:pPr>
            <a:r>
              <a:rPr lang="en">
                <a:solidFill>
                  <a:schemeClr val="dk1"/>
                </a:solidFill>
              </a:rPr>
              <a:t>Admin onboarding and taxonomy mapping</a:t>
            </a:r>
            <a:endParaRPr/>
          </a:p>
        </p:txBody>
      </p:sp>
      <p:sp>
        <p:nvSpPr>
          <p:cNvPr id="1654" name="Google Shape;1654;p136"/>
          <p:cNvSpPr txBox="1"/>
          <p:nvPr>
            <p:ph idx="7" type="body"/>
          </p:nvPr>
        </p:nvSpPr>
        <p:spPr>
          <a:xfrm>
            <a:off x="4845475" y="2431037"/>
            <a:ext cx="3382500" cy="615600"/>
          </a:xfrm>
          <a:prstGeom prst="rect">
            <a:avLst/>
          </a:prstGeom>
          <a:noFill/>
          <a:ln>
            <a:noFill/>
          </a:ln>
        </p:spPr>
        <p:txBody>
          <a:bodyPr anchorCtr="0" anchor="t" bIns="0" lIns="0" spcFirstLastPara="1" rIns="0" wrap="square" tIns="0">
            <a:spAutoFit/>
          </a:bodyPr>
          <a:lstStyle/>
          <a:p>
            <a:pPr indent="-292100" lvl="0" marL="457200" rtl="0" algn="l">
              <a:lnSpc>
                <a:spcPct val="100000"/>
              </a:lnSpc>
              <a:spcBef>
                <a:spcPts val="0"/>
              </a:spcBef>
              <a:spcAft>
                <a:spcPts val="0"/>
              </a:spcAft>
              <a:buClr>
                <a:schemeClr val="dk1"/>
              </a:buClr>
              <a:buSzPts val="1000"/>
              <a:buFont typeface="DM Sans"/>
              <a:buChar char="●"/>
            </a:pPr>
            <a:r>
              <a:rPr lang="en" sz="1000">
                <a:solidFill>
                  <a:schemeClr val="dk1"/>
                </a:solidFill>
              </a:rPr>
              <a:t>These activities align customer language, access rules, and source libraries before rollout.</a:t>
            </a:r>
            <a:endParaRPr/>
          </a:p>
        </p:txBody>
      </p:sp>
      <p:sp>
        <p:nvSpPr>
          <p:cNvPr id="1655" name="Google Shape;1655;p136"/>
          <p:cNvSpPr txBox="1"/>
          <p:nvPr>
            <p:ph idx="8" type="subTitle"/>
          </p:nvPr>
        </p:nvSpPr>
        <p:spPr>
          <a:xfrm>
            <a:off x="4845475" y="2098390"/>
            <a:ext cx="3382500" cy="215400"/>
          </a:xfrm>
          <a:prstGeom prst="rect">
            <a:avLst/>
          </a:prstGeom>
          <a:noFill/>
          <a:ln>
            <a:noFill/>
          </a:ln>
        </p:spPr>
        <p:txBody>
          <a:bodyPr anchorCtr="0" anchor="t" bIns="0" lIns="0" spcFirstLastPara="1" rIns="0" wrap="square" tIns="0">
            <a:spAutoFit/>
          </a:bodyPr>
          <a:lstStyle/>
          <a:p>
            <a:pPr indent="-304800" lvl="0" marL="457200" rtl="0" algn="l">
              <a:lnSpc>
                <a:spcPct val="115000"/>
              </a:lnSpc>
              <a:spcBef>
                <a:spcPts val="0"/>
              </a:spcBef>
              <a:spcAft>
                <a:spcPts val="0"/>
              </a:spcAft>
              <a:buClr>
                <a:schemeClr val="dk1"/>
              </a:buClr>
              <a:buSzPts val="1400"/>
              <a:buNone/>
            </a:pPr>
            <a:r>
              <a:rPr lang="en">
                <a:solidFill>
                  <a:schemeClr val="dk1"/>
                </a:solidFill>
              </a:rPr>
              <a:t>Analytics review and content refresh</a:t>
            </a:r>
            <a:endParaRPr/>
          </a:p>
        </p:txBody>
      </p:sp>
      <p:sp>
        <p:nvSpPr>
          <p:cNvPr id="1656" name="Google Shape;1656;p136"/>
          <p:cNvSpPr txBox="1"/>
          <p:nvPr>
            <p:ph type="title"/>
          </p:nvPr>
        </p:nvSpPr>
        <p:spPr>
          <a:xfrm>
            <a:off x="356100" y="988550"/>
            <a:ext cx="3756000" cy="4155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SzPts val="3000"/>
              <a:buNone/>
            </a:pPr>
            <a:r>
              <a:rPr lang="en"/>
              <a:t>Content ingestion and retrieval orchestration</a:t>
            </a:r>
            <a:endParaRPr/>
          </a:p>
        </p:txBody>
      </p:sp>
      <p:sp>
        <p:nvSpPr>
          <p:cNvPr id="1657" name="Google Shape;1657;p136"/>
          <p:cNvSpPr txBox="1"/>
          <p:nvPr>
            <p:ph idx="4" type="subTitle"/>
          </p:nvPr>
        </p:nvSpPr>
        <p:spPr>
          <a:xfrm>
            <a:off x="361975" y="732775"/>
            <a:ext cx="3860100" cy="153900"/>
          </a:xfrm>
          <a:prstGeom prst="rect">
            <a:avLst/>
          </a:prstGeom>
          <a:noFill/>
          <a:ln>
            <a:noFill/>
          </a:ln>
        </p:spPr>
        <p:txBody>
          <a:bodyPr anchorCtr="0" anchor="b" bIns="0" lIns="0" spcFirstLastPara="1" rIns="0" wrap="square" tIns="0">
            <a:spAutoFit/>
          </a:bodyPr>
          <a:lstStyle/>
          <a:p>
            <a:pPr indent="-304800" lvl="0" marL="457200" rtl="0" algn="l">
              <a:lnSpc>
                <a:spcPct val="115000"/>
              </a:lnSpc>
              <a:spcBef>
                <a:spcPts val="0"/>
              </a:spcBef>
              <a:spcAft>
                <a:spcPts val="0"/>
              </a:spcAft>
              <a:buSzPts val="1000"/>
              <a:buFont typeface="DM Sans Light"/>
              <a:buNone/>
            </a:pPr>
            <a:r>
              <a:rPr lang="en" sz="1000">
                <a:latin typeface="DM Sans Light"/>
                <a:ea typeface="DM Sans Light"/>
                <a:cs typeface="DM Sans Light"/>
                <a:sym typeface="DM Sans Light"/>
              </a:rPr>
              <a:t>KEY ACTIVITIES</a:t>
            </a:r>
            <a:endParaRPr/>
          </a:p>
        </p:txBody>
      </p:sp>
      <p:sp>
        <p:nvSpPr>
          <p:cNvPr id="1658" name="Google Shape;1658;p136"/>
          <p:cNvSpPr txBox="1"/>
          <p:nvPr>
            <p:ph idx="9" type="body"/>
          </p:nvPr>
        </p:nvSpPr>
        <p:spPr>
          <a:xfrm>
            <a:off x="356100" y="3243900"/>
            <a:ext cx="2798700" cy="1334400"/>
          </a:xfrm>
          <a:prstGeom prst="rect">
            <a:avLst/>
          </a:prstGeom>
          <a:noFill/>
          <a:ln>
            <a:noFill/>
          </a:ln>
        </p:spPr>
        <p:txBody>
          <a:bodyPr anchorCtr="0" anchor="b" bIns="0" lIns="0" spcFirstLastPara="1" rIns="0" wrap="square" tIns="0">
            <a:noAutofit/>
          </a:bodyPr>
          <a:lstStyle/>
          <a:p>
            <a:pPr indent="-292100" lvl="0" marL="457200" rtl="0" algn="l">
              <a:lnSpc>
                <a:spcPct val="115000"/>
              </a:lnSpc>
              <a:spcBef>
                <a:spcPts val="0"/>
              </a:spcBef>
              <a:spcAft>
                <a:spcPts val="0"/>
              </a:spcAft>
              <a:buClr>
                <a:schemeClr val="lt1"/>
              </a:buClr>
              <a:buSzPts val="1000"/>
              <a:buFont typeface="DM Sans Light"/>
              <a:buChar char="●"/>
            </a:pPr>
            <a:r>
              <a:rPr lang="en" sz="1000">
                <a:latin typeface="DM Sans Light"/>
                <a:ea typeface="DM Sans Light"/>
                <a:cs typeface="DM Sans Light"/>
                <a:sym typeface="DM Sans Light"/>
              </a:rPr>
              <a:t>The core activity of the business is converting uploaded presentations into a grounded assistant that can answer questions, cite sources, and surface gaps.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2" name="Shape 1662"/>
        <p:cNvGrpSpPr/>
        <p:nvPr/>
      </p:nvGrpSpPr>
      <p:grpSpPr>
        <a:xfrm>
          <a:off x="0" y="0"/>
          <a:ext cx="0" cy="0"/>
          <a:chOff x="0" y="0"/>
          <a:chExt cx="0" cy="0"/>
        </a:xfrm>
      </p:grpSpPr>
      <p:sp>
        <p:nvSpPr>
          <p:cNvPr id="1663" name="Google Shape;1663;p137"/>
          <p:cNvSpPr/>
          <p:nvPr/>
        </p:nvSpPr>
        <p:spPr>
          <a:xfrm>
            <a:off x="50" y="2314800"/>
            <a:ext cx="9144000" cy="2236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2"/>
              </a:solidFill>
              <a:latin typeface="DM Sans"/>
              <a:ea typeface="DM Sans"/>
              <a:cs typeface="DM Sans"/>
              <a:sym typeface="DM Sans"/>
            </a:endParaRPr>
          </a:p>
        </p:txBody>
      </p:sp>
      <p:sp>
        <p:nvSpPr>
          <p:cNvPr id="1664" name="Google Shape;1664;p13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p>
            <a:pPr indent="0" lvl="0" marL="0" rtl="0" algn="r">
              <a:lnSpc>
                <a:spcPct val="100000"/>
              </a:lnSpc>
              <a:spcBef>
                <a:spcPts val="0"/>
              </a:spcBef>
              <a:spcAft>
                <a:spcPts val="0"/>
              </a:spcAft>
              <a:buSzPts val="700"/>
              <a:buNone/>
            </a:pPr>
            <a:r>
              <a:rPr lang="en" sz="700">
                <a:solidFill>
                  <a:schemeClr val="lt1"/>
                </a:solidFill>
                <a:latin typeface="DM Sans"/>
                <a:ea typeface="DM Sans"/>
                <a:cs typeface="DM Sans"/>
                <a:sym typeface="DM Sans"/>
              </a:rPr>
              <a:t>‹#›</a:t>
            </a:r>
            <a:endParaRPr/>
          </a:p>
        </p:txBody>
      </p:sp>
      <p:sp>
        <p:nvSpPr>
          <p:cNvPr id="1665" name="Google Shape;1665;p137"/>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SzPts val="700"/>
              <a:buFont typeface="DM Sans"/>
              <a:buNone/>
            </a:pPr>
            <a:r>
              <a:rPr lang="en" sz="700">
                <a:latin typeface="DM Sans"/>
                <a:ea typeface="DM Sans"/>
                <a:cs typeface="DM Sans"/>
                <a:sym typeface="DM Sans"/>
              </a:rPr>
              <a:t>DeckPilot Labs</a:t>
            </a:r>
            <a:endParaRPr/>
          </a:p>
        </p:txBody>
      </p:sp>
      <p:sp>
        <p:nvSpPr>
          <p:cNvPr id="1666" name="Google Shape;1666;p137"/>
          <p:cNvSpPr txBox="1"/>
          <p:nvPr>
            <p:ph idx="2" type="body"/>
          </p:nvPr>
        </p:nvSpPr>
        <p:spPr>
          <a:xfrm>
            <a:off x="361975" y="3231275"/>
            <a:ext cx="1457400" cy="1077600"/>
          </a:xfrm>
          <a:prstGeom prst="rect">
            <a:avLst/>
          </a:prstGeom>
          <a:noFill/>
          <a:ln>
            <a:noFill/>
          </a:ln>
        </p:spPr>
        <p:txBody>
          <a:bodyPr anchorCtr="0" anchor="t" bIns="0" lIns="0" spcFirstLastPara="1" rIns="0" wrap="square" tIns="0">
            <a:noAutofit/>
          </a:bodyPr>
          <a:lstStyle/>
          <a:p>
            <a:pPr indent="-292100" lvl="0" marL="457200" rtl="0" algn="l">
              <a:lnSpc>
                <a:spcPct val="100000"/>
              </a:lnSpc>
              <a:spcBef>
                <a:spcPts val="0"/>
              </a:spcBef>
              <a:spcAft>
                <a:spcPts val="0"/>
              </a:spcAft>
              <a:buSzPts val="1000"/>
              <a:buFont typeface="DM Sans Light"/>
              <a:buChar char="●"/>
            </a:pPr>
            <a:r>
              <a:rPr lang="en" sz="1000">
                <a:latin typeface="DM Sans Light"/>
                <a:ea typeface="DM Sans Light"/>
                <a:cs typeface="DM Sans Light"/>
                <a:sym typeface="DM Sans Light"/>
              </a:rPr>
              <a:t>We focus on teams that already create important knowledge in presentations and need faster post-meeting access to approved answers.</a:t>
            </a:r>
            <a:endParaRPr/>
          </a:p>
        </p:txBody>
      </p:sp>
      <p:sp>
        <p:nvSpPr>
          <p:cNvPr id="1667" name="Google Shape;1667;p137"/>
          <p:cNvSpPr txBox="1"/>
          <p:nvPr>
            <p:ph idx="3" type="subTitle"/>
          </p:nvPr>
        </p:nvSpPr>
        <p:spPr>
          <a:xfrm>
            <a:off x="361975" y="2556804"/>
            <a:ext cx="1457400" cy="4527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SzPts val="1400"/>
              <a:buNone/>
            </a:pPr>
            <a:r>
              <a:rPr lang="en"/>
              <a:t>Sales enablement</a:t>
            </a:r>
            <a:endParaRPr/>
          </a:p>
        </p:txBody>
      </p:sp>
      <p:sp>
        <p:nvSpPr>
          <p:cNvPr id="1668" name="Google Shape;1668;p137"/>
          <p:cNvSpPr txBox="1"/>
          <p:nvPr>
            <p:ph idx="4" type="subTitle"/>
          </p:nvPr>
        </p:nvSpPr>
        <p:spPr>
          <a:xfrm>
            <a:off x="2490450" y="732775"/>
            <a:ext cx="4163100" cy="153900"/>
          </a:xfrm>
          <a:prstGeom prst="rect">
            <a:avLst/>
          </a:prstGeom>
          <a:noFill/>
          <a:ln>
            <a:noFill/>
          </a:ln>
        </p:spPr>
        <p:txBody>
          <a:bodyPr anchorCtr="0" anchor="b" bIns="0" lIns="0" spcFirstLastPara="1" rIns="0" wrap="square" tIns="0">
            <a:spAutoFit/>
          </a:bodyPr>
          <a:lstStyle/>
          <a:p>
            <a:pPr indent="-304800" lvl="0" marL="457200" rtl="0" algn="ctr">
              <a:lnSpc>
                <a:spcPct val="115000"/>
              </a:lnSpc>
              <a:spcBef>
                <a:spcPts val="0"/>
              </a:spcBef>
              <a:spcAft>
                <a:spcPts val="0"/>
              </a:spcAft>
              <a:buSzPts val="1000"/>
              <a:buFont typeface="DM Sans Light"/>
              <a:buNone/>
            </a:pPr>
            <a:r>
              <a:rPr lang="en" sz="1000">
                <a:latin typeface="DM Sans Light"/>
                <a:ea typeface="DM Sans Light"/>
                <a:cs typeface="DM Sans Light"/>
                <a:sym typeface="DM Sans Light"/>
              </a:rPr>
              <a:t>CUSTOMER SEGMENTS</a:t>
            </a:r>
            <a:endParaRPr/>
          </a:p>
        </p:txBody>
      </p:sp>
      <p:sp>
        <p:nvSpPr>
          <p:cNvPr id="1669" name="Google Shape;1669;p137"/>
          <p:cNvSpPr txBox="1"/>
          <p:nvPr>
            <p:ph type="title"/>
          </p:nvPr>
        </p:nvSpPr>
        <p:spPr>
          <a:xfrm>
            <a:off x="1938175" y="988550"/>
            <a:ext cx="5267700" cy="5877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000"/>
              <a:buNone/>
            </a:pPr>
            <a:r>
              <a:rPr lang="en" sz="2200"/>
              <a:t>Define the groups that feel the pain of repeated deck-related questions most often.</a:t>
            </a:r>
            <a:endParaRPr/>
          </a:p>
        </p:txBody>
      </p:sp>
      <p:sp>
        <p:nvSpPr>
          <p:cNvPr id="1670" name="Google Shape;1670;p137"/>
          <p:cNvSpPr txBox="1"/>
          <p:nvPr>
            <p:ph idx="15" type="body"/>
          </p:nvPr>
        </p:nvSpPr>
        <p:spPr>
          <a:xfrm>
            <a:off x="7319275" y="3231275"/>
            <a:ext cx="1457400" cy="1077600"/>
          </a:xfrm>
          <a:prstGeom prst="rect">
            <a:avLst/>
          </a:prstGeom>
          <a:noFill/>
          <a:ln>
            <a:noFill/>
          </a:ln>
        </p:spPr>
        <p:txBody>
          <a:bodyPr anchorCtr="0" anchor="t" bIns="0" lIns="0" spcFirstLastPara="1" rIns="0" wrap="square" tIns="0">
            <a:noAutofit/>
          </a:bodyPr>
          <a:lstStyle/>
          <a:p>
            <a:pPr indent="-292100" lvl="0" marL="457200" rtl="0" algn="l">
              <a:lnSpc>
                <a:spcPct val="115000"/>
              </a:lnSpc>
              <a:spcBef>
                <a:spcPts val="0"/>
              </a:spcBef>
              <a:spcAft>
                <a:spcPts val="0"/>
              </a:spcAft>
              <a:buClr>
                <a:schemeClr val="lt1"/>
              </a:buClr>
              <a:buSzPts val="1000"/>
              <a:buFont typeface="DM Sans Light"/>
              <a:buChar char="●"/>
            </a:pPr>
            <a:r>
              <a:rPr lang="en" sz="1000">
                <a:latin typeface="DM Sans Light"/>
                <a:ea typeface="DM Sans Light"/>
                <a:cs typeface="DM Sans Light"/>
                <a:sym typeface="DM Sans Light"/>
              </a:rPr>
              <a:t>This group owns launch decks, pricing updates, objection handling, and onboarding content for new hires.</a:t>
            </a:r>
            <a:endParaRPr/>
          </a:p>
        </p:txBody>
      </p:sp>
      <p:sp>
        <p:nvSpPr>
          <p:cNvPr id="1671" name="Google Shape;1671;p137"/>
          <p:cNvSpPr txBox="1"/>
          <p:nvPr>
            <p:ph idx="6" type="body"/>
          </p:nvPr>
        </p:nvSpPr>
        <p:spPr>
          <a:xfrm>
            <a:off x="2101300" y="3231275"/>
            <a:ext cx="1457400" cy="1077600"/>
          </a:xfrm>
          <a:prstGeom prst="rect">
            <a:avLst/>
          </a:prstGeom>
          <a:noFill/>
          <a:ln>
            <a:noFill/>
          </a:ln>
        </p:spPr>
        <p:txBody>
          <a:bodyPr anchorCtr="0" anchor="t" bIns="0" lIns="0" spcFirstLastPara="1" rIns="0" wrap="square" tIns="0">
            <a:noAutofit/>
          </a:bodyPr>
          <a:lstStyle/>
          <a:p>
            <a:pPr indent="-292100" lvl="0" marL="457200" rtl="0" algn="l">
              <a:lnSpc>
                <a:spcPct val="115000"/>
              </a:lnSpc>
              <a:spcBef>
                <a:spcPts val="0"/>
              </a:spcBef>
              <a:spcAft>
                <a:spcPts val="0"/>
              </a:spcAft>
              <a:buClr>
                <a:schemeClr val="lt1"/>
              </a:buClr>
              <a:buSzPts val="1000"/>
              <a:buFont typeface="DM Sans Light"/>
              <a:buChar char="●"/>
            </a:pPr>
            <a:r>
              <a:rPr lang="en" sz="1000">
                <a:latin typeface="DM Sans Light"/>
                <a:ea typeface="DM Sans Light"/>
                <a:cs typeface="DM Sans Light"/>
                <a:sym typeface="DM Sans Light"/>
              </a:rPr>
              <a:t>Customer success teams value accurate answers about implementation, packaging, and service boundaries.</a:t>
            </a:r>
            <a:endParaRPr/>
          </a:p>
        </p:txBody>
      </p:sp>
      <p:sp>
        <p:nvSpPr>
          <p:cNvPr id="1672" name="Google Shape;1672;p137"/>
          <p:cNvSpPr txBox="1"/>
          <p:nvPr>
            <p:ph idx="7" type="body"/>
          </p:nvPr>
        </p:nvSpPr>
        <p:spPr>
          <a:xfrm>
            <a:off x="3840625" y="3231275"/>
            <a:ext cx="1457400" cy="1077600"/>
          </a:xfrm>
          <a:prstGeom prst="rect">
            <a:avLst/>
          </a:prstGeom>
          <a:noFill/>
          <a:ln>
            <a:noFill/>
          </a:ln>
        </p:spPr>
        <p:txBody>
          <a:bodyPr anchorCtr="0" anchor="t" bIns="0" lIns="0" spcFirstLastPara="1" rIns="0" wrap="square" tIns="0">
            <a:noAutofit/>
          </a:bodyPr>
          <a:lstStyle/>
          <a:p>
            <a:pPr indent="-292100" lvl="0" marL="457200" rtl="0" algn="l">
              <a:lnSpc>
                <a:spcPct val="115000"/>
              </a:lnSpc>
              <a:spcBef>
                <a:spcPts val="0"/>
              </a:spcBef>
              <a:spcAft>
                <a:spcPts val="0"/>
              </a:spcAft>
              <a:buClr>
                <a:schemeClr val="lt1"/>
              </a:buClr>
              <a:buSzPts val="1000"/>
              <a:buFont typeface="DM Sans Light"/>
              <a:buChar char="●"/>
            </a:pPr>
            <a:r>
              <a:rPr lang="en" sz="1000">
                <a:latin typeface="DM Sans Light"/>
                <a:ea typeface="DM Sans Light"/>
                <a:cs typeface="DM Sans Light"/>
                <a:sym typeface="DM Sans Light"/>
              </a:rPr>
              <a:t>L&amp;D teams reuse training decks at scale and care about consistent answers across regions and cohorts.</a:t>
            </a:r>
            <a:endParaRPr/>
          </a:p>
        </p:txBody>
      </p:sp>
      <p:sp>
        <p:nvSpPr>
          <p:cNvPr id="1673" name="Google Shape;1673;p137"/>
          <p:cNvSpPr txBox="1"/>
          <p:nvPr>
            <p:ph idx="8" type="body"/>
          </p:nvPr>
        </p:nvSpPr>
        <p:spPr>
          <a:xfrm>
            <a:off x="5579950" y="3231275"/>
            <a:ext cx="1457400" cy="1077600"/>
          </a:xfrm>
          <a:prstGeom prst="rect">
            <a:avLst/>
          </a:prstGeom>
          <a:noFill/>
          <a:ln>
            <a:noFill/>
          </a:ln>
        </p:spPr>
        <p:txBody>
          <a:bodyPr anchorCtr="0" anchor="t" bIns="0" lIns="0" spcFirstLastPara="1" rIns="0" wrap="square" tIns="0">
            <a:noAutofit/>
          </a:bodyPr>
          <a:lstStyle/>
          <a:p>
            <a:pPr indent="-292100" lvl="0" marL="457200" rtl="0" algn="l">
              <a:lnSpc>
                <a:spcPct val="115000"/>
              </a:lnSpc>
              <a:spcBef>
                <a:spcPts val="0"/>
              </a:spcBef>
              <a:spcAft>
                <a:spcPts val="0"/>
              </a:spcAft>
              <a:buClr>
                <a:schemeClr val="lt1"/>
              </a:buClr>
              <a:buSzPts val="1000"/>
              <a:buFont typeface="DM Sans Light"/>
              <a:buChar char="●"/>
            </a:pPr>
            <a:r>
              <a:rPr lang="en" sz="1000">
                <a:latin typeface="DM Sans Light"/>
                <a:ea typeface="DM Sans Light"/>
                <a:cs typeface="DM Sans Light"/>
                <a:sym typeface="DM Sans Light"/>
              </a:rPr>
              <a:t>Consulting and product marketing teams use the assistant to support proposals, demos, and competitive positioning.</a:t>
            </a:r>
            <a:endParaRPr/>
          </a:p>
        </p:txBody>
      </p:sp>
      <p:sp>
        <p:nvSpPr>
          <p:cNvPr id="1674" name="Google Shape;1674;p137"/>
          <p:cNvSpPr txBox="1"/>
          <p:nvPr>
            <p:ph idx="5" type="subTitle"/>
          </p:nvPr>
        </p:nvSpPr>
        <p:spPr>
          <a:xfrm>
            <a:off x="7319275" y="2556804"/>
            <a:ext cx="1457400" cy="4527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SzPts val="1400"/>
              <a:buNone/>
            </a:pPr>
            <a:r>
              <a:rPr lang="en"/>
              <a:t>Consulting delivery</a:t>
            </a:r>
            <a:endParaRPr/>
          </a:p>
        </p:txBody>
      </p:sp>
      <p:sp>
        <p:nvSpPr>
          <p:cNvPr id="1675" name="Google Shape;1675;p137"/>
          <p:cNvSpPr txBox="1"/>
          <p:nvPr>
            <p:ph idx="14" type="subTitle"/>
          </p:nvPr>
        </p:nvSpPr>
        <p:spPr>
          <a:xfrm>
            <a:off x="5579950" y="2556804"/>
            <a:ext cx="1457400" cy="4527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SzPts val="1400"/>
              <a:buNone/>
            </a:pPr>
            <a:r>
              <a:rPr lang="en"/>
              <a:t>Product marketing</a:t>
            </a:r>
            <a:endParaRPr/>
          </a:p>
        </p:txBody>
      </p:sp>
      <p:sp>
        <p:nvSpPr>
          <p:cNvPr id="1676" name="Google Shape;1676;p137"/>
          <p:cNvSpPr txBox="1"/>
          <p:nvPr>
            <p:ph idx="9" type="subTitle"/>
          </p:nvPr>
        </p:nvSpPr>
        <p:spPr>
          <a:xfrm>
            <a:off x="2101300" y="2556804"/>
            <a:ext cx="1457400" cy="4527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SzPts val="1400"/>
              <a:buNone/>
            </a:pPr>
            <a:r>
              <a:rPr lang="en"/>
              <a:t>Customer success ops</a:t>
            </a:r>
            <a:endParaRPr/>
          </a:p>
        </p:txBody>
      </p:sp>
      <p:sp>
        <p:nvSpPr>
          <p:cNvPr id="1677" name="Google Shape;1677;p137"/>
          <p:cNvSpPr txBox="1"/>
          <p:nvPr>
            <p:ph idx="13" type="subTitle"/>
          </p:nvPr>
        </p:nvSpPr>
        <p:spPr>
          <a:xfrm>
            <a:off x="3840625" y="2556804"/>
            <a:ext cx="1457400" cy="4527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SzPts val="1400"/>
              <a:buNone/>
            </a:pPr>
            <a:r>
              <a:rPr lang="en"/>
              <a:t>Internal L&amp;D</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1" name="Shape 1681"/>
        <p:cNvGrpSpPr/>
        <p:nvPr/>
      </p:nvGrpSpPr>
      <p:grpSpPr>
        <a:xfrm>
          <a:off x="0" y="0"/>
          <a:ext cx="0" cy="0"/>
          <a:chOff x="0" y="0"/>
          <a:chExt cx="0" cy="0"/>
        </a:xfrm>
      </p:grpSpPr>
      <p:sp>
        <p:nvSpPr>
          <p:cNvPr id="1682" name="Google Shape;1682;p138"/>
          <p:cNvSpPr/>
          <p:nvPr/>
        </p:nvSpPr>
        <p:spPr>
          <a:xfrm>
            <a:off x="50" y="2785800"/>
            <a:ext cx="2294400" cy="23574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a:ea typeface="DM Sans"/>
              <a:cs typeface="DM Sans"/>
              <a:sym typeface="DM Sans"/>
            </a:endParaRPr>
          </a:p>
        </p:txBody>
      </p:sp>
      <p:sp>
        <p:nvSpPr>
          <p:cNvPr id="1683" name="Google Shape;1683;p138"/>
          <p:cNvSpPr/>
          <p:nvPr/>
        </p:nvSpPr>
        <p:spPr>
          <a:xfrm>
            <a:off x="2286125" y="2068875"/>
            <a:ext cx="2294400" cy="30747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a:ea typeface="DM Sans"/>
              <a:cs typeface="DM Sans"/>
              <a:sym typeface="DM Sans"/>
            </a:endParaRPr>
          </a:p>
        </p:txBody>
      </p:sp>
      <p:sp>
        <p:nvSpPr>
          <p:cNvPr id="1684" name="Google Shape;1684;p138"/>
          <p:cNvSpPr/>
          <p:nvPr/>
        </p:nvSpPr>
        <p:spPr>
          <a:xfrm>
            <a:off x="4565475" y="1495326"/>
            <a:ext cx="2294400" cy="3648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a:ea typeface="DM Sans"/>
              <a:cs typeface="DM Sans"/>
              <a:sym typeface="DM Sans"/>
            </a:endParaRPr>
          </a:p>
        </p:txBody>
      </p:sp>
      <p:sp>
        <p:nvSpPr>
          <p:cNvPr id="1685" name="Google Shape;1685;p138"/>
          <p:cNvSpPr/>
          <p:nvPr/>
        </p:nvSpPr>
        <p:spPr>
          <a:xfrm>
            <a:off x="6849550" y="732775"/>
            <a:ext cx="2294400" cy="44106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a:ea typeface="DM Sans"/>
              <a:cs typeface="DM Sans"/>
              <a:sym typeface="DM Sans"/>
            </a:endParaRPr>
          </a:p>
        </p:txBody>
      </p:sp>
      <p:sp>
        <p:nvSpPr>
          <p:cNvPr id="1686" name="Google Shape;1686;p138"/>
          <p:cNvSpPr txBox="1"/>
          <p:nvPr/>
        </p:nvSpPr>
        <p:spPr>
          <a:xfrm>
            <a:off x="375350" y="4481351"/>
            <a:ext cx="675900" cy="152400"/>
          </a:xfrm>
          <a:prstGeom prst="rect">
            <a:avLst/>
          </a:prstGeom>
          <a:noFill/>
          <a:ln>
            <a:noFill/>
          </a:ln>
        </p:spPr>
        <p:txBody>
          <a:bodyPr anchorCtr="0" anchor="b" bIns="0" lIns="0" spcFirstLastPara="1" rIns="91425"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01</a:t>
            </a:r>
            <a:endParaRPr/>
          </a:p>
        </p:txBody>
      </p:sp>
      <p:sp>
        <p:nvSpPr>
          <p:cNvPr id="1687" name="Google Shape;1687;p13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p>
            <a:pPr indent="0" lvl="0" marL="0" rtl="0" algn="r">
              <a:lnSpc>
                <a:spcPct val="100000"/>
              </a:lnSpc>
              <a:spcBef>
                <a:spcPts val="0"/>
              </a:spcBef>
              <a:spcAft>
                <a:spcPts val="0"/>
              </a:spcAft>
              <a:buSzPts val="700"/>
              <a:buNone/>
            </a:pPr>
            <a:r>
              <a:rPr lang="en" sz="700">
                <a:solidFill>
                  <a:schemeClr val="dk1"/>
                </a:solidFill>
                <a:latin typeface="DM Sans"/>
                <a:ea typeface="DM Sans"/>
                <a:cs typeface="DM Sans"/>
                <a:sym typeface="DM Sans"/>
              </a:rPr>
              <a:t>‹#›</a:t>
            </a:r>
            <a:endParaRPr/>
          </a:p>
        </p:txBody>
      </p:sp>
      <p:sp>
        <p:nvSpPr>
          <p:cNvPr id="1688" name="Google Shape;1688;p138"/>
          <p:cNvSpPr txBox="1"/>
          <p:nvPr/>
        </p:nvSpPr>
        <p:spPr>
          <a:xfrm>
            <a:off x="361975" y="732770"/>
            <a:ext cx="4032000" cy="138600"/>
          </a:xfrm>
          <a:prstGeom prst="rect">
            <a:avLst/>
          </a:prstGeom>
          <a:noFill/>
          <a:ln>
            <a:noFill/>
          </a:ln>
        </p:spPr>
        <p:txBody>
          <a:bodyPr anchorCtr="0" anchor="ctr" bIns="0" lIns="0" spcFirstLastPara="1" rIns="91425"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OPERATIONAL PLAN</a:t>
            </a:r>
            <a:endParaRPr/>
          </a:p>
        </p:txBody>
      </p:sp>
      <p:sp>
        <p:nvSpPr>
          <p:cNvPr id="1689" name="Google Shape;1689;p138"/>
          <p:cNvSpPr txBox="1"/>
          <p:nvPr/>
        </p:nvSpPr>
        <p:spPr>
          <a:xfrm>
            <a:off x="2665113" y="4481351"/>
            <a:ext cx="675900" cy="152400"/>
          </a:xfrm>
          <a:prstGeom prst="rect">
            <a:avLst/>
          </a:prstGeom>
          <a:noFill/>
          <a:ln>
            <a:noFill/>
          </a:ln>
        </p:spPr>
        <p:txBody>
          <a:bodyPr anchorCtr="0" anchor="b" bIns="0" lIns="0" spcFirstLastPara="1" rIns="91425"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02</a:t>
            </a:r>
            <a:endParaRPr/>
          </a:p>
        </p:txBody>
      </p:sp>
      <p:sp>
        <p:nvSpPr>
          <p:cNvPr id="1690" name="Google Shape;1690;p138"/>
          <p:cNvSpPr txBox="1"/>
          <p:nvPr/>
        </p:nvSpPr>
        <p:spPr>
          <a:xfrm>
            <a:off x="4937688" y="4481351"/>
            <a:ext cx="675900" cy="152400"/>
          </a:xfrm>
          <a:prstGeom prst="rect">
            <a:avLst/>
          </a:prstGeom>
          <a:noFill/>
          <a:ln>
            <a:noFill/>
          </a:ln>
        </p:spPr>
        <p:txBody>
          <a:bodyPr anchorCtr="0" anchor="b" bIns="0" lIns="0" spcFirstLastPara="1" rIns="91425"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03</a:t>
            </a:r>
            <a:endParaRPr/>
          </a:p>
        </p:txBody>
      </p:sp>
      <p:sp>
        <p:nvSpPr>
          <p:cNvPr id="1691" name="Google Shape;1691;p138"/>
          <p:cNvSpPr txBox="1"/>
          <p:nvPr/>
        </p:nvSpPr>
        <p:spPr>
          <a:xfrm>
            <a:off x="7230513" y="4481351"/>
            <a:ext cx="675900" cy="152400"/>
          </a:xfrm>
          <a:prstGeom prst="rect">
            <a:avLst/>
          </a:prstGeom>
          <a:noFill/>
          <a:ln>
            <a:noFill/>
          </a:ln>
        </p:spPr>
        <p:txBody>
          <a:bodyPr anchorCtr="0" anchor="b" bIns="0" lIns="0" spcFirstLastPara="1" rIns="91425" wrap="square" tIns="0">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04</a:t>
            </a:r>
            <a:endParaRPr/>
          </a:p>
        </p:txBody>
      </p:sp>
      <p:sp>
        <p:nvSpPr>
          <p:cNvPr id="1692" name="Google Shape;1692;p138"/>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Clr>
                <a:schemeClr val="dk1"/>
              </a:buClr>
              <a:buSzPts val="700"/>
              <a:buFont typeface="DM Sans"/>
              <a:buNone/>
            </a:pPr>
            <a:r>
              <a:rPr lang="en" sz="700">
                <a:solidFill>
                  <a:schemeClr val="dk1"/>
                </a:solidFill>
                <a:latin typeface="DM Sans"/>
                <a:ea typeface="DM Sans"/>
                <a:cs typeface="DM Sans"/>
                <a:sym typeface="DM Sans"/>
              </a:rPr>
              <a:t>DeckPilot Labs</a:t>
            </a:r>
            <a:endParaRPr/>
          </a:p>
        </p:txBody>
      </p:sp>
      <p:sp>
        <p:nvSpPr>
          <p:cNvPr id="1693" name="Google Shape;1693;p138"/>
          <p:cNvSpPr txBox="1"/>
          <p:nvPr>
            <p:ph type="title"/>
          </p:nvPr>
        </p:nvSpPr>
        <p:spPr>
          <a:xfrm>
            <a:off x="361975" y="988782"/>
            <a:ext cx="3231600" cy="760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Newsreader"/>
              <a:buNone/>
            </a:pPr>
            <a:r>
              <a:rPr lang="en" sz="2200">
                <a:solidFill>
                  <a:schemeClr val="dk1"/>
                </a:solidFill>
              </a:rPr>
              <a:t>Scale from curated pilots to repeatable enterprise rollouts with clear evaluation, onboarding, and governance.</a:t>
            </a:r>
            <a:endParaRPr/>
          </a:p>
        </p:txBody>
      </p:sp>
      <p:sp>
        <p:nvSpPr>
          <p:cNvPr id="1694" name="Google Shape;1694;p138"/>
          <p:cNvSpPr txBox="1"/>
          <p:nvPr>
            <p:ph idx="2" type="subTitle"/>
          </p:nvPr>
        </p:nvSpPr>
        <p:spPr>
          <a:xfrm>
            <a:off x="382691" y="3129231"/>
            <a:ext cx="1257300" cy="1524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SzPts val="1000"/>
              <a:buFont typeface="DM Sans SemiBold"/>
              <a:buNone/>
            </a:pPr>
            <a:r>
              <a:rPr lang="en" sz="1000">
                <a:latin typeface="DM Sans SemiBold"/>
                <a:ea typeface="DM Sans SemiBold"/>
                <a:cs typeface="DM Sans SemiBold"/>
                <a:sym typeface="DM Sans SemiBold"/>
              </a:rPr>
              <a:t>Build the gold test set</a:t>
            </a:r>
            <a:endParaRPr/>
          </a:p>
        </p:txBody>
      </p:sp>
      <p:sp>
        <p:nvSpPr>
          <p:cNvPr id="1695" name="Google Shape;1695;p138"/>
          <p:cNvSpPr txBox="1"/>
          <p:nvPr>
            <p:ph idx="3" type="subTitle"/>
          </p:nvPr>
        </p:nvSpPr>
        <p:spPr>
          <a:xfrm>
            <a:off x="361948" y="3605202"/>
            <a:ext cx="1689600" cy="9690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SzPts val="1000"/>
              <a:buFont typeface="DM Sans Light"/>
              <a:buNone/>
            </a:pPr>
            <a:r>
              <a:rPr lang="en" sz="1000">
                <a:latin typeface="DM Sans Light"/>
                <a:ea typeface="DM Sans Light"/>
                <a:cs typeface="DM Sans Light"/>
                <a:sym typeface="DM Sans Light"/>
              </a:rPr>
              <a:t>Create 150 grounded Q&amp;A pairs across pricing, roadmap, security, and support content for release validation.</a:t>
            </a:r>
            <a:endParaRPr/>
          </a:p>
        </p:txBody>
      </p:sp>
      <p:sp>
        <p:nvSpPr>
          <p:cNvPr id="1696" name="Google Shape;1696;p138"/>
          <p:cNvSpPr txBox="1"/>
          <p:nvPr>
            <p:ph idx="4" type="subTitle"/>
          </p:nvPr>
        </p:nvSpPr>
        <p:spPr>
          <a:xfrm>
            <a:off x="2671462" y="2450249"/>
            <a:ext cx="1257300" cy="1524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Clr>
                <a:schemeClr val="dk1"/>
              </a:buClr>
              <a:buSzPts val="1000"/>
              <a:buFont typeface="DM Sans SemiBold"/>
              <a:buNone/>
            </a:pPr>
            <a:r>
              <a:rPr lang="en" sz="1000">
                <a:solidFill>
                  <a:schemeClr val="dk1"/>
                </a:solidFill>
                <a:latin typeface="DM Sans SemiBold"/>
                <a:ea typeface="DM Sans SemiBold"/>
                <a:cs typeface="DM Sans SemiBold"/>
                <a:sym typeface="DM Sans SemiBold"/>
              </a:rPr>
              <a:t>Launch core integrations</a:t>
            </a:r>
            <a:endParaRPr/>
          </a:p>
        </p:txBody>
      </p:sp>
      <p:sp>
        <p:nvSpPr>
          <p:cNvPr id="1697" name="Google Shape;1697;p138"/>
          <p:cNvSpPr txBox="1"/>
          <p:nvPr>
            <p:ph idx="5" type="subTitle"/>
          </p:nvPr>
        </p:nvSpPr>
        <p:spPr>
          <a:xfrm>
            <a:off x="2649825" y="2828900"/>
            <a:ext cx="1689600" cy="14262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Clr>
                <a:schemeClr val="dk1"/>
              </a:buClr>
              <a:buSzPts val="1000"/>
              <a:buFont typeface="DM Sans Light"/>
              <a:buNone/>
            </a:pPr>
            <a:r>
              <a:rPr lang="en" sz="1000">
                <a:solidFill>
                  <a:schemeClr val="dk1"/>
                </a:solidFill>
                <a:latin typeface="DM Sans Light"/>
                <a:ea typeface="DM Sans Light"/>
                <a:cs typeface="DM Sans Light"/>
                <a:sym typeface="DM Sans Light"/>
              </a:rPr>
              <a:t>Connect shared drives, CRM playbooks, and LMS repositories with role-based access and content freshness rules.</a:t>
            </a:r>
            <a:endParaRPr/>
          </a:p>
        </p:txBody>
      </p:sp>
      <p:sp>
        <p:nvSpPr>
          <p:cNvPr id="1698" name="Google Shape;1698;p138"/>
          <p:cNvSpPr txBox="1"/>
          <p:nvPr>
            <p:ph idx="6" type="subTitle"/>
          </p:nvPr>
        </p:nvSpPr>
        <p:spPr>
          <a:xfrm>
            <a:off x="4943337" y="1884672"/>
            <a:ext cx="1257300" cy="1524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SzPts val="1000"/>
              <a:buFont typeface="DM Sans SemiBold"/>
              <a:buNone/>
            </a:pPr>
            <a:r>
              <a:rPr lang="en" sz="1000">
                <a:latin typeface="DM Sans SemiBold"/>
                <a:ea typeface="DM Sans SemiBold"/>
                <a:cs typeface="DM Sans SemiBold"/>
                <a:sym typeface="DM Sans SemiBold"/>
              </a:rPr>
              <a:t>Instrument usage analytics</a:t>
            </a:r>
            <a:endParaRPr/>
          </a:p>
        </p:txBody>
      </p:sp>
      <p:sp>
        <p:nvSpPr>
          <p:cNvPr id="1699" name="Google Shape;1699;p138"/>
          <p:cNvSpPr txBox="1"/>
          <p:nvPr>
            <p:ph idx="7" type="subTitle"/>
          </p:nvPr>
        </p:nvSpPr>
        <p:spPr>
          <a:xfrm>
            <a:off x="4941488" y="2317918"/>
            <a:ext cx="1689600" cy="16206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SzPts val="1000"/>
              <a:buFont typeface="DM Sans Light"/>
              <a:buNone/>
            </a:pPr>
            <a:r>
              <a:rPr lang="en" sz="1000">
                <a:latin typeface="DM Sans Light"/>
                <a:ea typeface="DM Sans Light"/>
                <a:cs typeface="DM Sans Light"/>
                <a:sym typeface="DM Sans Light"/>
              </a:rPr>
              <a:t>Track top questions, citation mismatches, unanswered queries, and adoption by team so improvements are measurable.</a:t>
            </a:r>
            <a:endParaRPr/>
          </a:p>
        </p:txBody>
      </p:sp>
      <p:sp>
        <p:nvSpPr>
          <p:cNvPr id="1700" name="Google Shape;1700;p138"/>
          <p:cNvSpPr txBox="1"/>
          <p:nvPr>
            <p:ph idx="8" type="subTitle"/>
          </p:nvPr>
        </p:nvSpPr>
        <p:spPr>
          <a:xfrm>
            <a:off x="7238787" y="1057472"/>
            <a:ext cx="1257300" cy="1524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SzPts val="1000"/>
              <a:buFont typeface="DM Sans SemiBold"/>
              <a:buNone/>
            </a:pPr>
            <a:r>
              <a:rPr lang="en" sz="1000">
                <a:latin typeface="DM Sans SemiBold"/>
                <a:ea typeface="DM Sans SemiBold"/>
                <a:cs typeface="DM Sans SemiBold"/>
                <a:sym typeface="DM Sans SemiBold"/>
              </a:rPr>
              <a:t>Standardize the rollout playbook</a:t>
            </a:r>
            <a:endParaRPr/>
          </a:p>
        </p:txBody>
      </p:sp>
      <p:sp>
        <p:nvSpPr>
          <p:cNvPr id="1701" name="Google Shape;1701;p138"/>
          <p:cNvSpPr txBox="1"/>
          <p:nvPr>
            <p:ph idx="9" type="subTitle"/>
          </p:nvPr>
        </p:nvSpPr>
        <p:spPr>
          <a:xfrm>
            <a:off x="7233175" y="1655725"/>
            <a:ext cx="1683900" cy="21960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SzPts val="1000"/>
              <a:buFont typeface="DM Sans Light"/>
              <a:buNone/>
            </a:pPr>
            <a:r>
              <a:rPr lang="en" sz="1000">
                <a:latin typeface="DM Sans Light"/>
                <a:ea typeface="DM Sans Light"/>
                <a:cs typeface="DM Sans Light"/>
                <a:sym typeface="DM Sans Light"/>
              </a:rPr>
              <a:t>Package onboarding, admin training, and weekly review rituals into a repeatable enterprise delivery model.</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5" name="Shape 1705"/>
        <p:cNvGrpSpPr/>
        <p:nvPr/>
      </p:nvGrpSpPr>
      <p:grpSpPr>
        <a:xfrm>
          <a:off x="0" y="0"/>
          <a:ext cx="0" cy="0"/>
          <a:chOff x="0" y="0"/>
          <a:chExt cx="0" cy="0"/>
        </a:xfrm>
      </p:grpSpPr>
      <p:sp>
        <p:nvSpPr>
          <p:cNvPr id="1706" name="Google Shape;1706;p139"/>
          <p:cNvSpPr/>
          <p:nvPr/>
        </p:nvSpPr>
        <p:spPr>
          <a:xfrm>
            <a:off x="0" y="1895400"/>
            <a:ext cx="4578600" cy="32484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DM Sans"/>
              <a:ea typeface="DM Sans"/>
              <a:cs typeface="DM Sans"/>
              <a:sym typeface="DM Sans"/>
            </a:endParaRPr>
          </a:p>
        </p:txBody>
      </p:sp>
      <p:sp>
        <p:nvSpPr>
          <p:cNvPr id="1707" name="Google Shape;1707;p139"/>
          <p:cNvSpPr/>
          <p:nvPr/>
        </p:nvSpPr>
        <p:spPr>
          <a:xfrm>
            <a:off x="4565475" y="1895400"/>
            <a:ext cx="4578600" cy="32484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DM Sans"/>
              <a:ea typeface="DM Sans"/>
              <a:cs typeface="DM Sans"/>
              <a:sym typeface="DM Sans"/>
            </a:endParaRPr>
          </a:p>
        </p:txBody>
      </p:sp>
      <p:sp>
        <p:nvSpPr>
          <p:cNvPr id="1708" name="Google Shape;1708;p139"/>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SzPts val="700"/>
              <a:buFont typeface="DM Sans"/>
              <a:buNone/>
            </a:pPr>
            <a:r>
              <a:rPr lang="en" sz="700">
                <a:latin typeface="DM Sans"/>
                <a:ea typeface="DM Sans"/>
                <a:cs typeface="DM Sans"/>
                <a:sym typeface="DM Sans"/>
              </a:rPr>
              <a:t>DeckPilot Labs</a:t>
            </a:r>
            <a:endParaRPr/>
          </a:p>
        </p:txBody>
      </p:sp>
      <p:sp>
        <p:nvSpPr>
          <p:cNvPr id="1709" name="Google Shape;1709;p139"/>
          <p:cNvSpPr txBox="1"/>
          <p:nvPr>
            <p:ph idx="2" type="subTitle"/>
          </p:nvPr>
        </p:nvSpPr>
        <p:spPr>
          <a:xfrm>
            <a:off x="361975" y="732775"/>
            <a:ext cx="3860100" cy="153900"/>
          </a:xfrm>
          <a:prstGeom prst="rect">
            <a:avLst/>
          </a:prstGeom>
          <a:noFill/>
          <a:ln>
            <a:noFill/>
          </a:ln>
        </p:spPr>
        <p:txBody>
          <a:bodyPr anchorCtr="0" anchor="b" bIns="0" lIns="0" spcFirstLastPara="1" rIns="0" wrap="square" tIns="0">
            <a:spAutoFit/>
          </a:bodyPr>
          <a:lstStyle/>
          <a:p>
            <a:pPr indent="-304800" lvl="0" marL="457200" rtl="0" algn="l">
              <a:lnSpc>
                <a:spcPct val="115000"/>
              </a:lnSpc>
              <a:spcBef>
                <a:spcPts val="0"/>
              </a:spcBef>
              <a:spcAft>
                <a:spcPts val="0"/>
              </a:spcAft>
              <a:buSzPts val="1000"/>
              <a:buFont typeface="DM Sans Light"/>
              <a:buNone/>
            </a:pPr>
            <a:r>
              <a:rPr lang="en" sz="1000">
                <a:latin typeface="DM Sans Light"/>
                <a:ea typeface="DM Sans Light"/>
                <a:cs typeface="DM Sans Light"/>
                <a:sym typeface="DM Sans Light"/>
              </a:rPr>
              <a:t>FINANCIAL DATA</a:t>
            </a:r>
            <a:endParaRPr/>
          </a:p>
        </p:txBody>
      </p:sp>
      <p:sp>
        <p:nvSpPr>
          <p:cNvPr id="1710" name="Google Shape;1710;p13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p>
            <a:pPr indent="0" lvl="0" marL="0" rtl="0" algn="r">
              <a:lnSpc>
                <a:spcPct val="100000"/>
              </a:lnSpc>
              <a:spcBef>
                <a:spcPts val="0"/>
              </a:spcBef>
              <a:spcAft>
                <a:spcPts val="0"/>
              </a:spcAft>
              <a:buSzPts val="700"/>
              <a:buNone/>
            </a:pPr>
            <a:r>
              <a:rPr lang="en" sz="700">
                <a:solidFill>
                  <a:schemeClr val="lt1"/>
                </a:solidFill>
                <a:latin typeface="DM Sans"/>
                <a:ea typeface="DM Sans"/>
                <a:cs typeface="DM Sans"/>
                <a:sym typeface="DM Sans"/>
              </a:rPr>
              <a:t>‹#›</a:t>
            </a:r>
            <a:endParaRPr/>
          </a:p>
        </p:txBody>
      </p:sp>
      <p:sp>
        <p:nvSpPr>
          <p:cNvPr id="1711" name="Google Shape;1711;p139"/>
          <p:cNvSpPr txBox="1"/>
          <p:nvPr>
            <p:ph type="title"/>
          </p:nvPr>
        </p:nvSpPr>
        <p:spPr>
          <a:xfrm>
            <a:off x="361975" y="988557"/>
            <a:ext cx="5018400" cy="6774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SzPts val="3000"/>
              <a:buNone/>
            </a:pPr>
            <a:r>
              <a:rPr lang="en" sz="2200"/>
              <a:t>Evaluate revenue growth, gross margin, and net retention across the first five years of the business.</a:t>
            </a:r>
            <a:endParaRPr/>
          </a:p>
        </p:txBody>
      </p:sp>
      <p:grpSp>
        <p:nvGrpSpPr>
          <p:cNvPr id="1712" name="Google Shape;1712;p139"/>
          <p:cNvGrpSpPr/>
          <p:nvPr/>
        </p:nvGrpSpPr>
        <p:grpSpPr>
          <a:xfrm>
            <a:off x="-20053" y="2162150"/>
            <a:ext cx="4321628" cy="2628613"/>
            <a:chOff x="-20053" y="2162150"/>
            <a:chExt cx="4321628" cy="2628613"/>
          </a:xfrm>
        </p:grpSpPr>
        <p:sp>
          <p:nvSpPr>
            <p:cNvPr id="1713" name="Google Shape;1713;p139"/>
            <p:cNvSpPr/>
            <p:nvPr/>
          </p:nvSpPr>
          <p:spPr>
            <a:xfrm>
              <a:off x="50" y="2725002"/>
              <a:ext cx="4000500" cy="1425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a:ea typeface="DM Sans"/>
                <a:cs typeface="DM Sans"/>
                <a:sym typeface="DM Sans"/>
              </a:endParaRPr>
            </a:p>
          </p:txBody>
        </p:sp>
        <p:sp>
          <p:nvSpPr>
            <p:cNvPr descr="A segmented bar chart comparing net revenue and gross revenue. " id="1714" name="Google Shape;1714;p139"/>
            <p:cNvSpPr/>
            <p:nvPr/>
          </p:nvSpPr>
          <p:spPr>
            <a:xfrm>
              <a:off x="50" y="2725002"/>
              <a:ext cx="2423700" cy="14256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a:ea typeface="DM Sans"/>
                <a:cs typeface="DM Sans"/>
                <a:sym typeface="DM Sans"/>
              </a:endParaRPr>
            </a:p>
          </p:txBody>
        </p:sp>
        <p:sp>
          <p:nvSpPr>
            <p:cNvPr id="1715" name="Google Shape;1715;p139"/>
            <p:cNvSpPr txBox="1"/>
            <p:nvPr/>
          </p:nvSpPr>
          <p:spPr>
            <a:xfrm>
              <a:off x="361975" y="2162150"/>
              <a:ext cx="3939600" cy="193800"/>
            </a:xfrm>
            <a:prstGeom prst="rect">
              <a:avLst/>
            </a:prstGeom>
            <a:noFill/>
            <a:ln>
              <a:noFill/>
            </a:ln>
          </p:spPr>
          <p:txBody>
            <a:bodyPr anchorCtr="0" anchor="ctr" bIns="0" lIns="0" spcFirstLastPara="1" rIns="91425"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Yearly revenue</a:t>
              </a:r>
              <a:endParaRPr/>
            </a:p>
          </p:txBody>
        </p:sp>
        <p:sp>
          <p:nvSpPr>
            <p:cNvPr id="1716" name="Google Shape;1716;p139"/>
            <p:cNvSpPr txBox="1"/>
            <p:nvPr/>
          </p:nvSpPr>
          <p:spPr>
            <a:xfrm>
              <a:off x="2587850" y="4665963"/>
              <a:ext cx="1392600" cy="12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Gross margin</a:t>
              </a:r>
              <a:endParaRPr/>
            </a:p>
          </p:txBody>
        </p:sp>
        <p:sp>
          <p:nvSpPr>
            <p:cNvPr id="1717" name="Google Shape;1717;p139"/>
            <p:cNvSpPr txBox="1"/>
            <p:nvPr/>
          </p:nvSpPr>
          <p:spPr>
            <a:xfrm>
              <a:off x="361975" y="4337823"/>
              <a:ext cx="1392600" cy="12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Net retention</a:t>
              </a:r>
              <a:endParaRPr/>
            </a:p>
          </p:txBody>
        </p:sp>
        <p:sp>
          <p:nvSpPr>
            <p:cNvPr id="1718" name="Google Shape;1718;p139"/>
            <p:cNvSpPr txBox="1"/>
            <p:nvPr/>
          </p:nvSpPr>
          <p:spPr>
            <a:xfrm>
              <a:off x="361974" y="2733981"/>
              <a:ext cx="1753500" cy="674100"/>
            </a:xfrm>
            <a:prstGeom prst="rect">
              <a:avLst/>
            </a:prstGeom>
            <a:noFill/>
            <a:ln>
              <a:noFill/>
            </a:ln>
          </p:spPr>
          <p:txBody>
            <a:bodyPr anchorCtr="0" anchor="ctr" bIns="45700" lIns="45700" spcFirstLastPara="1" rIns="45700"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$9.6M</a:t>
              </a:r>
              <a:endParaRPr/>
            </a:p>
          </p:txBody>
        </p:sp>
        <p:cxnSp>
          <p:nvCxnSpPr>
            <p:cNvPr id="1719" name="Google Shape;1719;p139"/>
            <p:cNvCxnSpPr/>
            <p:nvPr/>
          </p:nvCxnSpPr>
          <p:spPr>
            <a:xfrm>
              <a:off x="-20053" y="4281279"/>
              <a:ext cx="2456400" cy="0"/>
            </a:xfrm>
            <a:prstGeom prst="straightConnector1">
              <a:avLst/>
            </a:prstGeom>
            <a:noFill/>
            <a:ln cap="flat" cmpd="sng" w="9525">
              <a:solidFill>
                <a:schemeClr val="accent1"/>
              </a:solidFill>
              <a:prstDash val="solid"/>
              <a:round/>
              <a:headEnd len="sm" w="sm" type="none"/>
              <a:tailEnd len="sm" w="sm" type="none"/>
            </a:ln>
          </p:spPr>
        </p:cxnSp>
        <p:sp>
          <p:nvSpPr>
            <p:cNvPr id="1720" name="Google Shape;1720;p139"/>
            <p:cNvSpPr/>
            <p:nvPr/>
          </p:nvSpPr>
          <p:spPr>
            <a:xfrm rot="2710386">
              <a:off x="2388582" y="4248226"/>
              <a:ext cx="70216" cy="70216"/>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721" name="Google Shape;1721;p139"/>
            <p:cNvCxnSpPr/>
            <p:nvPr/>
          </p:nvCxnSpPr>
          <p:spPr>
            <a:xfrm>
              <a:off x="-20053" y="4552621"/>
              <a:ext cx="4000500" cy="0"/>
            </a:xfrm>
            <a:prstGeom prst="straightConnector1">
              <a:avLst/>
            </a:prstGeom>
            <a:noFill/>
            <a:ln cap="flat" cmpd="sng" w="9525">
              <a:solidFill>
                <a:schemeClr val="dk1"/>
              </a:solidFill>
              <a:prstDash val="solid"/>
              <a:round/>
              <a:headEnd len="sm" w="sm" type="none"/>
              <a:tailEnd len="sm" w="sm" type="none"/>
            </a:ln>
          </p:spPr>
        </p:cxnSp>
      </p:grpSp>
      <p:sp>
        <p:nvSpPr>
          <p:cNvPr id="1722" name="Google Shape;1722;p139"/>
          <p:cNvSpPr/>
          <p:nvPr/>
        </p:nvSpPr>
        <p:spPr>
          <a:xfrm rot="2710386">
            <a:off x="3936957" y="4527638"/>
            <a:ext cx="70216" cy="70216"/>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23" name="Google Shape;1723;p139"/>
          <p:cNvGrpSpPr/>
          <p:nvPr/>
        </p:nvGrpSpPr>
        <p:grpSpPr>
          <a:xfrm>
            <a:off x="4625096" y="2162150"/>
            <a:ext cx="4151429" cy="2628625"/>
            <a:chOff x="4625096" y="2162150"/>
            <a:chExt cx="4151429" cy="2628625"/>
          </a:xfrm>
        </p:grpSpPr>
        <p:sp>
          <p:nvSpPr>
            <p:cNvPr id="1724" name="Google Shape;1724;p139"/>
            <p:cNvSpPr txBox="1"/>
            <p:nvPr/>
          </p:nvSpPr>
          <p:spPr>
            <a:xfrm>
              <a:off x="4833000" y="2162150"/>
              <a:ext cx="3939600" cy="193800"/>
            </a:xfrm>
            <a:prstGeom prst="rect">
              <a:avLst/>
            </a:prstGeom>
            <a:noFill/>
            <a:ln>
              <a:noFill/>
            </a:ln>
          </p:spPr>
          <p:txBody>
            <a:bodyPr anchorCtr="0" anchor="ctr" bIns="0" lIns="0" spcFirstLastPara="1" rIns="91425"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Revenue growth</a:t>
              </a:r>
              <a:endParaRPr/>
            </a:p>
          </p:txBody>
        </p:sp>
        <p:sp>
          <p:nvSpPr>
            <p:cNvPr id="1725" name="Google Shape;1725;p139"/>
            <p:cNvSpPr txBox="1"/>
            <p:nvPr/>
          </p:nvSpPr>
          <p:spPr>
            <a:xfrm>
              <a:off x="4625096" y="4474168"/>
              <a:ext cx="379800" cy="83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5Y</a:t>
              </a:r>
              <a:endParaRPr/>
            </a:p>
          </p:txBody>
        </p:sp>
        <p:sp>
          <p:nvSpPr>
            <p:cNvPr id="1726" name="Google Shape;1726;p139"/>
            <p:cNvSpPr txBox="1"/>
            <p:nvPr/>
          </p:nvSpPr>
          <p:spPr>
            <a:xfrm>
              <a:off x="4625096" y="4138653"/>
              <a:ext cx="379800" cy="83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0%</a:t>
              </a:r>
              <a:endParaRPr/>
            </a:p>
          </p:txBody>
        </p:sp>
        <p:sp>
          <p:nvSpPr>
            <p:cNvPr id="1727" name="Google Shape;1727;p139"/>
            <p:cNvSpPr txBox="1"/>
            <p:nvPr/>
          </p:nvSpPr>
          <p:spPr>
            <a:xfrm>
              <a:off x="4625096" y="3776458"/>
              <a:ext cx="379800" cy="83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48%</a:t>
              </a:r>
              <a:endParaRPr/>
            </a:p>
          </p:txBody>
        </p:sp>
        <p:sp>
          <p:nvSpPr>
            <p:cNvPr id="1728" name="Google Shape;1728;p139"/>
            <p:cNvSpPr txBox="1"/>
            <p:nvPr/>
          </p:nvSpPr>
          <p:spPr>
            <a:xfrm>
              <a:off x="4625096" y="3414265"/>
              <a:ext cx="379800" cy="83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92%</a:t>
              </a:r>
              <a:endParaRPr/>
            </a:p>
          </p:txBody>
        </p:sp>
        <p:sp>
          <p:nvSpPr>
            <p:cNvPr id="1729" name="Google Shape;1729;p139"/>
            <p:cNvSpPr txBox="1"/>
            <p:nvPr/>
          </p:nvSpPr>
          <p:spPr>
            <a:xfrm>
              <a:off x="4625096" y="3052067"/>
              <a:ext cx="379800" cy="83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145%</a:t>
              </a:r>
              <a:endParaRPr/>
            </a:p>
          </p:txBody>
        </p:sp>
        <p:sp>
          <p:nvSpPr>
            <p:cNvPr id="1730" name="Google Shape;1730;p139"/>
            <p:cNvSpPr txBox="1"/>
            <p:nvPr/>
          </p:nvSpPr>
          <p:spPr>
            <a:xfrm>
              <a:off x="4625096" y="2689868"/>
              <a:ext cx="379800" cy="83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188%</a:t>
              </a:r>
              <a:endParaRPr/>
            </a:p>
          </p:txBody>
        </p:sp>
        <p:grpSp>
          <p:nvGrpSpPr>
            <p:cNvPr id="1731" name="Google Shape;1731;p139"/>
            <p:cNvGrpSpPr/>
            <p:nvPr/>
          </p:nvGrpSpPr>
          <p:grpSpPr>
            <a:xfrm>
              <a:off x="5045450" y="2733975"/>
              <a:ext cx="3727200" cy="1817475"/>
              <a:chOff x="5045450" y="2733975"/>
              <a:chExt cx="3727200" cy="1817475"/>
            </a:xfrm>
          </p:grpSpPr>
          <p:cxnSp>
            <p:nvCxnSpPr>
              <p:cNvPr id="1732" name="Google Shape;1732;p139"/>
              <p:cNvCxnSpPr/>
              <p:nvPr/>
            </p:nvCxnSpPr>
            <p:spPr>
              <a:xfrm>
                <a:off x="5045450" y="4551450"/>
                <a:ext cx="3727200" cy="0"/>
              </a:xfrm>
              <a:prstGeom prst="straightConnector1">
                <a:avLst/>
              </a:prstGeom>
              <a:noFill/>
              <a:ln cap="flat" cmpd="sng" w="9525">
                <a:solidFill>
                  <a:schemeClr val="dk2"/>
                </a:solidFill>
                <a:prstDash val="solid"/>
                <a:round/>
                <a:headEnd len="sm" w="sm" type="none"/>
                <a:tailEnd len="sm" w="sm" type="none"/>
              </a:ln>
            </p:spPr>
          </p:cxnSp>
          <p:cxnSp>
            <p:nvCxnSpPr>
              <p:cNvPr id="1733" name="Google Shape;1733;p139"/>
              <p:cNvCxnSpPr/>
              <p:nvPr/>
            </p:nvCxnSpPr>
            <p:spPr>
              <a:xfrm>
                <a:off x="5045450" y="4369703"/>
                <a:ext cx="3727200" cy="0"/>
              </a:xfrm>
              <a:prstGeom prst="straightConnector1">
                <a:avLst/>
              </a:prstGeom>
              <a:noFill/>
              <a:ln cap="flat" cmpd="sng" w="9525">
                <a:solidFill>
                  <a:schemeClr val="dk2"/>
                </a:solidFill>
                <a:prstDash val="solid"/>
                <a:round/>
                <a:headEnd len="sm" w="sm" type="none"/>
                <a:tailEnd len="sm" w="sm" type="none"/>
              </a:ln>
            </p:spPr>
          </p:cxnSp>
          <p:cxnSp>
            <p:nvCxnSpPr>
              <p:cNvPr id="1734" name="Google Shape;1734;p139"/>
              <p:cNvCxnSpPr/>
              <p:nvPr/>
            </p:nvCxnSpPr>
            <p:spPr>
              <a:xfrm>
                <a:off x="5045450" y="3824460"/>
                <a:ext cx="3727200" cy="0"/>
              </a:xfrm>
              <a:prstGeom prst="straightConnector1">
                <a:avLst/>
              </a:prstGeom>
              <a:noFill/>
              <a:ln cap="flat" cmpd="sng" w="9525">
                <a:solidFill>
                  <a:schemeClr val="dk2"/>
                </a:solidFill>
                <a:prstDash val="solid"/>
                <a:round/>
                <a:headEnd len="sm" w="sm" type="none"/>
                <a:tailEnd len="sm" w="sm" type="none"/>
              </a:ln>
            </p:spPr>
          </p:cxnSp>
          <p:cxnSp>
            <p:nvCxnSpPr>
              <p:cNvPr id="1735" name="Google Shape;1735;p139"/>
              <p:cNvCxnSpPr/>
              <p:nvPr/>
            </p:nvCxnSpPr>
            <p:spPr>
              <a:xfrm>
                <a:off x="5045450" y="3460965"/>
                <a:ext cx="3727200" cy="0"/>
              </a:xfrm>
              <a:prstGeom prst="straightConnector1">
                <a:avLst/>
              </a:prstGeom>
              <a:noFill/>
              <a:ln cap="flat" cmpd="sng" w="9525">
                <a:solidFill>
                  <a:schemeClr val="dk2"/>
                </a:solidFill>
                <a:prstDash val="solid"/>
                <a:round/>
                <a:headEnd len="sm" w="sm" type="none"/>
                <a:tailEnd len="sm" w="sm" type="none"/>
              </a:ln>
            </p:spPr>
          </p:cxnSp>
          <p:cxnSp>
            <p:nvCxnSpPr>
              <p:cNvPr id="1736" name="Google Shape;1736;p139"/>
              <p:cNvCxnSpPr/>
              <p:nvPr/>
            </p:nvCxnSpPr>
            <p:spPr>
              <a:xfrm>
                <a:off x="5045450" y="3097470"/>
                <a:ext cx="3727200" cy="0"/>
              </a:xfrm>
              <a:prstGeom prst="straightConnector1">
                <a:avLst/>
              </a:prstGeom>
              <a:noFill/>
              <a:ln cap="flat" cmpd="sng" w="9525">
                <a:solidFill>
                  <a:schemeClr val="dk2"/>
                </a:solidFill>
                <a:prstDash val="solid"/>
                <a:round/>
                <a:headEnd len="sm" w="sm" type="none"/>
                <a:tailEnd len="sm" w="sm" type="none"/>
              </a:ln>
            </p:spPr>
          </p:cxnSp>
          <p:cxnSp>
            <p:nvCxnSpPr>
              <p:cNvPr descr="A line graph showing revenue growth across time. " id="1737" name="Google Shape;1737;p139"/>
              <p:cNvCxnSpPr/>
              <p:nvPr/>
            </p:nvCxnSpPr>
            <p:spPr>
              <a:xfrm>
                <a:off x="5045450" y="2733975"/>
                <a:ext cx="3727200" cy="0"/>
              </a:xfrm>
              <a:prstGeom prst="straightConnector1">
                <a:avLst/>
              </a:prstGeom>
              <a:noFill/>
              <a:ln cap="flat" cmpd="sng" w="9525">
                <a:solidFill>
                  <a:schemeClr val="dk2"/>
                </a:solidFill>
                <a:prstDash val="solid"/>
                <a:round/>
                <a:headEnd len="sm" w="sm" type="none"/>
                <a:tailEnd len="sm" w="sm" type="none"/>
              </a:ln>
            </p:spPr>
          </p:cxnSp>
          <p:cxnSp>
            <p:nvCxnSpPr>
              <p:cNvPr id="1738" name="Google Shape;1738;p139"/>
              <p:cNvCxnSpPr/>
              <p:nvPr/>
            </p:nvCxnSpPr>
            <p:spPr>
              <a:xfrm>
                <a:off x="5045450" y="4187955"/>
                <a:ext cx="3727200" cy="0"/>
              </a:xfrm>
              <a:prstGeom prst="straightConnector1">
                <a:avLst/>
              </a:prstGeom>
              <a:noFill/>
              <a:ln cap="flat" cmpd="sng" w="9525">
                <a:solidFill>
                  <a:schemeClr val="dk2"/>
                </a:solidFill>
                <a:prstDash val="solid"/>
                <a:round/>
                <a:headEnd len="sm" w="sm" type="none"/>
                <a:tailEnd len="sm" w="sm" type="none"/>
              </a:ln>
            </p:spPr>
          </p:cxnSp>
          <p:cxnSp>
            <p:nvCxnSpPr>
              <p:cNvPr id="1739" name="Google Shape;1739;p139"/>
              <p:cNvCxnSpPr/>
              <p:nvPr/>
            </p:nvCxnSpPr>
            <p:spPr>
              <a:xfrm>
                <a:off x="5045450" y="4006208"/>
                <a:ext cx="3727200" cy="0"/>
              </a:xfrm>
              <a:prstGeom prst="straightConnector1">
                <a:avLst/>
              </a:prstGeom>
              <a:noFill/>
              <a:ln cap="flat" cmpd="sng" w="9525">
                <a:solidFill>
                  <a:schemeClr val="dk2"/>
                </a:solidFill>
                <a:prstDash val="solid"/>
                <a:round/>
                <a:headEnd len="sm" w="sm" type="none"/>
                <a:tailEnd len="sm" w="sm" type="none"/>
              </a:ln>
            </p:spPr>
          </p:cxnSp>
          <p:cxnSp>
            <p:nvCxnSpPr>
              <p:cNvPr id="1740" name="Google Shape;1740;p139"/>
              <p:cNvCxnSpPr/>
              <p:nvPr/>
            </p:nvCxnSpPr>
            <p:spPr>
              <a:xfrm>
                <a:off x="5045450" y="2915723"/>
                <a:ext cx="3727200" cy="0"/>
              </a:xfrm>
              <a:prstGeom prst="straightConnector1">
                <a:avLst/>
              </a:prstGeom>
              <a:noFill/>
              <a:ln cap="flat" cmpd="sng" w="9525">
                <a:solidFill>
                  <a:schemeClr val="dk2"/>
                </a:solidFill>
                <a:prstDash val="solid"/>
                <a:round/>
                <a:headEnd len="sm" w="sm" type="none"/>
                <a:tailEnd len="sm" w="sm" type="none"/>
              </a:ln>
            </p:spPr>
          </p:cxnSp>
          <p:cxnSp>
            <p:nvCxnSpPr>
              <p:cNvPr id="1741" name="Google Shape;1741;p139"/>
              <p:cNvCxnSpPr/>
              <p:nvPr/>
            </p:nvCxnSpPr>
            <p:spPr>
              <a:xfrm>
                <a:off x="5045450" y="3279218"/>
                <a:ext cx="3727200" cy="0"/>
              </a:xfrm>
              <a:prstGeom prst="straightConnector1">
                <a:avLst/>
              </a:prstGeom>
              <a:noFill/>
              <a:ln cap="flat" cmpd="sng" w="9525">
                <a:solidFill>
                  <a:schemeClr val="dk2"/>
                </a:solidFill>
                <a:prstDash val="solid"/>
                <a:round/>
                <a:headEnd len="sm" w="sm" type="none"/>
                <a:tailEnd len="sm" w="sm" type="none"/>
              </a:ln>
            </p:spPr>
          </p:cxnSp>
          <p:cxnSp>
            <p:nvCxnSpPr>
              <p:cNvPr id="1742" name="Google Shape;1742;p139"/>
              <p:cNvCxnSpPr/>
              <p:nvPr/>
            </p:nvCxnSpPr>
            <p:spPr>
              <a:xfrm>
                <a:off x="5045450" y="3642713"/>
                <a:ext cx="3727200" cy="0"/>
              </a:xfrm>
              <a:prstGeom prst="straightConnector1">
                <a:avLst/>
              </a:prstGeom>
              <a:noFill/>
              <a:ln cap="flat" cmpd="sng" w="9525">
                <a:solidFill>
                  <a:schemeClr val="dk2"/>
                </a:solidFill>
                <a:prstDash val="solid"/>
                <a:round/>
                <a:headEnd len="sm" w="sm" type="none"/>
                <a:tailEnd len="sm" w="sm" type="none"/>
              </a:ln>
            </p:spPr>
          </p:cxnSp>
        </p:grpSp>
        <p:sp>
          <p:nvSpPr>
            <p:cNvPr id="1743" name="Google Shape;1743;p139"/>
            <p:cNvSpPr txBox="1"/>
            <p:nvPr/>
          </p:nvSpPr>
          <p:spPr>
            <a:xfrm>
              <a:off x="8396725" y="4665975"/>
              <a:ext cx="379800" cy="12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2024</a:t>
              </a:r>
              <a:endParaRPr/>
            </a:p>
          </p:txBody>
        </p:sp>
        <p:sp>
          <p:nvSpPr>
            <p:cNvPr id="1744" name="Google Shape;1744;p139"/>
            <p:cNvSpPr/>
            <p:nvPr/>
          </p:nvSpPr>
          <p:spPr>
            <a:xfrm>
              <a:off x="5357887" y="4151988"/>
              <a:ext cx="70200" cy="70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5" name="Google Shape;1745;p139"/>
            <p:cNvSpPr/>
            <p:nvPr/>
          </p:nvSpPr>
          <p:spPr>
            <a:xfrm>
              <a:off x="6156297" y="3607601"/>
              <a:ext cx="70200" cy="70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6" name="Google Shape;1746;p139"/>
            <p:cNvSpPr/>
            <p:nvPr/>
          </p:nvSpPr>
          <p:spPr>
            <a:xfrm>
              <a:off x="6954706" y="3789801"/>
              <a:ext cx="70200" cy="70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7" name="Google Shape;1747;p139"/>
            <p:cNvSpPr/>
            <p:nvPr/>
          </p:nvSpPr>
          <p:spPr>
            <a:xfrm>
              <a:off x="7753116" y="3427626"/>
              <a:ext cx="70200" cy="70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8" name="Google Shape;1748;p139"/>
            <p:cNvSpPr/>
            <p:nvPr/>
          </p:nvSpPr>
          <p:spPr>
            <a:xfrm>
              <a:off x="8551525" y="2880551"/>
              <a:ext cx="70200" cy="70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749" name="Google Shape;1749;p139"/>
            <p:cNvCxnSpPr>
              <a:stCxn id="1744" idx="3"/>
              <a:endCxn id="1745" idx="1"/>
            </p:cNvCxnSpPr>
            <p:nvPr/>
          </p:nvCxnSpPr>
          <p:spPr>
            <a:xfrm flipH="1" rot="10800000">
              <a:off x="5428087" y="3642588"/>
              <a:ext cx="728100" cy="544500"/>
            </a:xfrm>
            <a:prstGeom prst="straightConnector1">
              <a:avLst/>
            </a:prstGeom>
            <a:noFill/>
            <a:ln cap="flat" cmpd="sng" w="9525">
              <a:solidFill>
                <a:schemeClr val="dk2"/>
              </a:solidFill>
              <a:prstDash val="solid"/>
              <a:round/>
              <a:headEnd len="sm" w="sm" type="none"/>
              <a:tailEnd len="sm" w="sm" type="none"/>
            </a:ln>
          </p:spPr>
        </p:cxnSp>
        <p:cxnSp>
          <p:nvCxnSpPr>
            <p:cNvPr id="1750" name="Google Shape;1750;p139"/>
            <p:cNvCxnSpPr>
              <a:stCxn id="1745" idx="3"/>
              <a:endCxn id="1746" idx="1"/>
            </p:cNvCxnSpPr>
            <p:nvPr/>
          </p:nvCxnSpPr>
          <p:spPr>
            <a:xfrm>
              <a:off x="6226497" y="3642701"/>
              <a:ext cx="728100" cy="182100"/>
            </a:xfrm>
            <a:prstGeom prst="straightConnector1">
              <a:avLst/>
            </a:prstGeom>
            <a:noFill/>
            <a:ln cap="flat" cmpd="sng" w="9525">
              <a:solidFill>
                <a:schemeClr val="dk2"/>
              </a:solidFill>
              <a:prstDash val="solid"/>
              <a:round/>
              <a:headEnd len="sm" w="sm" type="none"/>
              <a:tailEnd len="sm" w="sm" type="none"/>
            </a:ln>
          </p:spPr>
        </p:cxnSp>
        <p:cxnSp>
          <p:nvCxnSpPr>
            <p:cNvPr id="1751" name="Google Shape;1751;p139"/>
            <p:cNvCxnSpPr>
              <a:stCxn id="1746" idx="3"/>
              <a:endCxn id="1747" idx="1"/>
            </p:cNvCxnSpPr>
            <p:nvPr/>
          </p:nvCxnSpPr>
          <p:spPr>
            <a:xfrm flipH="1" rot="10800000">
              <a:off x="7024906" y="3462801"/>
              <a:ext cx="728100" cy="362100"/>
            </a:xfrm>
            <a:prstGeom prst="straightConnector1">
              <a:avLst/>
            </a:prstGeom>
            <a:noFill/>
            <a:ln cap="flat" cmpd="sng" w="9525">
              <a:solidFill>
                <a:schemeClr val="dk2"/>
              </a:solidFill>
              <a:prstDash val="solid"/>
              <a:round/>
              <a:headEnd len="sm" w="sm" type="none"/>
              <a:tailEnd len="sm" w="sm" type="none"/>
            </a:ln>
          </p:spPr>
        </p:cxnSp>
        <p:cxnSp>
          <p:nvCxnSpPr>
            <p:cNvPr id="1752" name="Google Shape;1752;p139"/>
            <p:cNvCxnSpPr>
              <a:stCxn id="1747" idx="3"/>
              <a:endCxn id="1748" idx="1"/>
            </p:cNvCxnSpPr>
            <p:nvPr/>
          </p:nvCxnSpPr>
          <p:spPr>
            <a:xfrm flipH="1" rot="10800000">
              <a:off x="7823316" y="2915526"/>
              <a:ext cx="728100" cy="547200"/>
            </a:xfrm>
            <a:prstGeom prst="straightConnector1">
              <a:avLst/>
            </a:prstGeom>
            <a:noFill/>
            <a:ln cap="flat" cmpd="sng" w="9525">
              <a:solidFill>
                <a:schemeClr val="dk2"/>
              </a:solidFill>
              <a:prstDash val="solid"/>
              <a:round/>
              <a:headEnd len="sm" w="sm" type="none"/>
              <a:tailEnd len="sm" w="sm" type="none"/>
            </a:ln>
          </p:spPr>
        </p:cxnSp>
        <p:sp>
          <p:nvSpPr>
            <p:cNvPr id="1753" name="Google Shape;1753;p139"/>
            <p:cNvSpPr txBox="1"/>
            <p:nvPr/>
          </p:nvSpPr>
          <p:spPr>
            <a:xfrm>
              <a:off x="7598316" y="4665975"/>
              <a:ext cx="379800" cy="12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2025</a:t>
              </a:r>
              <a:endParaRPr/>
            </a:p>
          </p:txBody>
        </p:sp>
        <p:sp>
          <p:nvSpPr>
            <p:cNvPr id="1754" name="Google Shape;1754;p139"/>
            <p:cNvSpPr txBox="1"/>
            <p:nvPr/>
          </p:nvSpPr>
          <p:spPr>
            <a:xfrm>
              <a:off x="6799906" y="4665975"/>
              <a:ext cx="379800" cy="12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2026</a:t>
              </a:r>
              <a:endParaRPr/>
            </a:p>
          </p:txBody>
        </p:sp>
        <p:sp>
          <p:nvSpPr>
            <p:cNvPr id="1755" name="Google Shape;1755;p139"/>
            <p:cNvSpPr txBox="1"/>
            <p:nvPr/>
          </p:nvSpPr>
          <p:spPr>
            <a:xfrm>
              <a:off x="6001497" y="4665975"/>
              <a:ext cx="379800" cy="12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2027</a:t>
              </a:r>
              <a:endParaRPr/>
            </a:p>
          </p:txBody>
        </p:sp>
        <p:sp>
          <p:nvSpPr>
            <p:cNvPr id="1756" name="Google Shape;1756;p139"/>
            <p:cNvSpPr txBox="1"/>
            <p:nvPr/>
          </p:nvSpPr>
          <p:spPr>
            <a:xfrm>
              <a:off x="5203087" y="4665975"/>
              <a:ext cx="379800" cy="12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2028</a:t>
              </a:r>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0" name="Shape 1760"/>
        <p:cNvGrpSpPr/>
        <p:nvPr/>
      </p:nvGrpSpPr>
      <p:grpSpPr>
        <a:xfrm>
          <a:off x="0" y="0"/>
          <a:ext cx="0" cy="0"/>
          <a:chOff x="0" y="0"/>
          <a:chExt cx="0" cy="0"/>
        </a:xfrm>
      </p:grpSpPr>
      <p:sp>
        <p:nvSpPr>
          <p:cNvPr id="1761" name="Google Shape;1761;p14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p>
            <a:pPr indent="0" lvl="0" marL="0" rtl="0" algn="r">
              <a:lnSpc>
                <a:spcPct val="100000"/>
              </a:lnSpc>
              <a:spcBef>
                <a:spcPts val="0"/>
              </a:spcBef>
              <a:spcAft>
                <a:spcPts val="0"/>
              </a:spcAft>
              <a:buSzPts val="700"/>
              <a:buNone/>
            </a:pPr>
            <a:r>
              <a:rPr lang="en" sz="700">
                <a:solidFill>
                  <a:schemeClr val="dk1"/>
                </a:solidFill>
                <a:latin typeface="DM Sans"/>
                <a:ea typeface="DM Sans"/>
                <a:cs typeface="DM Sans"/>
                <a:sym typeface="DM Sans"/>
              </a:rPr>
              <a:t>‹#›</a:t>
            </a:r>
            <a:endParaRPr/>
          </a:p>
        </p:txBody>
      </p:sp>
      <p:sp>
        <p:nvSpPr>
          <p:cNvPr id="1762" name="Google Shape;1762;p140"/>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Clr>
                <a:schemeClr val="dk1"/>
              </a:buClr>
              <a:buSzPts val="700"/>
              <a:buFont typeface="DM Sans"/>
              <a:buNone/>
            </a:pPr>
            <a:r>
              <a:rPr lang="en" sz="700">
                <a:solidFill>
                  <a:schemeClr val="dk1"/>
                </a:solidFill>
                <a:latin typeface="DM Sans"/>
                <a:ea typeface="DM Sans"/>
                <a:cs typeface="DM Sans"/>
                <a:sym typeface="DM Sans"/>
              </a:rPr>
              <a:t>DeckPilot Labs</a:t>
            </a:r>
            <a:endParaRPr/>
          </a:p>
        </p:txBody>
      </p:sp>
      <p:sp>
        <p:nvSpPr>
          <p:cNvPr id="1763" name="Google Shape;1763;p140"/>
          <p:cNvSpPr txBox="1"/>
          <p:nvPr>
            <p:ph idx="3" type="subTitle"/>
          </p:nvPr>
        </p:nvSpPr>
        <p:spPr>
          <a:xfrm>
            <a:off x="3657600" y="1051772"/>
            <a:ext cx="4163100" cy="124800"/>
          </a:xfrm>
          <a:prstGeom prst="rect">
            <a:avLst/>
          </a:prstGeom>
          <a:noFill/>
          <a:ln>
            <a:noFill/>
          </a:ln>
        </p:spPr>
        <p:txBody>
          <a:bodyPr anchorCtr="0" anchor="b" bIns="0" lIns="0" spcFirstLastPara="1" rIns="0" wrap="square" tIns="0">
            <a:spAutoFit/>
          </a:bodyPr>
          <a:lstStyle/>
          <a:p>
            <a:pPr indent="-304800" lvl="0" marL="457200" rtl="0" algn="l">
              <a:lnSpc>
                <a:spcPct val="115000"/>
              </a:lnSpc>
              <a:spcBef>
                <a:spcPts val="0"/>
              </a:spcBef>
              <a:spcAft>
                <a:spcPts val="0"/>
              </a:spcAft>
              <a:buClr>
                <a:schemeClr val="dk1"/>
              </a:buClr>
              <a:buSzPts val="1000"/>
              <a:buFont typeface="DM Sans"/>
              <a:buNone/>
            </a:pPr>
            <a:r>
              <a:rPr lang="en" sz="1000">
                <a:solidFill>
                  <a:schemeClr val="dk1"/>
                </a:solidFill>
                <a:latin typeface="DM Sans"/>
                <a:ea typeface="DM Sans"/>
                <a:cs typeface="DM Sans"/>
                <a:sym typeface="DM Sans"/>
              </a:rPr>
              <a:t>NEXT STEPS</a:t>
            </a:r>
            <a:endParaRPr/>
          </a:p>
        </p:txBody>
      </p:sp>
      <p:sp>
        <p:nvSpPr>
          <p:cNvPr id="1764" name="Google Shape;1764;p140"/>
          <p:cNvSpPr txBox="1"/>
          <p:nvPr>
            <p:ph type="title"/>
          </p:nvPr>
        </p:nvSpPr>
        <p:spPr>
          <a:xfrm>
            <a:off x="3657600" y="1555450"/>
            <a:ext cx="5622000" cy="17505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SzPts val="3000"/>
              <a:buNone/>
            </a:pPr>
            <a:r>
              <a:rPr lang="en" sz="2800">
                <a:solidFill>
                  <a:schemeClr val="dk1"/>
                </a:solidFill>
              </a:rPr>
              <a:t>Use this deck as a clean positive test asset for upload, parsing, retrieval, citation checks, and follow-up question handling.</a:t>
            </a:r>
            <a:endParaRPr/>
          </a:p>
        </p:txBody>
      </p:sp>
      <p:pic>
        <p:nvPicPr>
          <p:cNvPr descr="The reflective facade of a modern glass office building" id="1765" name="Google Shape;1765;p140"/>
          <p:cNvPicPr preferRelativeResize="0"/>
          <p:nvPr>
            <p:ph idx="2" type="pic"/>
          </p:nvPr>
        </p:nvPicPr>
        <p:blipFill rotWithShape="1">
          <a:blip r:embed="rId3">
            <a:alphaModFix/>
          </a:blip>
          <a:srcRect b="0" l="7759" r="41629" t="0"/>
          <a:stretch/>
        </p:blipFill>
        <p:spPr>
          <a:xfrm>
            <a:off x="361975" y="781775"/>
            <a:ext cx="2872801" cy="3783299"/>
          </a:xfrm>
          <a:prstGeom prst="rect">
            <a:avLst/>
          </a:prstGeom>
          <a:noFill/>
          <a:ln>
            <a:noFill/>
          </a:ln>
        </p:spPr>
      </p:pic>
      <p:sp>
        <p:nvSpPr>
          <p:cNvPr id="1766" name="Google Shape;1766;p140"/>
          <p:cNvSpPr txBox="1"/>
          <p:nvPr>
            <p:ph idx="4" type="body"/>
          </p:nvPr>
        </p:nvSpPr>
        <p:spPr>
          <a:xfrm>
            <a:off x="3657600" y="3556575"/>
            <a:ext cx="3554400" cy="923400"/>
          </a:xfrm>
          <a:prstGeom prst="rect">
            <a:avLst/>
          </a:prstGeom>
          <a:noFill/>
          <a:ln>
            <a:noFill/>
          </a:ln>
        </p:spPr>
        <p:txBody>
          <a:bodyPr anchorCtr="0" anchor="b" bIns="0" lIns="0" spcFirstLastPara="1" rIns="0" wrap="square" tIns="0">
            <a:spAutoFit/>
          </a:bodyPr>
          <a:lstStyle/>
          <a:p>
            <a:pPr indent="-292100" lvl="0" marL="457200" rtl="0" algn="l">
              <a:lnSpc>
                <a:spcPct val="115000"/>
              </a:lnSpc>
              <a:spcBef>
                <a:spcPts val="0"/>
              </a:spcBef>
              <a:spcAft>
                <a:spcPts val="0"/>
              </a:spcAft>
              <a:buClr>
                <a:schemeClr val="dk1"/>
              </a:buClr>
              <a:buSzPts val="1000"/>
              <a:buFont typeface="DM Sans Light"/>
              <a:buChar char="●"/>
            </a:pPr>
            <a:r>
              <a:rPr lang="en" sz="1000">
                <a:solidFill>
                  <a:schemeClr val="dk1"/>
                </a:solidFill>
                <a:latin typeface="DM Sans Light"/>
                <a:ea typeface="DM Sans Light"/>
                <a:cs typeface="DM Sans Light"/>
                <a:sym typeface="DM Sans Light"/>
              </a:rPr>
              <a:t>Contact</a:t>
            </a:r>
            <a:endParaRPr/>
          </a:p>
          <a:p>
            <a:pPr indent="-292100" lvl="0" marL="457200" rtl="0" algn="l">
              <a:lnSpc>
                <a:spcPct val="115000"/>
              </a:lnSpc>
              <a:spcBef>
                <a:spcPts val="0"/>
              </a:spcBef>
              <a:spcAft>
                <a:spcPts val="0"/>
              </a:spcAft>
              <a:buClr>
                <a:schemeClr val="dk1"/>
              </a:buClr>
              <a:buSzPts val="1000"/>
              <a:buFont typeface="DM Sans Light"/>
              <a:buChar char="●"/>
            </a:pPr>
            <a:r>
              <a:rPr lang="en" sz="1000">
                <a:solidFill>
                  <a:schemeClr val="dk1"/>
                </a:solidFill>
                <a:latin typeface="DM Sans Light"/>
                <a:ea typeface="DM Sans Light"/>
                <a:cs typeface="DM Sans Light"/>
                <a:sym typeface="DM Sans Light"/>
              </a:rPr>
              <a:t>Maya Chen</a:t>
            </a:r>
            <a:endParaRPr/>
          </a:p>
          <a:p>
            <a:pPr indent="-292100" lvl="0" marL="457200" rtl="0" algn="l">
              <a:lnSpc>
                <a:spcPct val="115000"/>
              </a:lnSpc>
              <a:spcBef>
                <a:spcPts val="0"/>
              </a:spcBef>
              <a:spcAft>
                <a:spcPts val="0"/>
              </a:spcAft>
              <a:buClr>
                <a:schemeClr val="dk1"/>
              </a:buClr>
              <a:buSzPts val="1000"/>
              <a:buFont typeface="DM Sans Light"/>
              <a:buChar char="●"/>
            </a:pPr>
            <a:r>
              <a:rPr lang="en" sz="1000">
                <a:solidFill>
                  <a:schemeClr val="dk1"/>
                </a:solidFill>
                <a:latin typeface="DM Sans Light"/>
                <a:ea typeface="DM Sans Light"/>
                <a:cs typeface="DM Sans Light"/>
                <a:sym typeface="DM Sans Light"/>
              </a:rPr>
              <a:t>CEO</a:t>
            </a:r>
            <a:endParaRPr/>
          </a:p>
          <a:p>
            <a:pPr indent="-292100" lvl="0" marL="457200" rtl="0" algn="l">
              <a:lnSpc>
                <a:spcPct val="115000"/>
              </a:lnSpc>
              <a:spcBef>
                <a:spcPts val="0"/>
              </a:spcBef>
              <a:spcAft>
                <a:spcPts val="0"/>
              </a:spcAft>
              <a:buClr>
                <a:schemeClr val="dk1"/>
              </a:buClr>
              <a:buSzPts val="1000"/>
              <a:buFont typeface="DM Sans Light"/>
              <a:buChar char="●"/>
            </a:pPr>
            <a:r>
              <a:rPr lang="en" sz="1000">
                <a:solidFill>
                  <a:schemeClr val="dk1"/>
                </a:solidFill>
                <a:latin typeface="DM Sans Light"/>
                <a:ea typeface="DM Sans Light"/>
                <a:cs typeface="DM Sans Light"/>
                <a:sym typeface="DM Sans Light"/>
              </a:rPr>
              <a:t>maya.chen@deckpilot.ai</a:t>
            </a:r>
            <a:endParaRPr/>
          </a:p>
          <a:p>
            <a:pPr indent="-292100" lvl="0" marL="457200" rtl="0" algn="l">
              <a:lnSpc>
                <a:spcPct val="115000"/>
              </a:lnSpc>
              <a:spcBef>
                <a:spcPts val="0"/>
              </a:spcBef>
              <a:spcAft>
                <a:spcPts val="0"/>
              </a:spcAft>
              <a:buClr>
                <a:schemeClr val="dk1"/>
              </a:buClr>
              <a:buSzPts val="1000"/>
              <a:buFont typeface="DM Sans Light"/>
              <a:buChar char="●"/>
            </a:pPr>
            <a:r>
              <a:rPr lang="en" sz="1000">
                <a:solidFill>
                  <a:schemeClr val="dk1"/>
                </a:solidFill>
                <a:latin typeface="DM Sans Light"/>
                <a:ea typeface="DM Sans Light"/>
                <a:cs typeface="DM Sans Light"/>
                <a:sym typeface="DM Sans Light"/>
              </a:rPr>
              <a:t>deckpilot.ai</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0" name="Shape 1770"/>
        <p:cNvGrpSpPr/>
        <p:nvPr/>
      </p:nvGrpSpPr>
      <p:grpSpPr>
        <a:xfrm>
          <a:off x="0" y="0"/>
          <a:ext cx="0" cy="0"/>
          <a:chOff x="0" y="0"/>
          <a:chExt cx="0" cy="0"/>
        </a:xfrm>
      </p:grpSpPr>
      <p:sp>
        <p:nvSpPr>
          <p:cNvPr id="1771" name="Google Shape;1771;p14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p>
            <a:pPr indent="0" lvl="0" marL="0" rtl="0" algn="r">
              <a:lnSpc>
                <a:spcPct val="100000"/>
              </a:lnSpc>
              <a:spcBef>
                <a:spcPts val="0"/>
              </a:spcBef>
              <a:spcAft>
                <a:spcPts val="0"/>
              </a:spcAft>
              <a:buSzPts val="700"/>
              <a:buNone/>
            </a:pPr>
            <a:r>
              <a:rPr lang="en" sz="700">
                <a:solidFill>
                  <a:schemeClr val="lt1"/>
                </a:solidFill>
                <a:latin typeface="DM Sans"/>
                <a:ea typeface="DM Sans"/>
                <a:cs typeface="DM Sans"/>
                <a:sym typeface="DM Sans"/>
              </a:rPr>
              <a:t>‹#›</a:t>
            </a:r>
            <a:endParaRPr/>
          </a:p>
        </p:txBody>
      </p:sp>
      <p:sp>
        <p:nvSpPr>
          <p:cNvPr id="1772" name="Google Shape;1772;p141"/>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SzPts val="700"/>
              <a:buFont typeface="DM Sans"/>
              <a:buNone/>
            </a:pPr>
            <a:r>
              <a:rPr lang="en" sz="700">
                <a:latin typeface="DM Sans"/>
                <a:ea typeface="DM Sans"/>
                <a:cs typeface="DM Sans"/>
                <a:sym typeface="DM Sans"/>
              </a:rPr>
              <a:t>DeckPilot Labs</a:t>
            </a:r>
            <a:endParaRPr/>
          </a:p>
        </p:txBody>
      </p:sp>
      <p:sp>
        <p:nvSpPr>
          <p:cNvPr id="1773" name="Google Shape;1773;p141"/>
          <p:cNvSpPr txBox="1"/>
          <p:nvPr>
            <p:ph idx="2" type="body"/>
          </p:nvPr>
        </p:nvSpPr>
        <p:spPr>
          <a:xfrm>
            <a:off x="1957800" y="4195275"/>
            <a:ext cx="5228400" cy="390600"/>
          </a:xfrm>
          <a:prstGeom prst="rect">
            <a:avLst/>
          </a:prstGeom>
          <a:noFill/>
          <a:ln>
            <a:noFill/>
          </a:ln>
        </p:spPr>
        <p:txBody>
          <a:bodyPr anchorCtr="0" anchor="b" bIns="0" lIns="0" spcFirstLastPara="1" rIns="0" wrap="square" tIns="0">
            <a:noAutofit/>
          </a:bodyPr>
          <a:lstStyle/>
          <a:p>
            <a:pPr indent="-292100" lvl="0" marL="457200" rtl="0" algn="ctr">
              <a:lnSpc>
                <a:spcPct val="115000"/>
              </a:lnSpc>
              <a:spcBef>
                <a:spcPts val="0"/>
              </a:spcBef>
              <a:spcAft>
                <a:spcPts val="0"/>
              </a:spcAft>
              <a:buClr>
                <a:schemeClr val="lt1"/>
              </a:buClr>
              <a:buSzPts val="1000"/>
              <a:buFont typeface="DM Sans"/>
              <a:buChar char="●"/>
            </a:pPr>
            <a:r>
              <a:rPr lang="en" sz="1000"/>
              <a:t>Contact</a:t>
            </a:r>
            <a:endParaRPr/>
          </a:p>
          <a:p>
            <a:pPr indent="-292100" lvl="0" marL="457200" rtl="0" algn="ctr">
              <a:lnSpc>
                <a:spcPct val="115000"/>
              </a:lnSpc>
              <a:spcBef>
                <a:spcPts val="0"/>
              </a:spcBef>
              <a:spcAft>
                <a:spcPts val="0"/>
              </a:spcAft>
              <a:buClr>
                <a:schemeClr val="lt1"/>
              </a:buClr>
              <a:buSzPts val="1000"/>
              <a:buFont typeface="DM Sans"/>
              <a:buChar char="●"/>
            </a:pPr>
            <a:r>
              <a:rPr lang="en" sz="1000"/>
              <a:t>Maya Chen</a:t>
            </a:r>
            <a:endParaRPr/>
          </a:p>
          <a:p>
            <a:pPr indent="-292100" lvl="0" marL="457200" rtl="0" algn="ctr">
              <a:lnSpc>
                <a:spcPct val="115000"/>
              </a:lnSpc>
              <a:spcBef>
                <a:spcPts val="0"/>
              </a:spcBef>
              <a:spcAft>
                <a:spcPts val="0"/>
              </a:spcAft>
              <a:buClr>
                <a:schemeClr val="lt1"/>
              </a:buClr>
              <a:buSzPts val="1000"/>
              <a:buFont typeface="DM Sans"/>
              <a:buChar char="●"/>
            </a:pPr>
            <a:r>
              <a:rPr lang="en" sz="1000"/>
              <a:t>CEO</a:t>
            </a:r>
            <a:endParaRPr/>
          </a:p>
          <a:p>
            <a:pPr indent="-292100" lvl="0" marL="457200" rtl="0" algn="ctr">
              <a:lnSpc>
                <a:spcPct val="115000"/>
              </a:lnSpc>
              <a:spcBef>
                <a:spcPts val="0"/>
              </a:spcBef>
              <a:spcAft>
                <a:spcPts val="0"/>
              </a:spcAft>
              <a:buClr>
                <a:schemeClr val="lt1"/>
              </a:buClr>
              <a:buSzPts val="1000"/>
              <a:buFont typeface="DM Sans"/>
              <a:buChar char="●"/>
            </a:pPr>
            <a:r>
              <a:rPr lang="en" sz="1000"/>
              <a:t>maya.chen@deckpilot.ai</a:t>
            </a:r>
            <a:endParaRPr/>
          </a:p>
          <a:p>
            <a:pPr indent="-292100" lvl="0" marL="457200" rtl="0" algn="ctr">
              <a:lnSpc>
                <a:spcPct val="115000"/>
              </a:lnSpc>
              <a:spcBef>
                <a:spcPts val="0"/>
              </a:spcBef>
              <a:spcAft>
                <a:spcPts val="0"/>
              </a:spcAft>
              <a:buClr>
                <a:schemeClr val="lt1"/>
              </a:buClr>
              <a:buSzPts val="1000"/>
              <a:buFont typeface="DM Sans"/>
              <a:buChar char="●"/>
            </a:pPr>
            <a:r>
              <a:rPr lang="en" sz="1000"/>
              <a:t>deckpilot.ai</a:t>
            </a:r>
            <a:endParaRPr/>
          </a:p>
        </p:txBody>
      </p:sp>
      <p:sp>
        <p:nvSpPr>
          <p:cNvPr id="1774" name="Google Shape;1774;p141"/>
          <p:cNvSpPr txBox="1"/>
          <p:nvPr>
            <p:ph idx="3" type="subTitle"/>
          </p:nvPr>
        </p:nvSpPr>
        <p:spPr>
          <a:xfrm>
            <a:off x="2490450" y="732775"/>
            <a:ext cx="4163100" cy="138600"/>
          </a:xfrm>
          <a:prstGeom prst="rect">
            <a:avLst/>
          </a:prstGeom>
          <a:noFill/>
          <a:ln>
            <a:noFill/>
          </a:ln>
        </p:spPr>
        <p:txBody>
          <a:bodyPr anchorCtr="0" anchor="b" bIns="0" lIns="0" spcFirstLastPara="1" rIns="0" wrap="square" tIns="0">
            <a:spAutoFit/>
          </a:bodyPr>
          <a:lstStyle/>
          <a:p>
            <a:pPr indent="-304800" lvl="0" marL="457200" rtl="0" algn="ctr">
              <a:lnSpc>
                <a:spcPct val="115000"/>
              </a:lnSpc>
              <a:spcBef>
                <a:spcPts val="0"/>
              </a:spcBef>
              <a:spcAft>
                <a:spcPts val="0"/>
              </a:spcAft>
              <a:buSzPts val="1000"/>
              <a:buFont typeface="DM Sans Light"/>
              <a:buNone/>
            </a:pPr>
            <a:r>
              <a:rPr lang="en" sz="1000">
                <a:latin typeface="DM Sans Light"/>
                <a:ea typeface="DM Sans Light"/>
                <a:cs typeface="DM Sans Light"/>
                <a:sym typeface="DM Sans Light"/>
              </a:rPr>
              <a:t>NEXT STEPS</a:t>
            </a:r>
            <a:endParaRPr/>
          </a:p>
        </p:txBody>
      </p:sp>
      <p:sp>
        <p:nvSpPr>
          <p:cNvPr id="1775" name="Google Shape;1775;p141"/>
          <p:cNvSpPr txBox="1"/>
          <p:nvPr>
            <p:ph type="title"/>
          </p:nvPr>
        </p:nvSpPr>
        <p:spPr>
          <a:xfrm>
            <a:off x="719400" y="988550"/>
            <a:ext cx="7705200" cy="8313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SzPts val="3000"/>
              <a:buNone/>
            </a:pPr>
            <a:r>
              <a:rPr lang="en"/>
              <a:t>Suggested RAG checks: ask about KPIs, persona details, competitor weaknesses, pricing mix, roadmap steps, and financial growth by year.</a:t>
            </a:r>
            <a:endParaRPr/>
          </a:p>
        </p:txBody>
      </p:sp>
      <p:pic>
        <p:nvPicPr>
          <p:cNvPr descr="A detail of a modern glass office building" id="1776" name="Google Shape;1776;p141"/>
          <p:cNvPicPr preferRelativeResize="0"/>
          <p:nvPr>
            <p:ph idx="4" type="pic"/>
          </p:nvPr>
        </p:nvPicPr>
        <p:blipFill rotWithShape="1">
          <a:blip r:embed="rId3">
            <a:alphaModFix/>
          </a:blip>
          <a:srcRect b="27835" l="0" r="0" t="27835"/>
          <a:stretch/>
        </p:blipFill>
        <p:spPr>
          <a:xfrm>
            <a:off x="3694625" y="2383854"/>
            <a:ext cx="1967698" cy="13116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