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ewsreader"/>
      <p:regular r:id="rId16"/>
      <p:bold r:id="rId17"/>
      <p:italic r:id="rId18"/>
      <p:boldItalic r:id="rId19"/>
    </p:embeddedFont>
    <p:embeddedFont>
      <p:font typeface="DM Sans Light"/>
      <p:regular r:id="rId20"/>
      <p:bold r:id="rId21"/>
      <p:italic r:id="rId22"/>
      <p:boldItalic r:id="rId23"/>
    </p:embeddedFont>
    <p:embeddedFont>
      <p:font typeface="DM Sans SemiBold"/>
      <p:regular r:id="rId24"/>
      <p:bold r:id="rId25"/>
      <p:italic r:id="rId26"/>
      <p:boldItalic r:id="rId27"/>
    </p:embeddedFont>
    <p:embeddedFont>
      <p:font typeface="DM Sans"/>
      <p:regular r:id="rId28"/>
      <p:bold r:id="rId29"/>
      <p:italic r:id="rId30"/>
      <p:boldItalic r:id="rId31"/>
    </p:embeddedFont>
    <p:embeddedFont>
      <p:font typeface="Newsreader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boldItalic.fntdata"/><Relationship Id="rId30" Type="http://schemas.openxmlformats.org/officeDocument/2006/relationships/font" Target="fonts/DMSans-italic.fntdata"/><Relationship Id="rId33" Type="http://schemas.openxmlformats.org/officeDocument/2006/relationships/font" Target="fonts/NewsreaderSemiBold-bold.fntdata"/><Relationship Id="rId32" Type="http://schemas.openxmlformats.org/officeDocument/2006/relationships/font" Target="fonts/NewsreaderSemiBold-regular.fntdata"/><Relationship Id="rId35" Type="http://schemas.openxmlformats.org/officeDocument/2006/relationships/font" Target="fonts/NewsreaderSemiBold-boldItalic.fntdata"/><Relationship Id="rId34" Type="http://schemas.openxmlformats.org/officeDocument/2006/relationships/font" Target="fonts/NewsreaderSemiBold-italic.fntdata"/><Relationship Id="rId20" Type="http://schemas.openxmlformats.org/officeDocument/2006/relationships/font" Target="fonts/DMSansLight-regular.fntdata"/><Relationship Id="rId22" Type="http://schemas.openxmlformats.org/officeDocument/2006/relationships/font" Target="fonts/DMSansLight-italic.fntdata"/><Relationship Id="rId21" Type="http://schemas.openxmlformats.org/officeDocument/2006/relationships/font" Target="fonts/DMSansLight-bold.fntdata"/><Relationship Id="rId24" Type="http://schemas.openxmlformats.org/officeDocument/2006/relationships/font" Target="fonts/DMSansSemiBold-regular.fntdata"/><Relationship Id="rId23" Type="http://schemas.openxmlformats.org/officeDocument/2006/relationships/font" Target="fonts/DMSansLight-boldItalic.fntdata"/><Relationship Id="rId26" Type="http://schemas.openxmlformats.org/officeDocument/2006/relationships/font" Target="fonts/DMSansSemiBold-italic.fntdata"/><Relationship Id="rId25" Type="http://schemas.openxmlformats.org/officeDocument/2006/relationships/font" Target="fonts/DMSansSemiBold-bold.fntdata"/><Relationship Id="rId28" Type="http://schemas.openxmlformats.org/officeDocument/2006/relationships/font" Target="fonts/DMSans-regular.fntdata"/><Relationship Id="rId27" Type="http://schemas.openxmlformats.org/officeDocument/2006/relationships/font" Target="fonts/DMSansSemiBold-boldItalic.fntdata"/><Relationship Id="rId29" Type="http://schemas.openxmlformats.org/officeDocument/2006/relationships/font" Target="fonts/DM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ewsreader-bold.fntdata"/><Relationship Id="rId16" Type="http://schemas.openxmlformats.org/officeDocument/2006/relationships/font" Target="fonts/Newsreader-regular.fntdata"/><Relationship Id="rId19" Type="http://schemas.openxmlformats.org/officeDocument/2006/relationships/font" Target="fonts/Newsreader-boldItalic.fntdata"/><Relationship Id="rId18" Type="http://schemas.openxmlformats.org/officeDocument/2006/relationships/font" Target="fonts/Newsreader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d1524bdf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d1524bdf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d15a75e1f7_0_48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d1524bdf9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d1524bdf9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d15a75e1f7_0_145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d1524bdf9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d1524bdf9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d1524bdf99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d1524bdf99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d1524bdf99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d1524bdf99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d1524bdf99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d1524bdf99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d1524bdf99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d1524bdf9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d1524bdf99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d1524bdf99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13.jpg"/><Relationship Id="rId9" Type="http://schemas.openxmlformats.org/officeDocument/2006/relationships/image" Target="../media/image10.jpg"/><Relationship Id="rId5" Type="http://schemas.openxmlformats.org/officeDocument/2006/relationships/image" Target="../media/image6.jpg"/><Relationship Id="rId6" Type="http://schemas.openxmlformats.org/officeDocument/2006/relationships/image" Target="../media/image3.jpg"/><Relationship Id="rId7" Type="http://schemas.openxmlformats.org/officeDocument/2006/relationships/image" Target="../media/image4.jpg"/><Relationship Id="rId8" Type="http://schemas.openxmlformats.org/officeDocument/2006/relationships/image" Target="../media/image8.jpg"/><Relationship Id="rId10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468" name="Google Shape;468;p55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5"/>
          <p:cNvSpPr txBox="1"/>
          <p:nvPr>
            <p:ph type="title"/>
          </p:nvPr>
        </p:nvSpPr>
        <p:spPr>
          <a:xfrm>
            <a:off x="361975" y="923525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</a:t>
            </a:r>
            <a:r>
              <a:rPr i="1" lang="en"/>
              <a:t>Plan</a:t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</a:t>
            </a:r>
            <a:endParaRPr/>
          </a:p>
        </p:txBody>
      </p:sp>
      <p:sp>
        <p:nvSpPr>
          <p:cNvPr id="470" name="Google Shape;470;p55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471" name="Google Shape;471;p55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Briefly describe the contents of the presentation or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purpose of the meeting. Tell your audience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expect.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3C40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oogle Shape;475;p56"/>
          <p:cNvGrpSpPr/>
          <p:nvPr/>
        </p:nvGrpSpPr>
        <p:grpSpPr>
          <a:xfrm>
            <a:off x="381000" y="238125"/>
            <a:ext cx="8382000" cy="1095375"/>
            <a:chOff x="381000" y="238125"/>
            <a:chExt cx="8382000" cy="1095375"/>
          </a:xfrm>
        </p:grpSpPr>
        <p:sp>
          <p:nvSpPr>
            <p:cNvPr id="476" name="Google Shape;476;p56"/>
            <p:cNvSpPr txBox="1"/>
            <p:nvPr/>
          </p:nvSpPr>
          <p:spPr>
            <a:xfrm>
              <a:off x="381000" y="23812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F9F9F9"/>
                  </a:solidFill>
                  <a:latin typeface="DM Sans"/>
                  <a:ea typeface="DM Sans"/>
                  <a:cs typeface="DM Sans"/>
                  <a:sym typeface="DM Sans"/>
                </a:rPr>
                <a:t>Название компании</a:t>
              </a:r>
              <a:endParaRPr sz="700">
                <a:solidFill>
                  <a:srgbClr val="F9F9F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77" name="Google Shape;477;p56"/>
            <p:cNvSpPr txBox="1"/>
            <p:nvPr/>
          </p:nvSpPr>
          <p:spPr>
            <a:xfrm>
              <a:off x="381000" y="76200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F9F9F9"/>
                  </a:solidFill>
                  <a:latin typeface="Newsreader"/>
                  <a:ea typeface="Newsreader"/>
                  <a:cs typeface="Newsreader"/>
                  <a:sym typeface="Newsreader"/>
                </a:rPr>
                <a:t>Содержание </a:t>
              </a:r>
              <a:r>
                <a:rPr i="1" lang="en" sz="3600">
                  <a:solidFill>
                    <a:srgbClr val="F9F9F9"/>
                  </a:solidFill>
                  <a:latin typeface="Newsreader"/>
                  <a:ea typeface="Newsreader"/>
                  <a:cs typeface="Newsreader"/>
                  <a:sym typeface="Newsreader"/>
                </a:rPr>
                <a:t>презентации</a:t>
              </a:r>
              <a:endParaRPr sz="3600">
                <a:solidFill>
                  <a:srgbClr val="F9F9F9"/>
                </a:solidFill>
                <a:latin typeface="Newsreader"/>
                <a:ea typeface="Newsreader"/>
                <a:cs typeface="Newsreader"/>
                <a:sym typeface="Newsreader"/>
              </a:endParaRPr>
            </a:p>
          </p:txBody>
        </p:sp>
      </p:grpSp>
      <p:grpSp>
        <p:nvGrpSpPr>
          <p:cNvPr id="478" name="Google Shape;478;p56"/>
          <p:cNvGrpSpPr/>
          <p:nvPr/>
        </p:nvGrpSpPr>
        <p:grpSpPr>
          <a:xfrm>
            <a:off x="381000" y="1714500"/>
            <a:ext cx="8382150" cy="3048150"/>
            <a:chOff x="381000" y="1714500"/>
            <a:chExt cx="8382150" cy="3048150"/>
          </a:xfrm>
        </p:grpSpPr>
        <p:sp>
          <p:nvSpPr>
            <p:cNvPr id="479" name="Google Shape;479;p56"/>
            <p:cNvSpPr/>
            <p:nvPr/>
          </p:nvSpPr>
          <p:spPr>
            <a:xfrm>
              <a:off x="381000" y="1714500"/>
              <a:ext cx="2571900" cy="1428900"/>
            </a:xfrm>
            <a:prstGeom prst="roundRect">
              <a:avLst>
                <a:gd fmla="val 2666" name="adj"/>
              </a:avLst>
            </a:prstGeom>
            <a:solidFill>
              <a:srgbClr val="2049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56"/>
            <p:cNvSpPr txBox="1"/>
            <p:nvPr/>
          </p:nvSpPr>
          <p:spPr>
            <a:xfrm>
              <a:off x="571500" y="190500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A6DAEA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01</a:t>
              </a:r>
              <a:endParaRPr b="0" sz="1200">
                <a:solidFill>
                  <a:srgbClr val="A6DAEA"/>
                </a:solidFill>
                <a:latin typeface="DM Sans Light"/>
                <a:ea typeface="DM Sans Light"/>
                <a:cs typeface="DM Sans Light"/>
                <a:sym typeface="DM Sans Light"/>
              </a:endParaRPr>
            </a:p>
          </p:txBody>
        </p:sp>
        <p:sp>
          <p:nvSpPr>
            <p:cNvPr id="481" name="Google Shape;481;p56"/>
            <p:cNvSpPr txBox="1"/>
            <p:nvPr/>
          </p:nvSpPr>
          <p:spPr>
            <a:xfrm>
              <a:off x="571500" y="228600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F9F9F9"/>
                  </a:solidFill>
                  <a:latin typeface="Newsreader"/>
                  <a:ea typeface="Newsreader"/>
                  <a:cs typeface="Newsreader"/>
                  <a:sym typeface="Newsreader"/>
                </a:rPr>
                <a:t>Введите название раздела</a:t>
              </a:r>
              <a:endParaRPr sz="1400">
                <a:solidFill>
                  <a:srgbClr val="F9F9F9"/>
                </a:solidFill>
                <a:latin typeface="Newsreader"/>
                <a:ea typeface="Newsreader"/>
                <a:cs typeface="Newsreader"/>
                <a:sym typeface="Newsreader"/>
              </a:endParaRPr>
            </a:p>
          </p:txBody>
        </p:sp>
        <p:sp>
          <p:nvSpPr>
            <p:cNvPr id="482" name="Google Shape;482;p56"/>
            <p:cNvSpPr/>
            <p:nvPr/>
          </p:nvSpPr>
          <p:spPr>
            <a:xfrm>
              <a:off x="3286125" y="1714500"/>
              <a:ext cx="2571900" cy="1428900"/>
            </a:xfrm>
            <a:prstGeom prst="roundRect">
              <a:avLst>
                <a:gd fmla="val 2666" name="adj"/>
              </a:avLst>
            </a:prstGeom>
            <a:solidFill>
              <a:srgbClr val="2049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56"/>
            <p:cNvSpPr txBox="1"/>
            <p:nvPr/>
          </p:nvSpPr>
          <p:spPr>
            <a:xfrm>
              <a:off x="3476625" y="190500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A6DAEA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02</a:t>
              </a:r>
              <a:endParaRPr b="0" sz="1200">
                <a:solidFill>
                  <a:srgbClr val="A6DAEA"/>
                </a:solidFill>
                <a:latin typeface="DM Sans Light"/>
                <a:ea typeface="DM Sans Light"/>
                <a:cs typeface="DM Sans Light"/>
                <a:sym typeface="DM Sans Light"/>
              </a:endParaRPr>
            </a:p>
          </p:txBody>
        </p:sp>
        <p:sp>
          <p:nvSpPr>
            <p:cNvPr id="484" name="Google Shape;484;p56"/>
            <p:cNvSpPr txBox="1"/>
            <p:nvPr/>
          </p:nvSpPr>
          <p:spPr>
            <a:xfrm>
              <a:off x="3476625" y="228600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F9F9F9"/>
                  </a:solidFill>
                  <a:latin typeface="Newsreader"/>
                  <a:ea typeface="Newsreader"/>
                  <a:cs typeface="Newsreader"/>
                  <a:sym typeface="Newsreader"/>
                </a:rPr>
                <a:t>Введите название раздела</a:t>
              </a:r>
              <a:endParaRPr sz="1400">
                <a:solidFill>
                  <a:srgbClr val="F9F9F9"/>
                </a:solidFill>
                <a:latin typeface="Newsreader"/>
                <a:ea typeface="Newsreader"/>
                <a:cs typeface="Newsreader"/>
                <a:sym typeface="Newsreader"/>
              </a:endParaRPr>
            </a:p>
          </p:txBody>
        </p:sp>
        <p:sp>
          <p:nvSpPr>
            <p:cNvPr id="485" name="Google Shape;485;p56"/>
            <p:cNvSpPr/>
            <p:nvPr/>
          </p:nvSpPr>
          <p:spPr>
            <a:xfrm>
              <a:off x="6191250" y="1714500"/>
              <a:ext cx="2571900" cy="1428900"/>
            </a:xfrm>
            <a:prstGeom prst="roundRect">
              <a:avLst>
                <a:gd fmla="val 2666" name="adj"/>
              </a:avLst>
            </a:prstGeom>
            <a:solidFill>
              <a:srgbClr val="2049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56"/>
            <p:cNvSpPr txBox="1"/>
            <p:nvPr/>
          </p:nvSpPr>
          <p:spPr>
            <a:xfrm>
              <a:off x="6381750" y="190500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A6DAEA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03</a:t>
              </a:r>
              <a:endParaRPr b="0" sz="1200">
                <a:solidFill>
                  <a:srgbClr val="A6DAEA"/>
                </a:solidFill>
                <a:latin typeface="DM Sans Light"/>
                <a:ea typeface="DM Sans Light"/>
                <a:cs typeface="DM Sans Light"/>
                <a:sym typeface="DM Sans Light"/>
              </a:endParaRPr>
            </a:p>
          </p:txBody>
        </p:sp>
        <p:sp>
          <p:nvSpPr>
            <p:cNvPr id="487" name="Google Shape;487;p56"/>
            <p:cNvSpPr txBox="1"/>
            <p:nvPr/>
          </p:nvSpPr>
          <p:spPr>
            <a:xfrm>
              <a:off x="6381750" y="228600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F9F9F9"/>
                  </a:solidFill>
                  <a:latin typeface="Newsreader"/>
                  <a:ea typeface="Newsreader"/>
                  <a:cs typeface="Newsreader"/>
                  <a:sym typeface="Newsreader"/>
                </a:rPr>
                <a:t>Введите название раздела</a:t>
              </a:r>
              <a:endParaRPr sz="1400">
                <a:solidFill>
                  <a:srgbClr val="F9F9F9"/>
                </a:solidFill>
                <a:latin typeface="Newsreader"/>
                <a:ea typeface="Newsreader"/>
                <a:cs typeface="Newsreader"/>
                <a:sym typeface="Newsreader"/>
              </a:endParaRPr>
            </a:p>
          </p:txBody>
        </p:sp>
        <p:sp>
          <p:nvSpPr>
            <p:cNvPr id="488" name="Google Shape;488;p56"/>
            <p:cNvSpPr/>
            <p:nvPr/>
          </p:nvSpPr>
          <p:spPr>
            <a:xfrm>
              <a:off x="381000" y="3333750"/>
              <a:ext cx="2571900" cy="1428900"/>
            </a:xfrm>
            <a:prstGeom prst="roundRect">
              <a:avLst>
                <a:gd fmla="val 2666" name="adj"/>
              </a:avLst>
            </a:prstGeom>
            <a:solidFill>
              <a:srgbClr val="2049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56"/>
            <p:cNvSpPr txBox="1"/>
            <p:nvPr/>
          </p:nvSpPr>
          <p:spPr>
            <a:xfrm>
              <a:off x="571500" y="352425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A6DAEA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04</a:t>
              </a:r>
              <a:endParaRPr b="0" sz="1200">
                <a:solidFill>
                  <a:srgbClr val="A6DAEA"/>
                </a:solidFill>
                <a:latin typeface="DM Sans Light"/>
                <a:ea typeface="DM Sans Light"/>
                <a:cs typeface="DM Sans Light"/>
                <a:sym typeface="DM Sans Light"/>
              </a:endParaRPr>
            </a:p>
          </p:txBody>
        </p:sp>
        <p:sp>
          <p:nvSpPr>
            <p:cNvPr id="490" name="Google Shape;490;p56"/>
            <p:cNvSpPr txBox="1"/>
            <p:nvPr/>
          </p:nvSpPr>
          <p:spPr>
            <a:xfrm>
              <a:off x="571500" y="390525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F9F9F9"/>
                  </a:solidFill>
                  <a:latin typeface="Newsreader"/>
                  <a:ea typeface="Newsreader"/>
                  <a:cs typeface="Newsreader"/>
                  <a:sym typeface="Newsreader"/>
                </a:rPr>
                <a:t>Введите название раздела</a:t>
              </a:r>
              <a:endParaRPr sz="1400">
                <a:solidFill>
                  <a:srgbClr val="F9F9F9"/>
                </a:solidFill>
                <a:latin typeface="Newsreader"/>
                <a:ea typeface="Newsreader"/>
                <a:cs typeface="Newsreader"/>
                <a:sym typeface="Newsreader"/>
              </a:endParaRPr>
            </a:p>
          </p:txBody>
        </p:sp>
        <p:sp>
          <p:nvSpPr>
            <p:cNvPr id="491" name="Google Shape;491;p56"/>
            <p:cNvSpPr/>
            <p:nvPr/>
          </p:nvSpPr>
          <p:spPr>
            <a:xfrm>
              <a:off x="3286125" y="3333750"/>
              <a:ext cx="2571900" cy="1428900"/>
            </a:xfrm>
            <a:prstGeom prst="roundRect">
              <a:avLst>
                <a:gd fmla="val 2666" name="adj"/>
              </a:avLst>
            </a:prstGeom>
            <a:solidFill>
              <a:srgbClr val="2049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56"/>
            <p:cNvSpPr txBox="1"/>
            <p:nvPr/>
          </p:nvSpPr>
          <p:spPr>
            <a:xfrm>
              <a:off x="3476625" y="352425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A6DAEA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05</a:t>
              </a:r>
              <a:endParaRPr b="0" sz="1200">
                <a:solidFill>
                  <a:srgbClr val="A6DAEA"/>
                </a:solidFill>
                <a:latin typeface="DM Sans Light"/>
                <a:ea typeface="DM Sans Light"/>
                <a:cs typeface="DM Sans Light"/>
                <a:sym typeface="DM Sans Light"/>
              </a:endParaRPr>
            </a:p>
          </p:txBody>
        </p:sp>
        <p:sp>
          <p:nvSpPr>
            <p:cNvPr id="493" name="Google Shape;493;p56"/>
            <p:cNvSpPr txBox="1"/>
            <p:nvPr/>
          </p:nvSpPr>
          <p:spPr>
            <a:xfrm>
              <a:off x="3476625" y="390525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F9F9F9"/>
                  </a:solidFill>
                  <a:latin typeface="Newsreader"/>
                  <a:ea typeface="Newsreader"/>
                  <a:cs typeface="Newsreader"/>
                  <a:sym typeface="Newsreader"/>
                </a:rPr>
                <a:t>Введите название раздела</a:t>
              </a:r>
              <a:endParaRPr sz="1400">
                <a:solidFill>
                  <a:srgbClr val="F9F9F9"/>
                </a:solidFill>
                <a:latin typeface="Newsreader"/>
                <a:ea typeface="Newsreader"/>
                <a:cs typeface="Newsreader"/>
                <a:sym typeface="Newsreader"/>
              </a:endParaRPr>
            </a:p>
          </p:txBody>
        </p:sp>
        <p:sp>
          <p:nvSpPr>
            <p:cNvPr id="494" name="Google Shape;494;p56"/>
            <p:cNvSpPr/>
            <p:nvPr/>
          </p:nvSpPr>
          <p:spPr>
            <a:xfrm>
              <a:off x="6191250" y="3333750"/>
              <a:ext cx="2571900" cy="1428900"/>
            </a:xfrm>
            <a:prstGeom prst="roundRect">
              <a:avLst>
                <a:gd fmla="val 2666" name="adj"/>
              </a:avLst>
            </a:prstGeom>
            <a:solidFill>
              <a:srgbClr val="20494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56"/>
            <p:cNvSpPr txBox="1"/>
            <p:nvPr/>
          </p:nvSpPr>
          <p:spPr>
            <a:xfrm>
              <a:off x="6381750" y="352425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A6DAEA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06</a:t>
              </a:r>
              <a:endParaRPr b="0" sz="1200">
                <a:solidFill>
                  <a:srgbClr val="A6DAEA"/>
                </a:solidFill>
                <a:latin typeface="DM Sans Light"/>
                <a:ea typeface="DM Sans Light"/>
                <a:cs typeface="DM Sans Light"/>
                <a:sym typeface="DM Sans Light"/>
              </a:endParaRPr>
            </a:p>
          </p:txBody>
        </p:sp>
        <p:sp>
          <p:nvSpPr>
            <p:cNvPr id="496" name="Google Shape;496;p56"/>
            <p:cNvSpPr txBox="1"/>
            <p:nvPr/>
          </p:nvSpPr>
          <p:spPr>
            <a:xfrm>
              <a:off x="6381750" y="390525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F9F9F9"/>
                  </a:solidFill>
                  <a:latin typeface="Newsreader"/>
                  <a:ea typeface="Newsreader"/>
                  <a:cs typeface="Newsreader"/>
                  <a:sym typeface="Newsreader"/>
                </a:rPr>
                <a:t>Введите название раздела</a:t>
              </a:r>
              <a:endParaRPr sz="1400">
                <a:solidFill>
                  <a:srgbClr val="F9F9F9"/>
                </a:solidFill>
                <a:latin typeface="Newsreader"/>
                <a:ea typeface="Newsreader"/>
                <a:cs typeface="Newsreader"/>
                <a:sym typeface="Newsreader"/>
              </a:endParaRPr>
            </a:p>
          </p:txBody>
        </p:sp>
      </p:grpSp>
      <p:cxnSp>
        <p:nvCxnSpPr>
          <p:cNvPr id="497" name="Google Shape;497;p56"/>
          <p:cNvCxnSpPr/>
          <p:nvPr/>
        </p:nvCxnSpPr>
        <p:spPr>
          <a:xfrm>
            <a:off x="381000" y="142875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799DA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7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503" name="Google Shape;503;p57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504" name="Google Shape;504;p57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505" name="Google Shape;505;p57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506" name="Google Shape;506;p57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507" name="Google Shape;507;p57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508" name="Google Shape;508;p57"/>
          <p:cNvSpPr txBox="1"/>
          <p:nvPr>
            <p:ph type="title"/>
          </p:nvPr>
        </p:nvSpPr>
        <p:spPr>
          <a:xfrm>
            <a:off x="361975" y="962100"/>
            <a:ext cx="41631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</a:t>
            </a:r>
            <a:r>
              <a:rPr i="1" lang="en"/>
              <a:t>o</a:t>
            </a:r>
            <a:r>
              <a:rPr i="1" lang="en"/>
              <a:t>verview</a:t>
            </a:r>
            <a:endParaRPr i="1"/>
          </a:p>
        </p:txBody>
      </p:sp>
      <p:sp>
        <p:nvSpPr>
          <p:cNvPr id="509" name="Google Shape;509;p5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0" name="Google Shape;510;p5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cxnSp>
        <p:nvCxnSpPr>
          <p:cNvPr id="511" name="Google Shape;511;p57"/>
          <p:cNvCxnSpPr/>
          <p:nvPr/>
        </p:nvCxnSpPr>
        <p:spPr>
          <a:xfrm>
            <a:off x="378475" y="3240663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57"/>
          <p:cNvCxnSpPr/>
          <p:nvPr/>
        </p:nvCxnSpPr>
        <p:spPr>
          <a:xfrm>
            <a:off x="378475" y="3892305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57"/>
          <p:cNvCxnSpPr/>
          <p:nvPr/>
        </p:nvCxnSpPr>
        <p:spPr>
          <a:xfrm>
            <a:off x="378475" y="4543946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57"/>
          <p:cNvCxnSpPr/>
          <p:nvPr/>
        </p:nvCxnSpPr>
        <p:spPr>
          <a:xfrm>
            <a:off x="4926175" y="3240663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57"/>
          <p:cNvCxnSpPr/>
          <p:nvPr/>
        </p:nvCxnSpPr>
        <p:spPr>
          <a:xfrm>
            <a:off x="4926175" y="3892305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57"/>
          <p:cNvCxnSpPr/>
          <p:nvPr/>
        </p:nvCxnSpPr>
        <p:spPr>
          <a:xfrm>
            <a:off x="4926175" y="4543946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7" name="Google Shape;517;p57"/>
          <p:cNvSpPr txBox="1"/>
          <p:nvPr/>
        </p:nvSpPr>
        <p:spPr>
          <a:xfrm>
            <a:off x="3891910" y="2805147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18" name="Google Shape;518;p57"/>
          <p:cNvSpPr txBox="1"/>
          <p:nvPr/>
        </p:nvSpPr>
        <p:spPr>
          <a:xfrm>
            <a:off x="3891910" y="3474159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19" name="Google Shape;519;p57"/>
          <p:cNvSpPr txBox="1"/>
          <p:nvPr/>
        </p:nvSpPr>
        <p:spPr>
          <a:xfrm>
            <a:off x="3891910" y="4143159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20" name="Google Shape;520;p57"/>
          <p:cNvSpPr txBox="1"/>
          <p:nvPr/>
        </p:nvSpPr>
        <p:spPr>
          <a:xfrm>
            <a:off x="8437295" y="2805147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21" name="Google Shape;521;p57"/>
          <p:cNvSpPr txBox="1"/>
          <p:nvPr/>
        </p:nvSpPr>
        <p:spPr>
          <a:xfrm>
            <a:off x="8437295" y="3474159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22" name="Google Shape;522;p57"/>
          <p:cNvSpPr txBox="1"/>
          <p:nvPr/>
        </p:nvSpPr>
        <p:spPr>
          <a:xfrm>
            <a:off x="8437295" y="4143159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3C40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8"/>
          <p:cNvSpPr/>
          <p:nvPr/>
        </p:nvSpPr>
        <p:spPr>
          <a:xfrm>
            <a:off x="0" y="1524000"/>
            <a:ext cx="9144000" cy="3619500"/>
          </a:xfrm>
          <a:prstGeom prst="rect">
            <a:avLst/>
          </a:prstGeom>
          <a:solidFill>
            <a:srgbClr val="20494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58"/>
          <p:cNvSpPr txBox="1"/>
          <p:nvPr/>
        </p:nvSpPr>
        <p:spPr>
          <a:xfrm>
            <a:off x="381000" y="190500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F9F9F9"/>
                </a:solidFill>
                <a:latin typeface="Arial"/>
                <a:ea typeface="Arial"/>
                <a:cs typeface="Arial"/>
                <a:sym typeface="Arial"/>
              </a:rPr>
              <a:t>اسم الشركة</a:t>
            </a:r>
            <a:endParaRPr sz="700">
              <a:solidFill>
                <a:srgbClr val="F9F9F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58"/>
          <p:cNvSpPr txBox="1"/>
          <p:nvPr/>
        </p:nvSpPr>
        <p:spPr>
          <a:xfrm>
            <a:off x="3048000" y="762000"/>
            <a:ext cx="5715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600">
                <a:solidFill>
                  <a:srgbClr val="F9F9F9"/>
                </a:solidFill>
                <a:latin typeface="Newsreader"/>
                <a:ea typeface="Newsreader"/>
                <a:cs typeface="Newsreader"/>
                <a:sym typeface="Newsreader"/>
              </a:rPr>
              <a:t>فريقنا</a:t>
            </a:r>
            <a:r>
              <a:rPr lang="en" sz="3600">
                <a:solidFill>
                  <a:srgbClr val="F9F9F9"/>
                </a:solidFill>
                <a:latin typeface="Newsreader"/>
                <a:ea typeface="Newsreader"/>
                <a:cs typeface="Newsreader"/>
                <a:sym typeface="Newsreader"/>
              </a:rPr>
              <a:t> المتميز</a:t>
            </a:r>
            <a:endParaRPr sz="3600">
              <a:solidFill>
                <a:srgbClr val="F9F9F9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pic>
        <p:nvPicPr>
          <p:cNvPr id="529" name="Google Shape;52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1857375"/>
            <a:ext cx="952500" cy="952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30" name="Google Shape;530;p58"/>
          <p:cNvSpPr txBox="1"/>
          <p:nvPr/>
        </p:nvSpPr>
        <p:spPr>
          <a:xfrm>
            <a:off x="571500" y="2905125"/>
            <a:ext cx="1905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9F9F9"/>
                </a:solidFill>
                <a:latin typeface="Newsreader"/>
                <a:ea typeface="Newsreader"/>
                <a:cs typeface="Newsreader"/>
                <a:sym typeface="Newsreader"/>
              </a:rPr>
              <a:t>المسمى الوظيفي</a:t>
            </a:r>
            <a:endParaRPr sz="800">
              <a:solidFill>
                <a:srgbClr val="F9F9F9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31" name="Google Shape;531;p58"/>
          <p:cNvSpPr txBox="1"/>
          <p:nvPr/>
        </p:nvSpPr>
        <p:spPr>
          <a:xfrm>
            <a:off x="571500" y="3095625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B0D5CD"/>
                </a:solidFill>
                <a:latin typeface="Newsreader"/>
                <a:ea typeface="Newsreader"/>
                <a:cs typeface="Newsreader"/>
                <a:sym typeface="Newsreader"/>
              </a:rPr>
              <a:t>الاسم الكامل</a:t>
            </a:r>
            <a:endParaRPr b="0" sz="1400">
              <a:solidFill>
                <a:srgbClr val="B0D5CD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32" name="Google Shape;532;p58"/>
          <p:cNvSpPr txBox="1"/>
          <p:nvPr/>
        </p:nvSpPr>
        <p:spPr>
          <a:xfrm>
            <a:off x="619125" y="3476625"/>
            <a:ext cx="180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9F9F9"/>
                </a:solidFill>
                <a:latin typeface="Arial"/>
                <a:ea typeface="Arial"/>
                <a:cs typeface="Arial"/>
                <a:sym typeface="Arial"/>
              </a:rPr>
              <a:t>اكتب نبذة مختصرة تذكر خلفيتهم ومجال خبرتهم.</a:t>
            </a:r>
            <a:endParaRPr b="0" sz="900">
              <a:solidFill>
                <a:srgbClr val="F9F9F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8"/>
          <p:cNvSpPr txBox="1"/>
          <p:nvPr/>
        </p:nvSpPr>
        <p:spPr>
          <a:xfrm>
            <a:off x="571500" y="419100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B0D5CD"/>
                </a:solidFill>
                <a:latin typeface="Arial"/>
                <a:ea typeface="Arial"/>
                <a:cs typeface="Arial"/>
                <a:sym typeface="Arial"/>
              </a:rPr>
              <a:t>name@example.com</a:t>
            </a:r>
            <a:endParaRPr b="0" sz="800">
              <a:solidFill>
                <a:srgbClr val="B0D5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4" name="Google Shape;534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6575" y="1857375"/>
            <a:ext cx="952500" cy="952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35" name="Google Shape;535;p58"/>
          <p:cNvSpPr txBox="1"/>
          <p:nvPr/>
        </p:nvSpPr>
        <p:spPr>
          <a:xfrm>
            <a:off x="2600325" y="2905125"/>
            <a:ext cx="1905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9F9F9"/>
                </a:solidFill>
                <a:latin typeface="Newsreader"/>
                <a:ea typeface="Newsreader"/>
                <a:cs typeface="Newsreader"/>
                <a:sym typeface="Newsreader"/>
              </a:rPr>
              <a:t>المسمى الوظيفي</a:t>
            </a:r>
            <a:endParaRPr sz="800">
              <a:solidFill>
                <a:srgbClr val="F9F9F9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36" name="Google Shape;536;p58"/>
          <p:cNvSpPr txBox="1"/>
          <p:nvPr/>
        </p:nvSpPr>
        <p:spPr>
          <a:xfrm>
            <a:off x="2600325" y="3095625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B0D5CD"/>
                </a:solidFill>
                <a:latin typeface="Newsreader"/>
                <a:ea typeface="Newsreader"/>
                <a:cs typeface="Newsreader"/>
                <a:sym typeface="Newsreader"/>
              </a:rPr>
              <a:t>الاسم الكامل</a:t>
            </a:r>
            <a:endParaRPr b="0" sz="1400">
              <a:solidFill>
                <a:srgbClr val="B0D5CD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37" name="Google Shape;537;p58"/>
          <p:cNvSpPr txBox="1"/>
          <p:nvPr/>
        </p:nvSpPr>
        <p:spPr>
          <a:xfrm>
            <a:off x="2647950" y="3476625"/>
            <a:ext cx="180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9F9F9"/>
                </a:solidFill>
                <a:latin typeface="Arial"/>
                <a:ea typeface="Arial"/>
                <a:cs typeface="Arial"/>
                <a:sym typeface="Arial"/>
              </a:rPr>
              <a:t>اكتب نبذة مختصرة تذكر خلفيتهم ومجال خبرتهم.</a:t>
            </a:r>
            <a:endParaRPr b="0" sz="900">
              <a:solidFill>
                <a:srgbClr val="F9F9F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58"/>
          <p:cNvSpPr txBox="1"/>
          <p:nvPr/>
        </p:nvSpPr>
        <p:spPr>
          <a:xfrm>
            <a:off x="2600325" y="419100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B0D5CD"/>
                </a:solidFill>
                <a:latin typeface="Arial"/>
                <a:ea typeface="Arial"/>
                <a:cs typeface="Arial"/>
                <a:sym typeface="Arial"/>
              </a:rPr>
              <a:t>name@example.com</a:t>
            </a:r>
            <a:endParaRPr b="0" sz="800">
              <a:solidFill>
                <a:srgbClr val="B0D5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9" name="Google Shape;539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5400" y="1857375"/>
            <a:ext cx="952500" cy="952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40" name="Google Shape;540;p58"/>
          <p:cNvSpPr txBox="1"/>
          <p:nvPr/>
        </p:nvSpPr>
        <p:spPr>
          <a:xfrm>
            <a:off x="4629150" y="2905125"/>
            <a:ext cx="1905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9F9F9"/>
                </a:solidFill>
                <a:latin typeface="Newsreader"/>
                <a:ea typeface="Newsreader"/>
                <a:cs typeface="Newsreader"/>
                <a:sym typeface="Newsreader"/>
              </a:rPr>
              <a:t>المسمى الوظيفي</a:t>
            </a:r>
            <a:endParaRPr sz="800">
              <a:solidFill>
                <a:srgbClr val="F9F9F9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41" name="Google Shape;541;p58"/>
          <p:cNvSpPr txBox="1"/>
          <p:nvPr/>
        </p:nvSpPr>
        <p:spPr>
          <a:xfrm>
            <a:off x="4629150" y="3095625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B0D5CD"/>
                </a:solidFill>
                <a:latin typeface="Newsreader"/>
                <a:ea typeface="Newsreader"/>
                <a:cs typeface="Newsreader"/>
                <a:sym typeface="Newsreader"/>
              </a:rPr>
              <a:t>الاسم الكامل</a:t>
            </a:r>
            <a:endParaRPr b="0" sz="1400">
              <a:solidFill>
                <a:srgbClr val="B0D5CD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42" name="Google Shape;542;p58"/>
          <p:cNvSpPr txBox="1"/>
          <p:nvPr/>
        </p:nvSpPr>
        <p:spPr>
          <a:xfrm>
            <a:off x="4676775" y="3476625"/>
            <a:ext cx="180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9F9F9"/>
                </a:solidFill>
                <a:latin typeface="Arial"/>
                <a:ea typeface="Arial"/>
                <a:cs typeface="Arial"/>
                <a:sym typeface="Arial"/>
              </a:rPr>
              <a:t>اكتب نبذة مختصرة تذكر خلفيتهم ومجال خبرتهم.</a:t>
            </a:r>
            <a:endParaRPr b="0" sz="900">
              <a:solidFill>
                <a:srgbClr val="F9F9F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58"/>
          <p:cNvSpPr txBox="1"/>
          <p:nvPr/>
        </p:nvSpPr>
        <p:spPr>
          <a:xfrm>
            <a:off x="4629150" y="419100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B0D5CD"/>
                </a:solidFill>
                <a:latin typeface="Arial"/>
                <a:ea typeface="Arial"/>
                <a:cs typeface="Arial"/>
                <a:sym typeface="Arial"/>
              </a:rPr>
              <a:t>name@example.com</a:t>
            </a:r>
            <a:endParaRPr b="0" sz="800">
              <a:solidFill>
                <a:srgbClr val="B0D5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4" name="Google Shape;544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0" y="1857375"/>
            <a:ext cx="952500" cy="952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45" name="Google Shape;545;p58"/>
          <p:cNvSpPr txBox="1"/>
          <p:nvPr/>
        </p:nvSpPr>
        <p:spPr>
          <a:xfrm>
            <a:off x="6667500" y="2905125"/>
            <a:ext cx="1905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9F9F9"/>
                </a:solidFill>
                <a:latin typeface="Newsreader"/>
                <a:ea typeface="Newsreader"/>
                <a:cs typeface="Newsreader"/>
                <a:sym typeface="Newsreader"/>
              </a:rPr>
              <a:t>المسمى الوظيفي</a:t>
            </a:r>
            <a:endParaRPr sz="800">
              <a:solidFill>
                <a:srgbClr val="F9F9F9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46" name="Google Shape;546;p58"/>
          <p:cNvSpPr txBox="1"/>
          <p:nvPr/>
        </p:nvSpPr>
        <p:spPr>
          <a:xfrm>
            <a:off x="6667500" y="3095625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B0D5CD"/>
                </a:solidFill>
                <a:latin typeface="Newsreader"/>
                <a:ea typeface="Newsreader"/>
                <a:cs typeface="Newsreader"/>
                <a:sym typeface="Newsreader"/>
              </a:rPr>
              <a:t>الاسم الكامل</a:t>
            </a:r>
            <a:endParaRPr b="0" sz="1400">
              <a:solidFill>
                <a:srgbClr val="B0D5CD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47" name="Google Shape;547;p58"/>
          <p:cNvSpPr txBox="1"/>
          <p:nvPr/>
        </p:nvSpPr>
        <p:spPr>
          <a:xfrm>
            <a:off x="6715125" y="3476625"/>
            <a:ext cx="180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9F9F9"/>
                </a:solidFill>
                <a:latin typeface="Arial"/>
                <a:ea typeface="Arial"/>
                <a:cs typeface="Arial"/>
                <a:sym typeface="Arial"/>
              </a:rPr>
              <a:t>اكتب نبذة مختصرة تذكر خلفيتهم ومجال خبرتهم.</a:t>
            </a:r>
            <a:endParaRPr b="0" sz="900">
              <a:solidFill>
                <a:srgbClr val="F9F9F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58"/>
          <p:cNvSpPr txBox="1"/>
          <p:nvPr/>
        </p:nvSpPr>
        <p:spPr>
          <a:xfrm>
            <a:off x="6667500" y="419100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B0D5CD"/>
                </a:solidFill>
                <a:latin typeface="Arial"/>
                <a:ea typeface="Arial"/>
                <a:cs typeface="Arial"/>
                <a:sym typeface="Arial"/>
              </a:rPr>
              <a:t>name@example.com</a:t>
            </a:r>
            <a:endParaRPr b="0" sz="800">
              <a:solidFill>
                <a:srgbClr val="B0D5C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9"/>
          <p:cNvSpPr txBox="1"/>
          <p:nvPr>
            <p:ph idx="1" type="subTitle"/>
          </p:nvPr>
        </p:nvSpPr>
        <p:spPr>
          <a:xfrm>
            <a:off x="6750600" y="125341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TITLE</a:t>
            </a:r>
            <a:endParaRPr sz="800"/>
          </a:p>
        </p:txBody>
      </p:sp>
      <p:sp>
        <p:nvSpPr>
          <p:cNvPr id="554" name="Google Shape;554;p59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55" name="Google Shape;555;p59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</a:t>
            </a:r>
            <a:r>
              <a:rPr lang="en"/>
              <a:t>@example.com</a:t>
            </a:r>
            <a:endParaRPr/>
          </a:p>
        </p:txBody>
      </p:sp>
      <p:pic>
        <p:nvPicPr>
          <p:cNvPr descr="A portrait of a woman in a pink shirt. " id="556" name="Google Shape;556;p59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12332" l="14690" r="0" t="2562"/>
          <a:stretch/>
        </p:blipFill>
        <p:spPr>
          <a:xfrm>
            <a:off x="6080709" y="1066100"/>
            <a:ext cx="530399" cy="530401"/>
          </a:xfrm>
          <a:prstGeom prst="rect">
            <a:avLst/>
          </a:prstGeom>
        </p:spPr>
      </p:pic>
      <p:sp>
        <p:nvSpPr>
          <p:cNvPr id="557" name="Google Shape;557;p59"/>
          <p:cNvSpPr txBox="1"/>
          <p:nvPr>
            <p:ph idx="5" type="subTitle"/>
          </p:nvPr>
        </p:nvSpPr>
        <p:spPr>
          <a:xfrm>
            <a:off x="3824550" y="125341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TITLE</a:t>
            </a:r>
            <a:endParaRPr sz="800"/>
          </a:p>
        </p:txBody>
      </p:sp>
      <p:sp>
        <p:nvSpPr>
          <p:cNvPr id="558" name="Google Shape;558;p59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59" name="Google Shape;559;p59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name@example.com</a:t>
            </a:r>
            <a:endParaRPr/>
          </a:p>
        </p:txBody>
      </p:sp>
      <p:pic>
        <p:nvPicPr>
          <p:cNvPr descr="A man in formal business attire" id="560" name="Google Shape;560;p59"/>
          <p:cNvPicPr preferRelativeResize="0"/>
          <p:nvPr>
            <p:ph idx="8" type="pic"/>
          </p:nvPr>
        </p:nvPicPr>
        <p:blipFill rotWithShape="1">
          <a:blip r:embed="rId4">
            <a:alphaModFix/>
          </a:blip>
          <a:srcRect b="0" l="16676" r="16676" t="0"/>
          <a:stretch/>
        </p:blipFill>
        <p:spPr>
          <a:xfrm>
            <a:off x="3154659" y="1066100"/>
            <a:ext cx="530401" cy="530401"/>
          </a:xfrm>
          <a:prstGeom prst="rect">
            <a:avLst/>
          </a:prstGeom>
        </p:spPr>
      </p:pic>
      <p:sp>
        <p:nvSpPr>
          <p:cNvPr id="561" name="Google Shape;561;p59"/>
          <p:cNvSpPr txBox="1"/>
          <p:nvPr>
            <p:ph idx="9" type="subTitle"/>
          </p:nvPr>
        </p:nvSpPr>
        <p:spPr>
          <a:xfrm>
            <a:off x="6750600" y="216317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TITLE</a:t>
            </a:r>
            <a:endParaRPr sz="800"/>
          </a:p>
        </p:txBody>
      </p:sp>
      <p:sp>
        <p:nvSpPr>
          <p:cNvPr id="562" name="Google Shape;562;p59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63" name="Google Shape;563;p59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name@example.com</a:t>
            </a:r>
            <a:endParaRPr/>
          </a:p>
        </p:txBody>
      </p:sp>
      <p:pic>
        <p:nvPicPr>
          <p:cNvPr descr="A portrait of a woman in a modern office. " id="564" name="Google Shape;564;p59"/>
          <p:cNvPicPr preferRelativeResize="0"/>
          <p:nvPr>
            <p:ph idx="15" type="pic"/>
          </p:nvPr>
        </p:nvPicPr>
        <p:blipFill rotWithShape="1">
          <a:blip r:embed="rId5">
            <a:alphaModFix/>
          </a:blip>
          <a:srcRect b="0" l="17675" r="17675" t="0"/>
          <a:stretch/>
        </p:blipFill>
        <p:spPr>
          <a:xfrm>
            <a:off x="6080709" y="1975864"/>
            <a:ext cx="530401" cy="530401"/>
          </a:xfrm>
          <a:prstGeom prst="rect">
            <a:avLst/>
          </a:prstGeom>
        </p:spPr>
      </p:pic>
      <p:sp>
        <p:nvSpPr>
          <p:cNvPr id="565" name="Google Shape;565;p59"/>
          <p:cNvSpPr txBox="1"/>
          <p:nvPr>
            <p:ph idx="16" type="subTitle"/>
          </p:nvPr>
        </p:nvSpPr>
        <p:spPr>
          <a:xfrm>
            <a:off x="3824550" y="216317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TITLE</a:t>
            </a:r>
            <a:endParaRPr sz="800"/>
          </a:p>
        </p:txBody>
      </p:sp>
      <p:sp>
        <p:nvSpPr>
          <p:cNvPr id="566" name="Google Shape;566;p59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67" name="Google Shape;567;p59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name@example.com</a:t>
            </a:r>
            <a:endParaRPr/>
          </a:p>
        </p:txBody>
      </p:sp>
      <p:pic>
        <p:nvPicPr>
          <p:cNvPr descr="A businesswoman in a modern office building. " id="568" name="Google Shape;568;p59"/>
          <p:cNvPicPr preferRelativeResize="0"/>
          <p:nvPr>
            <p:ph idx="19" type="pic"/>
          </p:nvPr>
        </p:nvPicPr>
        <p:blipFill rotWithShape="1">
          <a:blip r:embed="rId6">
            <a:alphaModFix/>
          </a:blip>
          <a:srcRect b="0" l="16676" r="16676" t="0"/>
          <a:stretch/>
        </p:blipFill>
        <p:spPr>
          <a:xfrm>
            <a:off x="3154659" y="1975864"/>
            <a:ext cx="530401" cy="530401"/>
          </a:xfrm>
          <a:prstGeom prst="rect">
            <a:avLst/>
          </a:prstGeom>
        </p:spPr>
      </p:pic>
      <p:sp>
        <p:nvSpPr>
          <p:cNvPr id="569" name="Google Shape;569;p59"/>
          <p:cNvSpPr txBox="1"/>
          <p:nvPr>
            <p:ph idx="20" type="subTitle"/>
          </p:nvPr>
        </p:nvSpPr>
        <p:spPr>
          <a:xfrm>
            <a:off x="6750600" y="307116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TITLE</a:t>
            </a:r>
            <a:endParaRPr sz="800"/>
          </a:p>
        </p:txBody>
      </p:sp>
      <p:sp>
        <p:nvSpPr>
          <p:cNvPr id="570" name="Google Shape;570;p59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71" name="Google Shape;571;p59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name@example.com</a:t>
            </a:r>
            <a:endParaRPr/>
          </a:p>
        </p:txBody>
      </p:sp>
      <p:pic>
        <p:nvPicPr>
          <p:cNvPr descr="A smiling man in a suit. " id="572" name="Google Shape;572;p59"/>
          <p:cNvPicPr preferRelativeResize="0"/>
          <p:nvPr>
            <p:ph idx="23" type="pic"/>
          </p:nvPr>
        </p:nvPicPr>
        <p:blipFill rotWithShape="1">
          <a:blip r:embed="rId7">
            <a:alphaModFix/>
          </a:blip>
          <a:srcRect b="0" l="16676" r="16676" t="0"/>
          <a:stretch/>
        </p:blipFill>
        <p:spPr>
          <a:xfrm>
            <a:off x="6080709" y="2883852"/>
            <a:ext cx="530401" cy="530401"/>
          </a:xfrm>
          <a:prstGeom prst="rect">
            <a:avLst/>
          </a:prstGeom>
        </p:spPr>
      </p:pic>
      <p:sp>
        <p:nvSpPr>
          <p:cNvPr id="573" name="Google Shape;573;p59"/>
          <p:cNvSpPr txBox="1"/>
          <p:nvPr>
            <p:ph idx="24" type="subTitle"/>
          </p:nvPr>
        </p:nvSpPr>
        <p:spPr>
          <a:xfrm>
            <a:off x="3824550" y="307116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TITLE</a:t>
            </a:r>
            <a:endParaRPr sz="800"/>
          </a:p>
        </p:txBody>
      </p:sp>
      <p:sp>
        <p:nvSpPr>
          <p:cNvPr id="574" name="Google Shape;574;p59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75" name="Google Shape;575;p59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name@example.com</a:t>
            </a:r>
            <a:endParaRPr/>
          </a:p>
        </p:txBody>
      </p:sp>
      <p:pic>
        <p:nvPicPr>
          <p:cNvPr descr="A man in formal business attire, smiling for the camera. " id="576" name="Google Shape;576;p59"/>
          <p:cNvPicPr preferRelativeResize="0"/>
          <p:nvPr>
            <p:ph idx="27" type="pic"/>
          </p:nvPr>
        </p:nvPicPr>
        <p:blipFill rotWithShape="1">
          <a:blip r:embed="rId8">
            <a:alphaModFix/>
          </a:blip>
          <a:srcRect b="0" l="25125" r="8177" t="0"/>
          <a:stretch/>
        </p:blipFill>
        <p:spPr>
          <a:xfrm>
            <a:off x="3154659" y="2883852"/>
            <a:ext cx="530401" cy="530401"/>
          </a:xfrm>
          <a:prstGeom prst="rect">
            <a:avLst/>
          </a:prstGeom>
        </p:spPr>
      </p:pic>
      <p:sp>
        <p:nvSpPr>
          <p:cNvPr id="577" name="Google Shape;577;p59"/>
          <p:cNvSpPr txBox="1"/>
          <p:nvPr>
            <p:ph idx="28" type="subTitle"/>
          </p:nvPr>
        </p:nvSpPr>
        <p:spPr>
          <a:xfrm>
            <a:off x="6750600" y="399236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TITLE</a:t>
            </a:r>
            <a:endParaRPr sz="800"/>
          </a:p>
        </p:txBody>
      </p:sp>
      <p:sp>
        <p:nvSpPr>
          <p:cNvPr id="578" name="Google Shape;578;p59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79" name="Google Shape;579;p59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name@example.com</a:t>
            </a:r>
            <a:endParaRPr/>
          </a:p>
        </p:txBody>
      </p:sp>
      <p:pic>
        <p:nvPicPr>
          <p:cNvPr descr="A woman wearing glasses and a black sweater. " id="580" name="Google Shape;580;p59"/>
          <p:cNvPicPr preferRelativeResize="0"/>
          <p:nvPr>
            <p:ph idx="31" type="pic"/>
          </p:nvPr>
        </p:nvPicPr>
        <p:blipFill rotWithShape="1">
          <a:blip r:embed="rId9">
            <a:alphaModFix/>
          </a:blip>
          <a:srcRect b="10290" l="28077" r="11254" t="-1514"/>
          <a:stretch/>
        </p:blipFill>
        <p:spPr>
          <a:xfrm>
            <a:off x="6080709" y="3805056"/>
            <a:ext cx="530401" cy="530400"/>
          </a:xfrm>
          <a:prstGeom prst="rect">
            <a:avLst/>
          </a:prstGeom>
        </p:spPr>
      </p:pic>
      <p:sp>
        <p:nvSpPr>
          <p:cNvPr id="581" name="Google Shape;581;p59"/>
          <p:cNvSpPr txBox="1"/>
          <p:nvPr>
            <p:ph idx="32" type="subTitle"/>
          </p:nvPr>
        </p:nvSpPr>
        <p:spPr>
          <a:xfrm>
            <a:off x="3824550" y="399236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TITLE</a:t>
            </a:r>
            <a:endParaRPr sz="800"/>
          </a:p>
        </p:txBody>
      </p:sp>
      <p:sp>
        <p:nvSpPr>
          <p:cNvPr id="582" name="Google Shape;582;p59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83" name="Google Shape;583;p59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name@example.com</a:t>
            </a:r>
            <a:endParaRPr/>
          </a:p>
        </p:txBody>
      </p:sp>
      <p:pic>
        <p:nvPicPr>
          <p:cNvPr descr="A portrait of a business woman wearing glasses. " id="584" name="Google Shape;584;p59"/>
          <p:cNvPicPr preferRelativeResize="0"/>
          <p:nvPr>
            <p:ph idx="35" type="pic"/>
          </p:nvPr>
        </p:nvPicPr>
        <p:blipFill rotWithShape="1">
          <a:blip r:embed="rId10">
            <a:alphaModFix/>
          </a:blip>
          <a:srcRect b="14903" l="39752" r="11633" t="12153"/>
          <a:stretch/>
        </p:blipFill>
        <p:spPr>
          <a:xfrm>
            <a:off x="3154659" y="3805056"/>
            <a:ext cx="530401" cy="530401"/>
          </a:xfrm>
          <a:prstGeom prst="rect">
            <a:avLst/>
          </a:prstGeom>
        </p:spPr>
      </p:pic>
      <p:sp>
        <p:nvSpPr>
          <p:cNvPr id="585" name="Google Shape;585;p59"/>
          <p:cNvSpPr txBox="1"/>
          <p:nvPr>
            <p:ph type="title"/>
          </p:nvPr>
        </p:nvSpPr>
        <p:spPr>
          <a:xfrm>
            <a:off x="361975" y="962100"/>
            <a:ext cx="24507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</a:t>
            </a:r>
            <a:r>
              <a:rPr i="1" lang="en"/>
              <a:t>team</a:t>
            </a:r>
            <a:endParaRPr i="1"/>
          </a:p>
        </p:txBody>
      </p:sp>
      <p:sp>
        <p:nvSpPr>
          <p:cNvPr id="586" name="Google Shape;586;p5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7" name="Google Shape;587;p59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cxnSp>
        <p:nvCxnSpPr>
          <p:cNvPr id="588" name="Google Shape;588;p59"/>
          <p:cNvCxnSpPr/>
          <p:nvPr/>
        </p:nvCxnSpPr>
        <p:spPr>
          <a:xfrm>
            <a:off x="6085975" y="1801050"/>
            <a:ext cx="2697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59"/>
          <p:cNvCxnSpPr/>
          <p:nvPr/>
        </p:nvCxnSpPr>
        <p:spPr>
          <a:xfrm>
            <a:off x="3176550" y="1801050"/>
            <a:ext cx="2697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59"/>
          <p:cNvCxnSpPr/>
          <p:nvPr/>
        </p:nvCxnSpPr>
        <p:spPr>
          <a:xfrm>
            <a:off x="6085975" y="2716789"/>
            <a:ext cx="2697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59"/>
          <p:cNvCxnSpPr/>
          <p:nvPr/>
        </p:nvCxnSpPr>
        <p:spPr>
          <a:xfrm>
            <a:off x="3176550" y="2716789"/>
            <a:ext cx="2697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" name="Google Shape;592;p59"/>
          <p:cNvCxnSpPr/>
          <p:nvPr/>
        </p:nvCxnSpPr>
        <p:spPr>
          <a:xfrm>
            <a:off x="6085975" y="3632529"/>
            <a:ext cx="2697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59"/>
          <p:cNvCxnSpPr/>
          <p:nvPr/>
        </p:nvCxnSpPr>
        <p:spPr>
          <a:xfrm>
            <a:off x="3176550" y="3632529"/>
            <a:ext cx="2697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59"/>
          <p:cNvCxnSpPr/>
          <p:nvPr/>
        </p:nvCxnSpPr>
        <p:spPr>
          <a:xfrm>
            <a:off x="6085975" y="4548268"/>
            <a:ext cx="2697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59"/>
          <p:cNvCxnSpPr/>
          <p:nvPr/>
        </p:nvCxnSpPr>
        <p:spPr>
          <a:xfrm>
            <a:off x="3176550" y="4548268"/>
            <a:ext cx="2697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0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pic>
        <p:nvPicPr>
          <p:cNvPr descr="A portrait of a man in profile, silhouetted against a dark blue background. " id="601" name="Google Shape;601;p6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6892" l="0" r="0" t="7999"/>
          <a:stretch/>
        </p:blipFill>
        <p:spPr>
          <a:xfrm flipH="1">
            <a:off x="953803" y="1066100"/>
            <a:ext cx="2664299" cy="3002701"/>
          </a:xfrm>
          <a:prstGeom prst="rect">
            <a:avLst/>
          </a:prstGeom>
        </p:spPr>
      </p:pic>
      <p:sp>
        <p:nvSpPr>
          <p:cNvPr id="602" name="Google Shape;602;p60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</a:t>
            </a:r>
            <a:r>
              <a:rPr lang="en"/>
              <a:t>@example.</a:t>
            </a:r>
            <a:r>
              <a:rPr lang="en"/>
              <a:t>com</a:t>
            </a:r>
            <a:endParaRPr/>
          </a:p>
        </p:txBody>
      </p:sp>
      <p:sp>
        <p:nvSpPr>
          <p:cNvPr id="603" name="Google Shape;603;p6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4" name="Google Shape;604;p60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</a:t>
            </a:r>
            <a:r>
              <a:rPr i="1" lang="en"/>
              <a:t>brief bio</a:t>
            </a:r>
            <a:r>
              <a:rPr lang="en"/>
              <a:t> </a:t>
            </a:r>
            <a:r>
              <a:rPr lang="en"/>
              <a:t>mentioning their background and area of </a:t>
            </a:r>
            <a:r>
              <a:rPr lang="en"/>
              <a:t>expertise</a:t>
            </a:r>
            <a:r>
              <a:rPr lang="en"/>
              <a:t>.</a:t>
            </a:r>
            <a:endParaRPr/>
          </a:p>
        </p:txBody>
      </p:sp>
      <p:sp>
        <p:nvSpPr>
          <p:cNvPr id="605" name="Google Shape;605;p60"/>
          <p:cNvSpPr txBox="1"/>
          <p:nvPr>
            <p:ph idx="4" type="subTitle"/>
          </p:nvPr>
        </p:nvSpPr>
        <p:spPr>
          <a:xfrm>
            <a:off x="4975925" y="732775"/>
            <a:ext cx="37836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SPOTLIGHT</a:t>
            </a:r>
            <a:endParaRPr/>
          </a:p>
        </p:txBody>
      </p:sp>
      <p:sp>
        <p:nvSpPr>
          <p:cNvPr id="606" name="Google Shape;606;p60"/>
          <p:cNvSpPr txBox="1"/>
          <p:nvPr>
            <p:ph idx="5" type="subTitle"/>
          </p:nvPr>
        </p:nvSpPr>
        <p:spPr>
          <a:xfrm>
            <a:off x="4975925" y="1546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607" name="Google Shape;607;p60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1"/>
          <p:cNvSpPr txBox="1"/>
          <p:nvPr>
            <p:ph type="title"/>
          </p:nvPr>
        </p:nvSpPr>
        <p:spPr>
          <a:xfrm>
            <a:off x="361975" y="988550"/>
            <a:ext cx="5356800" cy="13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your mission statement, a chance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</a:t>
            </a:r>
            <a:r>
              <a:rPr i="1" lang="en"/>
              <a:t>articulate your vision</a:t>
            </a:r>
            <a:r>
              <a:rPr lang="en"/>
              <a:t>. Explain what you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do, why you do it, and who you do it for.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Be concise. Be confident.</a:t>
            </a:r>
            <a:endParaRPr/>
          </a:p>
        </p:txBody>
      </p:sp>
      <p:sp>
        <p:nvSpPr>
          <p:cNvPr id="613" name="Google Shape;613;p61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few words to the statement above. You can explain why this mission is important to you and your company and how you’ll achieve it.</a:t>
            </a:r>
            <a:endParaRPr/>
          </a:p>
        </p:txBody>
      </p:sp>
      <p:sp>
        <p:nvSpPr>
          <p:cNvPr id="614" name="Google Shape;614;p6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5" name="Google Shape;615;p6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pic>
        <p:nvPicPr>
          <p:cNvPr descr="A glass ceiling" id="616" name="Google Shape;616;p61"/>
          <p:cNvPicPr preferRelativeResize="0"/>
          <p:nvPr/>
        </p:nvPicPr>
        <p:blipFill rotWithShape="1">
          <a:blip r:embed="rId3">
            <a:alphaModFix/>
          </a:blip>
          <a:srcRect b="10956" l="0" r="0" t="10956"/>
          <a:stretch/>
        </p:blipFill>
        <p:spPr>
          <a:xfrm>
            <a:off x="6289150" y="1793125"/>
            <a:ext cx="2853300" cy="335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7" name="Google Shape;617;p61"/>
          <p:cNvCxnSpPr/>
          <p:nvPr/>
        </p:nvCxnSpPr>
        <p:spPr>
          <a:xfrm>
            <a:off x="356100" y="3843349"/>
            <a:ext cx="5362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3" name="Google Shape;623;p6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24" name="Google Shape;624;p62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few words expanding on the above. You can explain why this mission is important to you and your company </a:t>
            </a:r>
            <a:r>
              <a:rPr lang="en"/>
              <a:t>and how you’ll achieve it.</a:t>
            </a:r>
            <a:endParaRPr/>
          </a:p>
        </p:txBody>
      </p:sp>
      <p:sp>
        <p:nvSpPr>
          <p:cNvPr id="625" name="Google Shape;625;p62"/>
          <p:cNvSpPr txBox="1"/>
          <p:nvPr>
            <p:ph idx="3" type="subTitle"/>
          </p:nvPr>
        </p:nvSpPr>
        <p:spPr>
          <a:xfrm>
            <a:off x="2490450" y="732775"/>
            <a:ext cx="41631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MISSION</a:t>
            </a:r>
            <a:endParaRPr/>
          </a:p>
        </p:txBody>
      </p:sp>
      <p:sp>
        <p:nvSpPr>
          <p:cNvPr id="626" name="Google Shape;626;p62"/>
          <p:cNvSpPr txBox="1"/>
          <p:nvPr>
            <p:ph type="title"/>
          </p:nvPr>
        </p:nvSpPr>
        <p:spPr>
          <a:xfrm>
            <a:off x="719450" y="988550"/>
            <a:ext cx="77052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your mission statement, your chance to </a:t>
            </a:r>
            <a:r>
              <a:rPr i="1" lang="en"/>
              <a:t>articulate your vision</a:t>
            </a:r>
            <a:r>
              <a:rPr lang="en"/>
              <a:t>. In a few words, identify what you do, why you do it, and who you do it for. </a:t>
            </a:r>
            <a:r>
              <a:rPr i="1" lang="en"/>
              <a:t>Be concise. Be confident.</a:t>
            </a:r>
            <a:endParaRPr i="1"/>
          </a:p>
        </p:txBody>
      </p:sp>
      <p:pic>
        <p:nvPicPr>
          <p:cNvPr descr="The glass and metal facade of a skyscraper. " id="627" name="Google Shape;627;p62"/>
          <p:cNvPicPr preferRelativeResize="0"/>
          <p:nvPr/>
        </p:nvPicPr>
        <p:blipFill rotWithShape="1">
          <a:blip r:embed="rId3">
            <a:alphaModFix/>
          </a:blip>
          <a:srcRect b="782" l="22903" r="22914" t="1495"/>
          <a:stretch/>
        </p:blipFill>
        <p:spPr>
          <a:xfrm>
            <a:off x="3982600" y="2427950"/>
            <a:ext cx="1179000" cy="14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3" name="Google Shape;633;p6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34" name="Google Shape;634;p63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“Add a quote that captures your </a:t>
            </a:r>
            <a:r>
              <a:rPr i="1" lang="en"/>
              <a:t>mission statement</a:t>
            </a:r>
            <a:r>
              <a:rPr lang="en"/>
              <a:t>. Announce the </a:t>
            </a:r>
            <a:r>
              <a:rPr lang="en">
                <a:solidFill>
                  <a:schemeClr val="accent1"/>
                </a:solidFill>
              </a:rPr>
              <a:t>impact you want to achieve and who you aim to help</a:t>
            </a:r>
            <a:r>
              <a:rPr lang="en"/>
              <a:t>. Show where your </a:t>
            </a:r>
            <a:r>
              <a:rPr i="1" lang="en"/>
              <a:t>company is heading</a:t>
            </a:r>
            <a:r>
              <a:rPr lang="en"/>
              <a:t>, the ultimate goal.”</a:t>
            </a:r>
            <a:endParaRPr/>
          </a:p>
        </p:txBody>
      </p:sp>
      <p:pic>
        <p:nvPicPr>
          <p:cNvPr descr="A portrait of a man in profile, silhouetted against a dark blue background. " id="635" name="Google Shape;635;p6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7619" l="0" r="0" t="5732"/>
          <a:stretch/>
        </p:blipFill>
        <p:spPr>
          <a:xfrm>
            <a:off x="1442350" y="3492500"/>
            <a:ext cx="408900" cy="408900"/>
          </a:xfrm>
          <a:prstGeom prst="ellipse">
            <a:avLst/>
          </a:prstGeom>
        </p:spPr>
      </p:pic>
      <p:sp>
        <p:nvSpPr>
          <p:cNvPr id="636" name="Google Shape;636;p63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637" name="Google Shape;637;p63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3" name="Google Shape;643;p6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644" name="Google Shape;644;p6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“Add a quote that captures your </a:t>
            </a:r>
            <a:r>
              <a:rPr i="1" lang="en"/>
              <a:t>mission statement</a:t>
            </a:r>
            <a:r>
              <a:rPr lang="en"/>
              <a:t>. Announce the impact you want to achieve and who you aim to help. Show </a:t>
            </a:r>
            <a:r>
              <a:rPr i="1" lang="en"/>
              <a:t>where your company is headin</a:t>
            </a:r>
            <a:r>
              <a:rPr lang="en"/>
              <a:t>g, the ultimate goal.”</a:t>
            </a:r>
            <a:endParaRPr/>
          </a:p>
        </p:txBody>
      </p:sp>
      <p:pic>
        <p:nvPicPr>
          <p:cNvPr descr="A portrait of a man in profile, silhouetted against a dark blue background. " id="645" name="Google Shape;645;p6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7619" l="0" r="0" t="5732"/>
          <a:stretch/>
        </p:blipFill>
        <p:spPr>
          <a:xfrm>
            <a:off x="1442350" y="3492500"/>
            <a:ext cx="408900" cy="408900"/>
          </a:xfrm>
          <a:prstGeom prst="ellipse">
            <a:avLst/>
          </a:prstGeom>
        </p:spPr>
      </p:pic>
      <p:sp>
        <p:nvSpPr>
          <p:cNvPr id="646" name="Google Shape;646;p6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647" name="Google Shape;647;p6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