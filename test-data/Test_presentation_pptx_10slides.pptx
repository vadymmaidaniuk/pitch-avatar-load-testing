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ewsreader"/>
      <p:regular r:id="rId16"/>
      <p:bold r:id="rId17"/>
      <p:italic r:id="rId18"/>
      <p:boldItalic r:id="rId19"/>
    </p:embeddedFont>
    <p:embeddedFont>
      <p:font typeface="DM Sans Light"/>
      <p:regular r:id="rId20"/>
      <p:bold r:id="rId21"/>
      <p:italic r:id="rId22"/>
      <p:boldItalic r:id="rId23"/>
    </p:embeddedFont>
    <p:embeddedFont>
      <p:font typeface="DM Sans SemiBold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  <p:embeddedFont>
      <p:font typeface="Newsreader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33" Type="http://schemas.openxmlformats.org/officeDocument/2006/relationships/font" Target="fonts/NewsreaderSemiBold-bold.fntdata"/><Relationship Id="rId32" Type="http://schemas.openxmlformats.org/officeDocument/2006/relationships/font" Target="fonts/NewsreaderSemiBold-regular.fntdata"/><Relationship Id="rId35" Type="http://schemas.openxmlformats.org/officeDocument/2006/relationships/font" Target="fonts/NewsreaderSemiBold-boldItalic.fntdata"/><Relationship Id="rId34" Type="http://schemas.openxmlformats.org/officeDocument/2006/relationships/font" Target="fonts/NewsreaderSemiBold-italic.fntdata"/><Relationship Id="rId20" Type="http://schemas.openxmlformats.org/officeDocument/2006/relationships/font" Target="fonts/DMSansLight-regular.fntdata"/><Relationship Id="rId22" Type="http://schemas.openxmlformats.org/officeDocument/2006/relationships/font" Target="fonts/DMSansLight-italic.fntdata"/><Relationship Id="rId21" Type="http://schemas.openxmlformats.org/officeDocument/2006/relationships/font" Target="fonts/DMSansLight-bold.fntdata"/><Relationship Id="rId24" Type="http://schemas.openxmlformats.org/officeDocument/2006/relationships/font" Target="fonts/DMSansSemiBold-regular.fntdata"/><Relationship Id="rId23" Type="http://schemas.openxmlformats.org/officeDocument/2006/relationships/font" Target="fonts/DMSansLight-boldItalic.fntdata"/><Relationship Id="rId26" Type="http://schemas.openxmlformats.org/officeDocument/2006/relationships/font" Target="fonts/DMSansSemiBold-italic.fntdata"/><Relationship Id="rId25" Type="http://schemas.openxmlformats.org/officeDocument/2006/relationships/font" Target="fonts/DMSansSemiBold-bold.fntdata"/><Relationship Id="rId28" Type="http://schemas.openxmlformats.org/officeDocument/2006/relationships/font" Target="fonts/DMSans-regular.fntdata"/><Relationship Id="rId27" Type="http://schemas.openxmlformats.org/officeDocument/2006/relationships/font" Target="fonts/DMSansSemiBold-boldItalic.fntdata"/><Relationship Id="rId29" Type="http://schemas.openxmlformats.org/officeDocument/2006/relationships/font" Target="fonts/DM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ewsreader-bold.fntdata"/><Relationship Id="rId16" Type="http://schemas.openxmlformats.org/officeDocument/2006/relationships/font" Target="fonts/Newsreader-regular.fntdata"/><Relationship Id="rId19" Type="http://schemas.openxmlformats.org/officeDocument/2006/relationships/font" Target="fonts/Newsreader-boldItalic.fntdata"/><Relationship Id="rId18" Type="http://schemas.openxmlformats.org/officeDocument/2006/relationships/font" Target="fonts/Newsread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f635298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cf635298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cf6352984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cf6352984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f6352984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cf6352984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cf6352984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cf6352984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cf6352984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cf6352984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cf63529845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cf63529845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cf6352984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cf6352984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cf63529845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cf6352984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cf6352984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cf6352984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cf63529845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cf63529845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16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image" Target="../media/image8.jpg"/><Relationship Id="rId9" Type="http://schemas.openxmlformats.org/officeDocument/2006/relationships/image" Target="../media/image18.jpg"/><Relationship Id="rId5" Type="http://schemas.openxmlformats.org/officeDocument/2006/relationships/image" Target="../media/image16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17.jpg"/><Relationship Id="rId10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</a:t>
            </a:r>
            <a:r>
              <a:rPr i="1" lang="en"/>
              <a:t>Plan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71" name="Google Shape;471;p55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Briefly describe the contents of the presentation 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purpose of the meeting. Tell your audience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expect.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6"/>
          <p:cNvSpPr/>
          <p:nvPr/>
        </p:nvSpPr>
        <p:spPr>
          <a:xfrm>
            <a:off x="50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7" name="Google Shape;477;p56"/>
          <p:cNvSpPr/>
          <p:nvPr/>
        </p:nvSpPr>
        <p:spPr>
          <a:xfrm>
            <a:off x="3048087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8" name="Google Shape;478;p56"/>
          <p:cNvSpPr/>
          <p:nvPr/>
        </p:nvSpPr>
        <p:spPr>
          <a:xfrm>
            <a:off x="6096124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9" name="Google Shape;479;p56"/>
          <p:cNvSpPr/>
          <p:nvPr/>
        </p:nvSpPr>
        <p:spPr>
          <a:xfrm>
            <a:off x="50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0" name="Google Shape;480;p56"/>
          <p:cNvSpPr/>
          <p:nvPr/>
        </p:nvSpPr>
        <p:spPr>
          <a:xfrm>
            <a:off x="3048087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1" name="Google Shape;481;p56"/>
          <p:cNvSpPr/>
          <p:nvPr/>
        </p:nvSpPr>
        <p:spPr>
          <a:xfrm>
            <a:off x="6096124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2" name="Google Shape;482;p5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483" name="Google Shape;483;p5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84" name="Google Shape;484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86" name="Google Shape;486;p56"/>
          <p:cNvSpPr txBox="1"/>
          <p:nvPr>
            <p:ph type="title"/>
          </p:nvPr>
        </p:nvSpPr>
        <p:spPr>
          <a:xfrm>
            <a:off x="361975" y="962092"/>
            <a:ext cx="5718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</a:t>
            </a:r>
            <a:r>
              <a:rPr i="1" lang="en"/>
              <a:t>o</a:t>
            </a:r>
            <a:r>
              <a:rPr i="1" lang="en"/>
              <a:t>verview</a:t>
            </a:r>
            <a:endParaRPr i="1"/>
          </a:p>
        </p:txBody>
      </p:sp>
      <p:sp>
        <p:nvSpPr>
          <p:cNvPr id="487" name="Google Shape;487;p5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89" name="Google Shape;489;p5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91" name="Google Shape;491;p5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93" name="Google Shape;493;p5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95" name="Google Shape;495;p5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2" name="Google Shape;502;p5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3" name="Google Shape;503;p5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4" name="Google Shape;504;p5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5" name="Google Shape;505;p5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6" name="Google Shape;506;p5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7" name="Google Shape;507;p57"/>
          <p:cNvSpPr txBox="1"/>
          <p:nvPr>
            <p:ph type="title"/>
          </p:nvPr>
        </p:nvSpPr>
        <p:spPr>
          <a:xfrm>
            <a:off x="361975" y="962100"/>
            <a:ext cx="4163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</a:t>
            </a:r>
            <a:r>
              <a:rPr i="1" lang="en"/>
              <a:t>o</a:t>
            </a:r>
            <a:r>
              <a:rPr i="1" lang="en"/>
              <a:t>verview</a:t>
            </a:r>
            <a:endParaRPr i="1"/>
          </a:p>
        </p:txBody>
      </p:sp>
      <p:sp>
        <p:nvSpPr>
          <p:cNvPr id="508" name="Google Shape;508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9" name="Google Shape;509;p5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cxnSp>
        <p:nvCxnSpPr>
          <p:cNvPr id="510" name="Google Shape;510;p57"/>
          <p:cNvCxnSpPr/>
          <p:nvPr/>
        </p:nvCxnSpPr>
        <p:spPr>
          <a:xfrm>
            <a:off x="3784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57"/>
          <p:cNvCxnSpPr/>
          <p:nvPr/>
        </p:nvCxnSpPr>
        <p:spPr>
          <a:xfrm>
            <a:off x="378475" y="3892305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57"/>
          <p:cNvCxnSpPr/>
          <p:nvPr/>
        </p:nvCxnSpPr>
        <p:spPr>
          <a:xfrm>
            <a:off x="378475" y="4543946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57"/>
          <p:cNvCxnSpPr/>
          <p:nvPr/>
        </p:nvCxnSpPr>
        <p:spPr>
          <a:xfrm>
            <a:off x="49261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57"/>
          <p:cNvCxnSpPr/>
          <p:nvPr/>
        </p:nvCxnSpPr>
        <p:spPr>
          <a:xfrm>
            <a:off x="4926175" y="3892305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57"/>
          <p:cNvCxnSpPr/>
          <p:nvPr/>
        </p:nvCxnSpPr>
        <p:spPr>
          <a:xfrm>
            <a:off x="4926175" y="4543946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57"/>
          <p:cNvSpPr txBox="1"/>
          <p:nvPr/>
        </p:nvSpPr>
        <p:spPr>
          <a:xfrm>
            <a:off x="3891910" y="28051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17" name="Google Shape;517;p57"/>
          <p:cNvSpPr txBox="1"/>
          <p:nvPr/>
        </p:nvSpPr>
        <p:spPr>
          <a:xfrm>
            <a:off x="3891910" y="3474159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18" name="Google Shape;518;p57"/>
          <p:cNvSpPr txBox="1"/>
          <p:nvPr/>
        </p:nvSpPr>
        <p:spPr>
          <a:xfrm>
            <a:off x="3891910" y="4143159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19" name="Google Shape;519;p57"/>
          <p:cNvSpPr txBox="1"/>
          <p:nvPr/>
        </p:nvSpPr>
        <p:spPr>
          <a:xfrm>
            <a:off x="8437295" y="28051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0" name="Google Shape;520;p57"/>
          <p:cNvSpPr txBox="1"/>
          <p:nvPr/>
        </p:nvSpPr>
        <p:spPr>
          <a:xfrm>
            <a:off x="8437295" y="3474159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1" name="Google Shape;521;p57"/>
          <p:cNvSpPr txBox="1"/>
          <p:nvPr/>
        </p:nvSpPr>
        <p:spPr>
          <a:xfrm>
            <a:off x="8437295" y="4143159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8"/>
          <p:cNvSpPr/>
          <p:nvPr/>
        </p:nvSpPr>
        <p:spPr>
          <a:xfrm>
            <a:off x="6857075" y="1801500"/>
            <a:ext cx="2294400" cy="33420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7" name="Google Shape;527;p58"/>
          <p:cNvSpPr/>
          <p:nvPr/>
        </p:nvSpPr>
        <p:spPr>
          <a:xfrm>
            <a:off x="4562625" y="1801500"/>
            <a:ext cx="2294400" cy="33420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8" name="Google Shape;528;p58"/>
          <p:cNvSpPr/>
          <p:nvPr/>
        </p:nvSpPr>
        <p:spPr>
          <a:xfrm>
            <a:off x="2294450" y="1801500"/>
            <a:ext cx="2294400" cy="33420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9" name="Google Shape;529;p58"/>
          <p:cNvSpPr/>
          <p:nvPr/>
        </p:nvSpPr>
        <p:spPr>
          <a:xfrm>
            <a:off x="0" y="1801500"/>
            <a:ext cx="2294400" cy="33420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 businessman in a suit, standing outdoors. " id="530" name="Google Shape;530;p58"/>
          <p:cNvPicPr preferRelativeResize="0"/>
          <p:nvPr>
            <p:ph idx="8" type="pic"/>
          </p:nvPr>
        </p:nvPicPr>
        <p:blipFill rotWithShape="1">
          <a:blip r:embed="rId3">
            <a:alphaModFix/>
          </a:blip>
          <a:srcRect b="0" l="16676" r="16676" t="0"/>
          <a:stretch/>
        </p:blipFill>
        <p:spPr>
          <a:xfrm>
            <a:off x="651288" y="1923334"/>
            <a:ext cx="991800" cy="991799"/>
          </a:xfrm>
          <a:prstGeom prst="rect">
            <a:avLst/>
          </a:prstGeom>
        </p:spPr>
      </p:pic>
      <p:sp>
        <p:nvSpPr>
          <p:cNvPr id="531" name="Google Shape;531;p58"/>
          <p:cNvSpPr txBox="1"/>
          <p:nvPr>
            <p:ph type="title"/>
          </p:nvPr>
        </p:nvSpPr>
        <p:spPr>
          <a:xfrm>
            <a:off x="361975" y="962092"/>
            <a:ext cx="5718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</a:t>
            </a:r>
            <a:r>
              <a:rPr i="1" lang="en"/>
              <a:t>t</a:t>
            </a:r>
            <a:r>
              <a:rPr i="1" lang="en"/>
              <a:t>eam</a:t>
            </a:r>
            <a:endParaRPr i="1"/>
          </a:p>
        </p:txBody>
      </p:sp>
      <p:sp>
        <p:nvSpPr>
          <p:cNvPr id="532" name="Google Shape;532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58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34" name="Google Shape;534;p58"/>
          <p:cNvSpPr txBox="1"/>
          <p:nvPr>
            <p:ph idx="13" type="subTitle"/>
          </p:nvPr>
        </p:nvSpPr>
        <p:spPr>
          <a:xfrm>
            <a:off x="353250" y="3248209"/>
            <a:ext cx="15879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35" name="Google Shape;535;p58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36" name="Google Shape;536;p58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sp>
        <p:nvSpPr>
          <p:cNvPr id="537" name="Google Shape;537;p58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mentioning their background and area of expertise.</a:t>
            </a:r>
            <a:endParaRPr/>
          </a:p>
        </p:txBody>
      </p:sp>
      <p:sp>
        <p:nvSpPr>
          <p:cNvPr id="538" name="Google Shape;538;p58"/>
          <p:cNvSpPr txBox="1"/>
          <p:nvPr>
            <p:ph idx="16" type="subTitle"/>
          </p:nvPr>
        </p:nvSpPr>
        <p:spPr>
          <a:xfrm>
            <a:off x="7188325" y="3248209"/>
            <a:ext cx="15879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39" name="Google Shape;539;p58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40" name="Google Shape;540;p58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r>
              <a:rPr lang="en"/>
              <a:t>@example.com</a:t>
            </a:r>
            <a:endParaRPr/>
          </a:p>
        </p:txBody>
      </p:sp>
      <p:sp>
        <p:nvSpPr>
          <p:cNvPr id="541" name="Google Shape;541;p58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mentioning their background and area of expertise.</a:t>
            </a:r>
            <a:endParaRPr/>
          </a:p>
        </p:txBody>
      </p:sp>
      <p:sp>
        <p:nvSpPr>
          <p:cNvPr id="542" name="Google Shape;542;p58"/>
          <p:cNvSpPr txBox="1"/>
          <p:nvPr>
            <p:ph idx="19" type="subTitle"/>
          </p:nvPr>
        </p:nvSpPr>
        <p:spPr>
          <a:xfrm>
            <a:off x="4924850" y="3248209"/>
            <a:ext cx="15879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43" name="Google Shape;543;p58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44" name="Google Shape;544;p58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sp>
        <p:nvSpPr>
          <p:cNvPr id="545" name="Google Shape;545;p58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mentioning their background and area of expertise.</a:t>
            </a:r>
            <a:endParaRPr/>
          </a:p>
        </p:txBody>
      </p:sp>
      <p:sp>
        <p:nvSpPr>
          <p:cNvPr id="546" name="Google Shape;546;p58"/>
          <p:cNvSpPr txBox="1"/>
          <p:nvPr>
            <p:ph idx="22" type="subTitle"/>
          </p:nvPr>
        </p:nvSpPr>
        <p:spPr>
          <a:xfrm>
            <a:off x="2643513" y="3248209"/>
            <a:ext cx="15879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47" name="Google Shape;547;p58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48" name="Google Shape;548;p58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sp>
        <p:nvSpPr>
          <p:cNvPr id="549" name="Google Shape;549;p58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mentioning their background and area of expertise.</a:t>
            </a:r>
            <a:endParaRPr/>
          </a:p>
        </p:txBody>
      </p:sp>
      <p:sp>
        <p:nvSpPr>
          <p:cNvPr id="550" name="Google Shape;550;p58"/>
          <p:cNvSpPr/>
          <p:nvPr>
            <p:ph idx="5" type="pic"/>
          </p:nvPr>
        </p:nvSpPr>
        <p:spPr>
          <a:xfrm>
            <a:off x="2939188" y="1923334"/>
            <a:ext cx="991800" cy="991800"/>
          </a:xfrm>
          <a:prstGeom prst="rect">
            <a:avLst/>
          </a:prstGeom>
        </p:spPr>
      </p:sp>
      <p:sp>
        <p:nvSpPr>
          <p:cNvPr id="551" name="Google Shape;551;p58"/>
          <p:cNvSpPr/>
          <p:nvPr>
            <p:ph idx="6" type="pic"/>
          </p:nvPr>
        </p:nvSpPr>
        <p:spPr>
          <a:xfrm>
            <a:off x="5217238" y="1923334"/>
            <a:ext cx="991800" cy="991800"/>
          </a:xfrm>
          <a:prstGeom prst="rect">
            <a:avLst/>
          </a:prstGeom>
        </p:spPr>
      </p:sp>
      <p:sp>
        <p:nvSpPr>
          <p:cNvPr id="552" name="Google Shape;552;p58"/>
          <p:cNvSpPr/>
          <p:nvPr>
            <p:ph idx="7" type="pic"/>
          </p:nvPr>
        </p:nvSpPr>
        <p:spPr>
          <a:xfrm>
            <a:off x="7492938" y="1923334"/>
            <a:ext cx="991800" cy="991800"/>
          </a:xfrm>
          <a:prstGeom prst="rect">
            <a:avLst/>
          </a:prstGeom>
        </p:spPr>
      </p:sp>
      <p:pic>
        <p:nvPicPr>
          <p:cNvPr descr="A portrait of a smiling businesswoman" id="553" name="Google Shape;553;p58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17675" r="17675" t="0"/>
          <a:stretch/>
        </p:blipFill>
        <p:spPr>
          <a:xfrm>
            <a:off x="2941562" y="1923364"/>
            <a:ext cx="991800" cy="9917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ortrait of a businesswoman in a modern office building. " id="554" name="Google Shape;554;p58"/>
          <p:cNvPicPr preferRelativeResize="0"/>
          <p:nvPr>
            <p:ph idx="3" type="pic"/>
          </p:nvPr>
        </p:nvPicPr>
        <p:blipFill rotWithShape="1">
          <a:blip r:embed="rId5">
            <a:alphaModFix/>
          </a:blip>
          <a:srcRect b="0" l="16676" r="16676" t="0"/>
          <a:stretch/>
        </p:blipFill>
        <p:spPr>
          <a:xfrm>
            <a:off x="5214241" y="1923364"/>
            <a:ext cx="991800" cy="991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miling businessman in an office. " id="555" name="Google Shape;555;p58"/>
          <p:cNvPicPr preferRelativeResize="0"/>
          <p:nvPr>
            <p:ph idx="4" type="pic"/>
          </p:nvPr>
        </p:nvPicPr>
        <p:blipFill rotWithShape="1">
          <a:blip r:embed="rId6">
            <a:alphaModFix/>
          </a:blip>
          <a:srcRect b="0" l="16676" r="16676" t="0"/>
          <a:stretch/>
        </p:blipFill>
        <p:spPr>
          <a:xfrm>
            <a:off x="7495034" y="1923364"/>
            <a:ext cx="991800" cy="99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9"/>
          <p:cNvSpPr txBox="1"/>
          <p:nvPr>
            <p:ph idx="1" type="subTitle"/>
          </p:nvPr>
        </p:nvSpPr>
        <p:spPr>
          <a:xfrm>
            <a:off x="6750600" y="125341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61" name="Google Shape;561;p59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62" name="Google Shape;562;p59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r>
              <a:rPr lang="en"/>
              <a:t>@example.com</a:t>
            </a:r>
            <a:endParaRPr/>
          </a:p>
        </p:txBody>
      </p:sp>
      <p:pic>
        <p:nvPicPr>
          <p:cNvPr descr="A portrait of a woman in a pink shirt. " id="563" name="Google Shape;563;p59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12332" l="14690" r="0" t="2562"/>
          <a:stretch/>
        </p:blipFill>
        <p:spPr>
          <a:xfrm>
            <a:off x="6080709" y="1066100"/>
            <a:ext cx="530399" cy="530401"/>
          </a:xfrm>
          <a:prstGeom prst="rect">
            <a:avLst/>
          </a:prstGeom>
        </p:spPr>
      </p:pic>
      <p:sp>
        <p:nvSpPr>
          <p:cNvPr id="564" name="Google Shape;564;p59"/>
          <p:cNvSpPr txBox="1"/>
          <p:nvPr>
            <p:ph idx="5" type="subTitle"/>
          </p:nvPr>
        </p:nvSpPr>
        <p:spPr>
          <a:xfrm>
            <a:off x="3824550" y="125341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65" name="Google Shape;565;p59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66" name="Google Shape;566;p59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man in formal business attire" id="567" name="Google Shape;567;p59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0" l="16676" r="16676" t="0"/>
          <a:stretch/>
        </p:blipFill>
        <p:spPr>
          <a:xfrm>
            <a:off x="3154659" y="1066100"/>
            <a:ext cx="530401" cy="530401"/>
          </a:xfrm>
          <a:prstGeom prst="rect">
            <a:avLst/>
          </a:prstGeom>
        </p:spPr>
      </p:pic>
      <p:sp>
        <p:nvSpPr>
          <p:cNvPr id="568" name="Google Shape;568;p59"/>
          <p:cNvSpPr txBox="1"/>
          <p:nvPr>
            <p:ph idx="9" type="subTitle"/>
          </p:nvPr>
        </p:nvSpPr>
        <p:spPr>
          <a:xfrm>
            <a:off x="6750600" y="216317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69" name="Google Shape;569;p59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70" name="Google Shape;570;p59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portrait of a woman in a modern office. " id="571" name="Google Shape;571;p59"/>
          <p:cNvPicPr preferRelativeResize="0"/>
          <p:nvPr>
            <p:ph idx="15" type="pic"/>
          </p:nvPr>
        </p:nvPicPr>
        <p:blipFill rotWithShape="1">
          <a:blip r:embed="rId5">
            <a:alphaModFix/>
          </a:blip>
          <a:srcRect b="0" l="17675" r="17675" t="0"/>
          <a:stretch/>
        </p:blipFill>
        <p:spPr>
          <a:xfrm>
            <a:off x="6080709" y="1975864"/>
            <a:ext cx="530401" cy="530401"/>
          </a:xfrm>
          <a:prstGeom prst="rect">
            <a:avLst/>
          </a:prstGeom>
        </p:spPr>
      </p:pic>
      <p:sp>
        <p:nvSpPr>
          <p:cNvPr id="572" name="Google Shape;572;p59"/>
          <p:cNvSpPr txBox="1"/>
          <p:nvPr>
            <p:ph idx="16" type="subTitle"/>
          </p:nvPr>
        </p:nvSpPr>
        <p:spPr>
          <a:xfrm>
            <a:off x="3824550" y="216317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73" name="Google Shape;573;p59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74" name="Google Shape;574;p59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businesswoman in a modern office building. " id="575" name="Google Shape;575;p59"/>
          <p:cNvPicPr preferRelativeResize="0"/>
          <p:nvPr>
            <p:ph idx="19" type="pic"/>
          </p:nvPr>
        </p:nvPicPr>
        <p:blipFill rotWithShape="1">
          <a:blip r:embed="rId6">
            <a:alphaModFix/>
          </a:blip>
          <a:srcRect b="0" l="16676" r="16676" t="0"/>
          <a:stretch/>
        </p:blipFill>
        <p:spPr>
          <a:xfrm>
            <a:off x="3154659" y="1975864"/>
            <a:ext cx="530401" cy="530401"/>
          </a:xfrm>
          <a:prstGeom prst="rect">
            <a:avLst/>
          </a:prstGeom>
        </p:spPr>
      </p:pic>
      <p:sp>
        <p:nvSpPr>
          <p:cNvPr id="576" name="Google Shape;576;p59"/>
          <p:cNvSpPr txBox="1"/>
          <p:nvPr>
            <p:ph idx="20" type="subTitle"/>
          </p:nvPr>
        </p:nvSpPr>
        <p:spPr>
          <a:xfrm>
            <a:off x="6750600" y="307116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77" name="Google Shape;577;p59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78" name="Google Shape;578;p59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smiling man in a suit. " id="579" name="Google Shape;579;p59"/>
          <p:cNvPicPr preferRelativeResize="0"/>
          <p:nvPr>
            <p:ph idx="23" type="pic"/>
          </p:nvPr>
        </p:nvPicPr>
        <p:blipFill rotWithShape="1">
          <a:blip r:embed="rId7">
            <a:alphaModFix/>
          </a:blip>
          <a:srcRect b="0" l="16676" r="16676" t="0"/>
          <a:stretch/>
        </p:blipFill>
        <p:spPr>
          <a:xfrm>
            <a:off x="6080709" y="2883852"/>
            <a:ext cx="530401" cy="530401"/>
          </a:xfrm>
          <a:prstGeom prst="rect">
            <a:avLst/>
          </a:prstGeom>
        </p:spPr>
      </p:pic>
      <p:sp>
        <p:nvSpPr>
          <p:cNvPr id="580" name="Google Shape;580;p59"/>
          <p:cNvSpPr txBox="1"/>
          <p:nvPr>
            <p:ph idx="24" type="subTitle"/>
          </p:nvPr>
        </p:nvSpPr>
        <p:spPr>
          <a:xfrm>
            <a:off x="3824550" y="307116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81" name="Google Shape;581;p59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82" name="Google Shape;582;p59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man in formal business attire, smiling for the camera. " id="583" name="Google Shape;583;p59"/>
          <p:cNvPicPr preferRelativeResize="0"/>
          <p:nvPr>
            <p:ph idx="27" type="pic"/>
          </p:nvPr>
        </p:nvPicPr>
        <p:blipFill rotWithShape="1">
          <a:blip r:embed="rId8">
            <a:alphaModFix/>
          </a:blip>
          <a:srcRect b="0" l="25125" r="8177" t="0"/>
          <a:stretch/>
        </p:blipFill>
        <p:spPr>
          <a:xfrm>
            <a:off x="3154659" y="2883852"/>
            <a:ext cx="530401" cy="530401"/>
          </a:xfrm>
          <a:prstGeom prst="rect">
            <a:avLst/>
          </a:prstGeom>
        </p:spPr>
      </p:pic>
      <p:sp>
        <p:nvSpPr>
          <p:cNvPr id="584" name="Google Shape;584;p59"/>
          <p:cNvSpPr txBox="1"/>
          <p:nvPr>
            <p:ph idx="28" type="subTitle"/>
          </p:nvPr>
        </p:nvSpPr>
        <p:spPr>
          <a:xfrm>
            <a:off x="6750600" y="399236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85" name="Google Shape;585;p59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86" name="Google Shape;586;p59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woman wearing glasses and a black sweater. " id="587" name="Google Shape;587;p59"/>
          <p:cNvPicPr preferRelativeResize="0"/>
          <p:nvPr>
            <p:ph idx="31" type="pic"/>
          </p:nvPr>
        </p:nvPicPr>
        <p:blipFill rotWithShape="1">
          <a:blip r:embed="rId9">
            <a:alphaModFix/>
          </a:blip>
          <a:srcRect b="10290" l="28077" r="11254" t="-1514"/>
          <a:stretch/>
        </p:blipFill>
        <p:spPr>
          <a:xfrm>
            <a:off x="6080709" y="3805056"/>
            <a:ext cx="530401" cy="530400"/>
          </a:xfrm>
          <a:prstGeom prst="rect">
            <a:avLst/>
          </a:prstGeom>
        </p:spPr>
      </p:pic>
      <p:sp>
        <p:nvSpPr>
          <p:cNvPr id="588" name="Google Shape;588;p59"/>
          <p:cNvSpPr txBox="1"/>
          <p:nvPr>
            <p:ph idx="32" type="subTitle"/>
          </p:nvPr>
        </p:nvSpPr>
        <p:spPr>
          <a:xfrm>
            <a:off x="3824550" y="399236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89" name="Google Shape;589;p59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90" name="Google Shape;590;p59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portrait of a business woman wearing glasses. " id="591" name="Google Shape;591;p59"/>
          <p:cNvPicPr preferRelativeResize="0"/>
          <p:nvPr>
            <p:ph idx="35" type="pic"/>
          </p:nvPr>
        </p:nvPicPr>
        <p:blipFill rotWithShape="1">
          <a:blip r:embed="rId10">
            <a:alphaModFix/>
          </a:blip>
          <a:srcRect b="14903" l="39752" r="11633" t="12153"/>
          <a:stretch/>
        </p:blipFill>
        <p:spPr>
          <a:xfrm>
            <a:off x="3154659" y="3805056"/>
            <a:ext cx="530401" cy="530401"/>
          </a:xfrm>
          <a:prstGeom prst="rect">
            <a:avLst/>
          </a:prstGeom>
        </p:spPr>
      </p:pic>
      <p:sp>
        <p:nvSpPr>
          <p:cNvPr id="592" name="Google Shape;592;p59"/>
          <p:cNvSpPr txBox="1"/>
          <p:nvPr>
            <p:ph type="title"/>
          </p:nvPr>
        </p:nvSpPr>
        <p:spPr>
          <a:xfrm>
            <a:off x="361975" y="962100"/>
            <a:ext cx="24507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</a:t>
            </a:r>
            <a:r>
              <a:rPr i="1" lang="en"/>
              <a:t>team</a:t>
            </a:r>
            <a:endParaRPr i="1"/>
          </a:p>
        </p:txBody>
      </p:sp>
      <p:sp>
        <p:nvSpPr>
          <p:cNvPr id="593" name="Google Shape;593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4" name="Google Shape;594;p59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cxnSp>
        <p:nvCxnSpPr>
          <p:cNvPr id="595" name="Google Shape;595;p59"/>
          <p:cNvCxnSpPr/>
          <p:nvPr/>
        </p:nvCxnSpPr>
        <p:spPr>
          <a:xfrm>
            <a:off x="6085975" y="1801050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59"/>
          <p:cNvCxnSpPr/>
          <p:nvPr/>
        </p:nvCxnSpPr>
        <p:spPr>
          <a:xfrm>
            <a:off x="3176550" y="1801050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59"/>
          <p:cNvCxnSpPr/>
          <p:nvPr/>
        </p:nvCxnSpPr>
        <p:spPr>
          <a:xfrm>
            <a:off x="6085975" y="2716789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59"/>
          <p:cNvCxnSpPr/>
          <p:nvPr/>
        </p:nvCxnSpPr>
        <p:spPr>
          <a:xfrm>
            <a:off x="3176550" y="2716789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59"/>
          <p:cNvCxnSpPr/>
          <p:nvPr/>
        </p:nvCxnSpPr>
        <p:spPr>
          <a:xfrm>
            <a:off x="6085975" y="3632529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59"/>
          <p:cNvCxnSpPr/>
          <p:nvPr/>
        </p:nvCxnSpPr>
        <p:spPr>
          <a:xfrm>
            <a:off x="3176550" y="3632529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59"/>
          <p:cNvCxnSpPr/>
          <p:nvPr/>
        </p:nvCxnSpPr>
        <p:spPr>
          <a:xfrm>
            <a:off x="6085975" y="4548268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59"/>
          <p:cNvCxnSpPr/>
          <p:nvPr/>
        </p:nvCxnSpPr>
        <p:spPr>
          <a:xfrm>
            <a:off x="3176550" y="4548268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0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pic>
        <p:nvPicPr>
          <p:cNvPr descr="A portrait of a man in profile, silhouetted against a dark blue background. " id="608" name="Google Shape;608;p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6892" l="0" r="0" t="7999"/>
          <a:stretch/>
        </p:blipFill>
        <p:spPr>
          <a:xfrm flipH="1">
            <a:off x="953803" y="1066100"/>
            <a:ext cx="2664299" cy="3002701"/>
          </a:xfrm>
          <a:prstGeom prst="rect">
            <a:avLst/>
          </a:prstGeom>
        </p:spPr>
      </p:pic>
      <p:sp>
        <p:nvSpPr>
          <p:cNvPr id="609" name="Google Shape;609;p60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r>
              <a:rPr lang="en"/>
              <a:t>@example.</a:t>
            </a:r>
            <a:r>
              <a:rPr lang="en"/>
              <a:t>com</a:t>
            </a:r>
            <a:endParaRPr/>
          </a:p>
        </p:txBody>
      </p:sp>
      <p:sp>
        <p:nvSpPr>
          <p:cNvPr id="610" name="Google Shape;610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1" name="Google Shape;611;p60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</a:t>
            </a:r>
            <a:r>
              <a:rPr i="1" lang="en"/>
              <a:t>brief bio</a:t>
            </a:r>
            <a:r>
              <a:rPr lang="en"/>
              <a:t> </a:t>
            </a:r>
            <a:r>
              <a:rPr lang="en"/>
              <a:t>mentioning their background and area of </a:t>
            </a:r>
            <a:r>
              <a:rPr lang="en"/>
              <a:t>expertise</a:t>
            </a:r>
            <a:r>
              <a:rPr lang="en"/>
              <a:t>.</a:t>
            </a:r>
            <a:endParaRPr/>
          </a:p>
        </p:txBody>
      </p:sp>
      <p:sp>
        <p:nvSpPr>
          <p:cNvPr id="612" name="Google Shape;612;p60"/>
          <p:cNvSpPr txBox="1"/>
          <p:nvPr>
            <p:ph idx="4" type="subTitle"/>
          </p:nvPr>
        </p:nvSpPr>
        <p:spPr>
          <a:xfrm>
            <a:off x="4975925" y="732775"/>
            <a:ext cx="37836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SPOTLIGHT</a:t>
            </a:r>
            <a:endParaRPr/>
          </a:p>
        </p:txBody>
      </p:sp>
      <p:sp>
        <p:nvSpPr>
          <p:cNvPr id="613" name="Google Shape;613;p60"/>
          <p:cNvSpPr txBox="1"/>
          <p:nvPr>
            <p:ph idx="5" type="subTitle"/>
          </p:nvPr>
        </p:nvSpPr>
        <p:spPr>
          <a:xfrm>
            <a:off x="4975925" y="1546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614" name="Google Shape;614;p60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1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mission statement, a chance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</a:t>
            </a:r>
            <a:r>
              <a:rPr i="1" lang="en"/>
              <a:t>articulate your vision</a:t>
            </a:r>
            <a:r>
              <a:rPr lang="en"/>
              <a:t>. Explain what you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do, why you do it, and who you do it for.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Be concise. Be confident.</a:t>
            </a:r>
            <a:endParaRPr/>
          </a:p>
        </p:txBody>
      </p:sp>
      <p:sp>
        <p:nvSpPr>
          <p:cNvPr id="620" name="Google Shape;620;p61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few words to the statement above. You can explain why this mission is important to you and your company and how you’ll achieve it.</a:t>
            </a:r>
            <a:endParaRPr/>
          </a:p>
        </p:txBody>
      </p:sp>
      <p:sp>
        <p:nvSpPr>
          <p:cNvPr id="621" name="Google Shape;621;p6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2" name="Google Shape;622;p6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pic>
        <p:nvPicPr>
          <p:cNvPr descr="A glass ceiling" id="623" name="Google Shape;623;p61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4" name="Google Shape;624;p61"/>
          <p:cNvCxnSpPr/>
          <p:nvPr/>
        </p:nvCxnSpPr>
        <p:spPr>
          <a:xfrm>
            <a:off x="356100" y="3843349"/>
            <a:ext cx="5362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0" name="Google Shape;630;p6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31" name="Google Shape;631;p62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few words expanding on the above. You can explain why this mission is important to you and your company </a:t>
            </a:r>
            <a:r>
              <a:rPr lang="en"/>
              <a:t>and how you’ll achieve it.</a:t>
            </a:r>
            <a:endParaRPr/>
          </a:p>
        </p:txBody>
      </p:sp>
      <p:sp>
        <p:nvSpPr>
          <p:cNvPr id="632" name="Google Shape;632;p62"/>
          <p:cNvSpPr txBox="1"/>
          <p:nvPr>
            <p:ph idx="3" type="subTitle"/>
          </p:nvPr>
        </p:nvSpPr>
        <p:spPr>
          <a:xfrm>
            <a:off x="2490450" y="732775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MISSION</a:t>
            </a:r>
            <a:endParaRPr/>
          </a:p>
        </p:txBody>
      </p:sp>
      <p:sp>
        <p:nvSpPr>
          <p:cNvPr id="633" name="Google Shape;633;p62"/>
          <p:cNvSpPr txBox="1"/>
          <p:nvPr>
            <p:ph type="title"/>
          </p:nvPr>
        </p:nvSpPr>
        <p:spPr>
          <a:xfrm>
            <a:off x="719450" y="988550"/>
            <a:ext cx="77052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mission statement, your chance to </a:t>
            </a:r>
            <a:r>
              <a:rPr i="1" lang="en"/>
              <a:t>articulate your vision</a:t>
            </a:r>
            <a:r>
              <a:rPr lang="en"/>
              <a:t>. In a few words, identify what you do, why you do it, and who you do it for. </a:t>
            </a:r>
            <a:r>
              <a:rPr i="1" lang="en"/>
              <a:t>Be concise. Be confident.</a:t>
            </a:r>
            <a:endParaRPr i="1"/>
          </a:p>
        </p:txBody>
      </p:sp>
      <p:pic>
        <p:nvPicPr>
          <p:cNvPr descr="The glass and metal facade of a skyscraper. " id="634" name="Google Shape;634;p62"/>
          <p:cNvPicPr preferRelativeResize="0"/>
          <p:nvPr/>
        </p:nvPicPr>
        <p:blipFill rotWithShape="1">
          <a:blip r:embed="rId3">
            <a:alphaModFix/>
          </a:blip>
          <a:srcRect b="782" l="22903" r="22914" t="1495"/>
          <a:stretch/>
        </p:blipFill>
        <p:spPr>
          <a:xfrm>
            <a:off x="3982600" y="2427950"/>
            <a:ext cx="1179000" cy="14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0" name="Google Shape;640;p6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41" name="Google Shape;641;p63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“Add a quote that captures your </a:t>
            </a:r>
            <a:r>
              <a:rPr i="1" lang="en"/>
              <a:t>mission statement</a:t>
            </a:r>
            <a:r>
              <a:rPr lang="en"/>
              <a:t>. Announce the </a:t>
            </a:r>
            <a:r>
              <a:rPr lang="en">
                <a:solidFill>
                  <a:schemeClr val="accent1"/>
                </a:solidFill>
              </a:rPr>
              <a:t>impact you want to achieve and who you aim to help</a:t>
            </a:r>
            <a:r>
              <a:rPr lang="en"/>
              <a:t>. Show where your </a:t>
            </a:r>
            <a:r>
              <a:rPr i="1" lang="en"/>
              <a:t>company is heading</a:t>
            </a:r>
            <a:r>
              <a:rPr lang="en"/>
              <a:t>, the ultimate goal.”</a:t>
            </a:r>
            <a:endParaRPr/>
          </a:p>
        </p:txBody>
      </p:sp>
      <p:pic>
        <p:nvPicPr>
          <p:cNvPr descr="A portrait of a man in profile, silhouetted against a dark blue background. " id="642" name="Google Shape;642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7619" l="0" r="0" t="5732"/>
          <a:stretch/>
        </p:blipFill>
        <p:spPr>
          <a:xfrm>
            <a:off x="1442350" y="3492500"/>
            <a:ext cx="408900" cy="408900"/>
          </a:xfrm>
          <a:prstGeom prst="ellipse">
            <a:avLst/>
          </a:prstGeom>
        </p:spPr>
      </p:pic>
      <p:sp>
        <p:nvSpPr>
          <p:cNvPr id="643" name="Google Shape;643;p63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44" name="Google Shape;644;p63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0" name="Google Shape;650;p6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51" name="Google Shape;651;p6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“Add a quote that captures your </a:t>
            </a:r>
            <a:r>
              <a:rPr i="1" lang="en"/>
              <a:t>mission statement</a:t>
            </a:r>
            <a:r>
              <a:rPr lang="en"/>
              <a:t>. Announce the impact you want to achieve and who you aim to help. Show </a:t>
            </a:r>
            <a:r>
              <a:rPr i="1" lang="en"/>
              <a:t>where your company is headin</a:t>
            </a:r>
            <a:r>
              <a:rPr lang="en"/>
              <a:t>g, the ultimate goal.”</a:t>
            </a:r>
            <a:endParaRPr/>
          </a:p>
        </p:txBody>
      </p:sp>
      <p:pic>
        <p:nvPicPr>
          <p:cNvPr descr="A portrait of a man in profile, silhouetted against a dark blue background. " id="652" name="Google Shape;652;p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7619" l="0" r="0" t="5732"/>
          <a:stretch/>
        </p:blipFill>
        <p:spPr>
          <a:xfrm>
            <a:off x="1442350" y="3492500"/>
            <a:ext cx="408900" cy="408900"/>
          </a:xfrm>
          <a:prstGeom prst="ellipse">
            <a:avLst/>
          </a:prstGeom>
        </p:spPr>
      </p:pic>
      <p:sp>
        <p:nvSpPr>
          <p:cNvPr id="653" name="Google Shape;653;p6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54" name="Google Shape;654;p6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